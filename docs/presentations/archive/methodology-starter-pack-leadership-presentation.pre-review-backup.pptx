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4"/>
  </p:sldMasterIdLst>
  <p:notesMasterIdLst>
    <p:notesMasterId r:id="rId19"/>
  </p:notesMasterIdLst>
  <p:handoutMasterIdLst>
    <p:handoutMasterId r:id="rId20"/>
  </p:handoutMasterIdLst>
  <p:sldIdLst>
    <p:sldId id="256" r:id="rId18"/>
    <p:sldId id="257" r:id="rId17"/>
    <p:sldId id="258" r:id="rId16"/>
    <p:sldId id="259" r:id="rId15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  <p:sldId id="281" r:id="rId50"/>
  </p:sldIdLst>
  <p:sldSz cx="12192000" cy="6858000"/>
  <p:notesSz cx="6858000" cy="9144000"/>
  <p:embeddedFontLst>
    <p:embeddedFont>
      <p:font typeface="Netcompany-Offc" panose="020B060402020202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83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997" autoAdjust="0"/>
  </p:normalViewPr>
  <p:slideViewPr>
    <p:cSldViewPr snapToGrid="0" showGuides="1">
      <p:cViewPr varScale="1">
        <p:scale>
          <a:sx n="115" d="100"/>
          <a:sy n="115" d="100"/>
        </p:scale>
        <p:origin x="12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5400" y="6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Relationship Id="rId45" Type="http://schemas.openxmlformats.org/officeDocument/2006/relationships/slide" Target="slides/slide21.xml"/><Relationship Id="rId46" Type="http://schemas.openxmlformats.org/officeDocument/2006/relationships/slide" Target="slides/slide22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1F8A-F8D0-4BE8-A68D-D0E19DFD7784}" type="datetime1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D025B-ACD2-45C1-B156-1DDB470CE319}" type="slidenum">
              <a:rPr lang="en-GB" smtClean="0"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58AC-7754-4623-9BAF-1E5C377CA539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BA9F3-D196-BBA8-2903-EE828E53E4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E4CA3E-5B1B-D3EC-3F73-1737AC332D3A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36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s">
            <a:extLst>
              <a:ext uri="{FF2B5EF4-FFF2-40B4-BE49-F238E27FC236}">
                <a16:creationId xmlns:a16="http://schemas.microsoft.com/office/drawing/2014/main" id="{DB5C86D5-D1E2-CBFA-36B6-5154EB48654D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A90FCCFC-8D35-0483-FAB6-8375553E645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70D45FBA-DD21-FC4B-4421-D3250D2BFC81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EADC8-30A6-B6BE-9F54-B5488F402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0AD753-83CD-C853-739F-AA968B28858C}"/>
              </a:ext>
            </a:extLst>
          </p:cNvPr>
          <p:cNvSpPr>
            <a:spLocks noGrp="1"/>
          </p:cNvSpPr>
          <p:nvPr>
            <p:ph idx="17" hasCustomPrompt="1"/>
          </p:nvPr>
        </p:nvSpPr>
        <p:spPr bwMode="white">
          <a:xfrm>
            <a:off x="185738" y="1438274"/>
            <a:ext cx="11818937" cy="45624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E179BD8B-964C-8002-AAA2-5F16F1D48029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Grid">
            <a:extLst>
              <a:ext uri="{FF2B5EF4-FFF2-40B4-BE49-F238E27FC236}">
                <a16:creationId xmlns:a16="http://schemas.microsoft.com/office/drawing/2014/main" id="{5D5D1909-6D24-84A8-3EAC-1882786202A9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D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F8BA0786-5A28-B7AD-9958-EC9EB91FA6C3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6AEDBD-8693-0BEE-4A4A-7F2D5DE5E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56671B-9A9D-085B-1D6C-49777DBD757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85738" y="1438274"/>
            <a:ext cx="11818937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0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438275"/>
            <a:ext cx="5816600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5999" y="1438276"/>
            <a:ext cx="5818675" cy="4562476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4" y="0"/>
            <a:ext cx="6005125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9" name="Grid - green">
            <a:extLst>
              <a:ext uri="{FF2B5EF4-FFF2-40B4-BE49-F238E27FC236}">
                <a16:creationId xmlns:a16="http://schemas.microsoft.com/office/drawing/2014/main" id="{A5369962-7EA9-80F6-F699-6D0DE4C07EF1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626F37-E63E-10B6-D303-FA948D10A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6599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8622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72225" y="185737"/>
            <a:ext cx="5632450" cy="64849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41180" y="6474619"/>
            <a:ext cx="358369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358789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0" y="0"/>
            <a:ext cx="6002338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3" name="Grid - green">
            <a:extLst>
              <a:ext uri="{FF2B5EF4-FFF2-40B4-BE49-F238E27FC236}">
                <a16:creationId xmlns:a16="http://schemas.microsoft.com/office/drawing/2014/main" id="{05BF75E0-A427-C0B0-4525-2E35D6CCE6E1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19F4AB5E-E829-B15C-73E8-1CE3DB7AFC28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14E4-676F-C93B-99CF-28C01107F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263" y="185737"/>
            <a:ext cx="5817412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461" y="1368000"/>
            <a:ext cx="5817413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6123" y="185737"/>
            <a:ext cx="5624127" cy="6484938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4313" y="6474619"/>
            <a:ext cx="360361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933833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ox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7AD19EA5-3B18-CAB3-5725-B4717126ABC9}"/>
              </a:ext>
            </a:extLst>
          </p:cNvPr>
          <p:cNvSpPr/>
          <p:nvPr userDrawn="1"/>
        </p:nvSpPr>
        <p:spPr>
          <a:xfrm>
            <a:off x="6188076" y="0"/>
            <a:ext cx="6005124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 green">
            <a:extLst>
              <a:ext uri="{FF2B5EF4-FFF2-40B4-BE49-F238E27FC236}">
                <a16:creationId xmlns:a16="http://schemas.microsoft.com/office/drawing/2014/main" id="{2DC3DDB4-A10B-CBD4-72FE-57433D5A497A}"/>
              </a:ext>
            </a:extLst>
          </p:cNvPr>
          <p:cNvSpPr/>
          <p:nvPr userDrawn="1"/>
        </p:nvSpPr>
        <p:spPr>
          <a:xfrm flipH="1">
            <a:off x="6188075" y="0"/>
            <a:ext cx="6005125" cy="6858000"/>
          </a:xfrm>
          <a:custGeom>
            <a:avLst/>
            <a:gdLst>
              <a:gd name="connsiteX0" fmla="*/ 189969 w 6005125"/>
              <a:gd name="connsiteY0" fmla="*/ 0 h 6858000"/>
              <a:gd name="connsiteX1" fmla="*/ 182769 w 6005125"/>
              <a:gd name="connsiteY1" fmla="*/ 0 h 6858000"/>
              <a:gd name="connsiteX2" fmla="*/ 182769 w 6005125"/>
              <a:gd name="connsiteY2" fmla="*/ 183019 h 6858000"/>
              <a:gd name="connsiteX3" fmla="*/ 0 w 6005125"/>
              <a:gd name="connsiteY3" fmla="*/ 183019 h 6858000"/>
              <a:gd name="connsiteX4" fmla="*/ 0 w 6005125"/>
              <a:gd name="connsiteY4" fmla="*/ 190219 h 6858000"/>
              <a:gd name="connsiteX5" fmla="*/ 182769 w 6005125"/>
              <a:gd name="connsiteY5" fmla="*/ 190219 h 6858000"/>
              <a:gd name="connsiteX6" fmla="*/ 182769 w 6005125"/>
              <a:gd name="connsiteY6" fmla="*/ 6667781 h 6858000"/>
              <a:gd name="connsiteX7" fmla="*/ 0 w 6005125"/>
              <a:gd name="connsiteY7" fmla="*/ 6667781 h 6858000"/>
              <a:gd name="connsiteX8" fmla="*/ 0 w 6005125"/>
              <a:gd name="connsiteY8" fmla="*/ 6674981 h 6858000"/>
              <a:gd name="connsiteX9" fmla="*/ 182769 w 6005125"/>
              <a:gd name="connsiteY9" fmla="*/ 6674981 h 6858000"/>
              <a:gd name="connsiteX10" fmla="*/ 182769 w 6005125"/>
              <a:gd name="connsiteY10" fmla="*/ 6858000 h 6858000"/>
              <a:gd name="connsiteX11" fmla="*/ 189969 w 6005125"/>
              <a:gd name="connsiteY11" fmla="*/ 6858000 h 6858000"/>
              <a:gd name="connsiteX12" fmla="*/ 189969 w 6005125"/>
              <a:gd name="connsiteY12" fmla="*/ 6674981 h 6858000"/>
              <a:gd name="connsiteX13" fmla="*/ 6005125 w 6005125"/>
              <a:gd name="connsiteY13" fmla="*/ 6674981 h 6858000"/>
              <a:gd name="connsiteX14" fmla="*/ 6005125 w 6005125"/>
              <a:gd name="connsiteY14" fmla="*/ 6667781 h 6858000"/>
              <a:gd name="connsiteX15" fmla="*/ 189969 w 6005125"/>
              <a:gd name="connsiteY15" fmla="*/ 6667781 h 6858000"/>
              <a:gd name="connsiteX16" fmla="*/ 189969 w 6005125"/>
              <a:gd name="connsiteY16" fmla="*/ 190219 h 6858000"/>
              <a:gd name="connsiteX17" fmla="*/ 6005125 w 6005125"/>
              <a:gd name="connsiteY17" fmla="*/ 190219 h 6858000"/>
              <a:gd name="connsiteX18" fmla="*/ 6005125 w 6005125"/>
              <a:gd name="connsiteY18" fmla="*/ 183019 h 6858000"/>
              <a:gd name="connsiteX19" fmla="*/ 189969 w 6005125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5125" h="6858000">
                <a:moveTo>
                  <a:pt x="189969" y="0"/>
                </a:moveTo>
                <a:lnTo>
                  <a:pt x="182769" y="0"/>
                </a:lnTo>
                <a:lnTo>
                  <a:pt x="182769" y="183019"/>
                </a:lnTo>
                <a:lnTo>
                  <a:pt x="0" y="183019"/>
                </a:lnTo>
                <a:lnTo>
                  <a:pt x="0" y="190219"/>
                </a:lnTo>
                <a:lnTo>
                  <a:pt x="182769" y="190219"/>
                </a:lnTo>
                <a:lnTo>
                  <a:pt x="182769" y="6667781"/>
                </a:lnTo>
                <a:lnTo>
                  <a:pt x="0" y="6667781"/>
                </a:lnTo>
                <a:lnTo>
                  <a:pt x="0" y="6674981"/>
                </a:lnTo>
                <a:lnTo>
                  <a:pt x="182769" y="6674981"/>
                </a:lnTo>
                <a:lnTo>
                  <a:pt x="182769" y="6858000"/>
                </a:lnTo>
                <a:lnTo>
                  <a:pt x="189969" y="6858000"/>
                </a:lnTo>
                <a:lnTo>
                  <a:pt x="189969" y="6674981"/>
                </a:lnTo>
                <a:lnTo>
                  <a:pt x="6005125" y="6674981"/>
                </a:lnTo>
                <a:lnTo>
                  <a:pt x="6005125" y="6667781"/>
                </a:lnTo>
                <a:lnTo>
                  <a:pt x="189969" y="6667781"/>
                </a:lnTo>
                <a:lnTo>
                  <a:pt x="189969" y="190219"/>
                </a:lnTo>
                <a:lnTo>
                  <a:pt x="6005125" y="190219"/>
                </a:lnTo>
                <a:lnTo>
                  <a:pt x="6005125" y="183019"/>
                </a:lnTo>
                <a:lnTo>
                  <a:pt x="189969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2000" noProof="0" dirty="0" err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CCEB3-1D0B-669D-8181-0D3BF8615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9" y="185737"/>
            <a:ext cx="5816600" cy="947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F4DBB5-A82F-1751-7F85-F307A3EEB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738" y="1368000"/>
            <a:ext cx="581660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B2F7DF0-7CEA-D5D7-EE66-722C15338E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394450" y="317499"/>
            <a:ext cx="5607818" cy="335901"/>
          </a:xfrm>
        </p:spPr>
        <p:txBody>
          <a:bodyPr b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accent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394449" y="831850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C0B7F01-E700-66EC-81E4-B7DF2C2ABDA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 bwMode="white">
          <a:xfrm>
            <a:off x="6394450" y="3496323"/>
            <a:ext cx="5607818" cy="335901"/>
          </a:xfrm>
        </p:spPr>
        <p:txBody>
          <a:bodyPr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000" b="0">
                <a:solidFill>
                  <a:schemeClr val="accent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2FE8B0-AB22-0C4F-82D8-41548313399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white">
          <a:xfrm>
            <a:off x="6394446" y="4004258"/>
            <a:ext cx="5610225" cy="2153946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7DD5-16E1-437E-B075-CD02960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6419" y="6474619"/>
            <a:ext cx="359818" cy="196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825724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DA955002-5CC8-78D7-1221-1E18EE11328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70D0240-BC1C-E7A5-31DE-C88F22D656E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33930D-A458-B500-4F1A-8B28FBC71D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A03C6D-D961-5A25-CAC1-746F6F4413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62FEEF-B7E4-546E-1D4B-E245158BD8D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6252E9-7B31-5A10-F5A9-0941688F6B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4C055B-774F-5F78-24C2-3CA6D1EBB9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5F8DDC-94AB-5A81-A99B-11C7C0B4E2A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859BF7-A512-E240-79A7-BDBB5119165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7" name="Grid - freeform">
            <a:extLst>
              <a:ext uri="{FF2B5EF4-FFF2-40B4-BE49-F238E27FC236}">
                <a16:creationId xmlns:a16="http://schemas.microsoft.com/office/drawing/2014/main" id="{B444B149-BB8E-BFF1-390C-3977CB4209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2505F-FCED-3FF0-1A82-D58A1C31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738" y="185737"/>
            <a:ext cx="5818188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5739" y="1368000"/>
            <a:ext cx="5820058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641180" y="6474619"/>
            <a:ext cx="361157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085B930F-F28B-87EF-0702-70797890FA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39790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894361CA-03BC-4AB9-F896-1620741457C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4B05AD-274B-CE3F-FCA5-B5570D7E681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120558-9782-8DD5-5988-3938639647A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4B5719-5EEA-3010-F877-72949F6385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36D86F-F069-8970-8128-DD7F743E709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1D3B9B-79D8-38AA-80AE-518ACCD6D23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C34F95-49DA-6878-C556-32B4633B2D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77E6DC-9FB7-FB48-5B9E-74044B04FC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604CF77-8966-45D3-7D8E-9B77E4061EE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13" name="Grid - freeform">
            <a:extLst>
              <a:ext uri="{FF2B5EF4-FFF2-40B4-BE49-F238E27FC236}">
                <a16:creationId xmlns:a16="http://schemas.microsoft.com/office/drawing/2014/main" id="{CC31F8C7-5256-2C8F-D2FD-E4E589CA2B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3F4F7A62-D167-563D-A71E-F19BD0104C35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3FE55-2F3B-924D-F7C1-54AE6C0CC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75" y="185737"/>
            <a:ext cx="5816600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88211" y="1368000"/>
            <a:ext cx="5816464" cy="45684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37168" y="6474619"/>
            <a:ext cx="359333" cy="196056"/>
          </a:xfrm>
        </p:spPr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61F121D-AFB1-9F62-CADD-8DDB2A1EFC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02338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86269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gree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A01F3901-6933-C0F9-F1F1-575DDBA43E3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70BB3A-060E-6D64-70AE-DFF0DDA9AE9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15C3E2-14B9-6BA4-E0B7-7FE0A5F9AC3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6E8E85-6706-9DC3-B64D-DDB64F23EE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AC13CC2-230E-E906-D4B3-9B84DDBF8A3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8F982B-5380-83E6-09AE-D22727B788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25710A-9CAE-302F-1DFC-469C5C6B2A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AA1EF90-A95A-2228-A38A-A8B1C841B4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3C0D355-2F8D-7ED2-7CA0-AFBDDA87C92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91A2E7E4-6725-67D6-6B23-417C972DA2FA}"/>
              </a:ext>
            </a:extLst>
          </p:cNvPr>
          <p:cNvSpPr/>
          <p:nvPr userDrawn="1"/>
        </p:nvSpPr>
        <p:spPr>
          <a:xfrm>
            <a:off x="-1" y="0"/>
            <a:ext cx="6188076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2" name="Grid - green">
            <a:extLst>
              <a:ext uri="{FF2B5EF4-FFF2-40B4-BE49-F238E27FC236}">
                <a16:creationId xmlns:a16="http://schemas.microsoft.com/office/drawing/2014/main" id="{CF407EA9-CB88-C7C6-A244-A84C089EBCDD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Grid - freeform">
            <a:extLst>
              <a:ext uri="{FF2B5EF4-FFF2-40B4-BE49-F238E27FC236}">
                <a16:creationId xmlns:a16="http://schemas.microsoft.com/office/drawing/2014/main" id="{37130A60-DB98-97A9-DAD5-9A5734FBD7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6189662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5F37B766-92F3-3EFE-31BF-5F12C286ADA6}"/>
              </a:ext>
            </a:extLst>
          </p:cNvPr>
          <p:cNvSpPr/>
          <p:nvPr userDrawn="1"/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D0E069-EED7-E693-F207-863701AAC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85738" y="185737"/>
            <a:ext cx="5816600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185739" y="1368000"/>
            <a:ext cx="5818470" cy="4568400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5643563" y="6474619"/>
            <a:ext cx="358775" cy="196056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A7EE698A-8A94-9F7E-F96D-82FCA1FD4D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8075" y="0"/>
            <a:ext cx="6003925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366766121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4FEED968-A754-189A-8AE5-FC39FF6D8F7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CBB990-C009-1F5A-28E2-D34B2F56AE9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A82F0-429A-9615-8C49-6C6036F262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insert picture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4F163D-69E3-DAD6-2131-396C310A4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icon and select image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0F8A488-7D56-7A7B-5AE6-6815B96D847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FC36EB-6487-3E9E-031A-DD85AD53A0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Send to Back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15FEC9-36FD-73E4-991C-5AE50AE95E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ysClr val="windowText" lastClr="000000"/>
                  </a:solidFill>
                </a:rPr>
                <a:t>How to change picture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AE6CCE-0CCD-AC0C-A48A-2A280345FE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ysClr val="windowText" lastClr="000000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0" dirty="0">
                  <a:solidFill>
                    <a:sysClr val="windowText" lastClr="000000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ysClr val="windowText" lastClr="000000"/>
                  </a:solidFill>
                </a:rPr>
              </a:br>
              <a:r>
                <a:rPr lang="en-GB" sz="1200" b="1" dirty="0">
                  <a:solidFill>
                    <a:sysClr val="windowText" lastClr="000000"/>
                  </a:solidFill>
                </a:rPr>
                <a:t>Change picture</a:t>
              </a:r>
              <a:endParaRPr lang="en-GB" sz="1200" b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A97689-4FA2-8763-FE1D-55BE6E07B66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4" name="Backgrounds">
            <a:extLst>
              <a:ext uri="{FF2B5EF4-FFF2-40B4-BE49-F238E27FC236}">
                <a16:creationId xmlns:a16="http://schemas.microsoft.com/office/drawing/2014/main" id="{D86BC030-9960-8396-396A-19B6A5AF7B3F}"/>
              </a:ext>
            </a:extLst>
          </p:cNvPr>
          <p:cNvSpPr/>
          <p:nvPr userDrawn="1"/>
        </p:nvSpPr>
        <p:spPr>
          <a:xfrm>
            <a:off x="6002338" y="0"/>
            <a:ext cx="6190862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Grid - green">
            <a:extLst>
              <a:ext uri="{FF2B5EF4-FFF2-40B4-BE49-F238E27FC236}">
                <a16:creationId xmlns:a16="http://schemas.microsoft.com/office/drawing/2014/main" id="{BD3F9CF4-7EBF-26DA-F12D-4E39EAED76E6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25" name="Grid - freeform">
            <a:extLst>
              <a:ext uri="{FF2B5EF4-FFF2-40B4-BE49-F238E27FC236}">
                <a16:creationId xmlns:a16="http://schemas.microsoft.com/office/drawing/2014/main" id="{1AFD01C1-5A19-E8BB-3DCC-D61E7F712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6002338" cy="6858000"/>
          </a:xfrm>
          <a:custGeom>
            <a:avLst/>
            <a:gdLst>
              <a:gd name="connsiteX0" fmla="*/ 183018 w 6002338"/>
              <a:gd name="connsiteY0" fmla="*/ 0 h 6858000"/>
              <a:gd name="connsiteX1" fmla="*/ 190218 w 6002338"/>
              <a:gd name="connsiteY1" fmla="*/ 0 h 6858000"/>
              <a:gd name="connsiteX2" fmla="*/ 190218 w 6002338"/>
              <a:gd name="connsiteY2" fmla="*/ 183019 h 6858000"/>
              <a:gd name="connsiteX3" fmla="*/ 6002338 w 6002338"/>
              <a:gd name="connsiteY3" fmla="*/ 183019 h 6858000"/>
              <a:gd name="connsiteX4" fmla="*/ 6002338 w 6002338"/>
              <a:gd name="connsiteY4" fmla="*/ 190219 h 6858000"/>
              <a:gd name="connsiteX5" fmla="*/ 190218 w 6002338"/>
              <a:gd name="connsiteY5" fmla="*/ 190219 h 6858000"/>
              <a:gd name="connsiteX6" fmla="*/ 190218 w 6002338"/>
              <a:gd name="connsiteY6" fmla="*/ 6667781 h 6858000"/>
              <a:gd name="connsiteX7" fmla="*/ 6002338 w 6002338"/>
              <a:gd name="connsiteY7" fmla="*/ 6667781 h 6858000"/>
              <a:gd name="connsiteX8" fmla="*/ 6002338 w 6002338"/>
              <a:gd name="connsiteY8" fmla="*/ 6674981 h 6858000"/>
              <a:gd name="connsiteX9" fmla="*/ 190218 w 6002338"/>
              <a:gd name="connsiteY9" fmla="*/ 6674981 h 6858000"/>
              <a:gd name="connsiteX10" fmla="*/ 190218 w 6002338"/>
              <a:gd name="connsiteY10" fmla="*/ 6858000 h 6858000"/>
              <a:gd name="connsiteX11" fmla="*/ 183018 w 6002338"/>
              <a:gd name="connsiteY11" fmla="*/ 6858000 h 6858000"/>
              <a:gd name="connsiteX12" fmla="*/ 183018 w 6002338"/>
              <a:gd name="connsiteY12" fmla="*/ 6674981 h 6858000"/>
              <a:gd name="connsiteX13" fmla="*/ 0 w 6002338"/>
              <a:gd name="connsiteY13" fmla="*/ 6674981 h 6858000"/>
              <a:gd name="connsiteX14" fmla="*/ 0 w 6002338"/>
              <a:gd name="connsiteY14" fmla="*/ 6667781 h 6858000"/>
              <a:gd name="connsiteX15" fmla="*/ 183018 w 6002338"/>
              <a:gd name="connsiteY15" fmla="*/ 6667781 h 6858000"/>
              <a:gd name="connsiteX16" fmla="*/ 183018 w 6002338"/>
              <a:gd name="connsiteY16" fmla="*/ 190219 h 6858000"/>
              <a:gd name="connsiteX17" fmla="*/ 0 w 6002338"/>
              <a:gd name="connsiteY17" fmla="*/ 190219 h 6858000"/>
              <a:gd name="connsiteX18" fmla="*/ 0 w 6002338"/>
              <a:gd name="connsiteY18" fmla="*/ 183019 h 6858000"/>
              <a:gd name="connsiteX19" fmla="*/ 183018 w 6002338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02338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6002338" y="183019"/>
                </a:lnTo>
                <a:lnTo>
                  <a:pt x="6002338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6002338" y="6667781"/>
                </a:lnTo>
                <a:lnTo>
                  <a:pt x="6002338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72FF8C4E-1A61-40B5-B63E-B994E0B8491A}"/>
              </a:ext>
            </a:extLst>
          </p:cNvPr>
          <p:cNvSpPr/>
          <p:nvPr userDrawn="1"/>
        </p:nvSpPr>
        <p:spPr bwMode="white">
          <a:xfrm>
            <a:off x="6190695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white">
          <a:xfrm>
            <a:off x="6189665" y="1368000"/>
            <a:ext cx="5806838" cy="4568400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altLang="zh-HK" noProof="0" dirty="0"/>
              <a:t>Click to add text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25B7-EE4E-482B-A2F1-D4E098C9B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1637168" y="6474619"/>
            <a:ext cx="359333" cy="1960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1A66082-E3B9-D074-20E4-E15681F3C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88075" y="185737"/>
            <a:ext cx="5816601" cy="9477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61A4D560-E51A-F971-14BA-98A5E2748F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6002338" cy="6858000"/>
          </a:xfrm>
          <a:solidFill>
            <a:schemeClr val="accent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1231330115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s">
            <a:extLst>
              <a:ext uri="{FF2B5EF4-FFF2-40B4-BE49-F238E27FC236}">
                <a16:creationId xmlns:a16="http://schemas.microsoft.com/office/drawing/2014/main" id="{0CA24D45-44EC-7074-5CDD-2AF3181146C9}"/>
              </a:ext>
            </a:extLst>
          </p:cNvPr>
          <p:cNvSpPr/>
          <p:nvPr userDrawn="1"/>
        </p:nvSpPr>
        <p:spPr bwMode="ltGray">
          <a:xfrm>
            <a:off x="0" y="-831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998615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C2954703-2753-4E2F-FCA3-D6D9F68EB7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FAED2660-8C3E-1565-6D1F-B6BB26B00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CEED010C-A0AB-29BD-DDE2-C564BD9809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 bwMode="white">
          <a:xfrm>
            <a:off x="3000375" y="1666874"/>
            <a:ext cx="187501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 bwMode="white"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 bwMode="white"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 bwMode="white"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01F121-2588-6C55-1976-5CD7EC4260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40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>
          <a:xfrm>
            <a:off x="187325" y="1864444"/>
            <a:ext cx="1679576" cy="255624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3000375" y="1666874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3000375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1666875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08027A-32AC-BB7B-076A-F55C04B124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1150" y="6557961"/>
            <a:ext cx="1413818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3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 userDrawn="1">
          <p15:clr>
            <a:srgbClr val="A4A3A4"/>
          </p15:clr>
        </p15:guide>
        <p15:guide id="2" orient="horz" pos="1168" userDrawn="1">
          <p15:clr>
            <a:srgbClr val="A4A3A4"/>
          </p15:clr>
        </p15:guide>
        <p15:guide id="3" orient="horz" pos="2101" userDrawn="1">
          <p15:clr>
            <a:srgbClr val="A4A3A4"/>
          </p15:clr>
        </p15:guide>
        <p15:guide id="4" orient="horz" pos="2218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  <p15:guide id="6" orient="horz" pos="3269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 w.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id - freeform">
            <a:extLst>
              <a:ext uri="{FF2B5EF4-FFF2-40B4-BE49-F238E27FC236}">
                <a16:creationId xmlns:a16="http://schemas.microsoft.com/office/drawing/2014/main" id="{62DADB1D-DAF1-595A-485B-5D89409A1F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4" y="1666875"/>
            <a:ext cx="9191625" cy="3522662"/>
          </a:xfrm>
        </p:spPr>
        <p:txBody>
          <a:bodyPr lIns="198000" tIns="144000" rIns="180000" bIns="144000" anchor="t"/>
          <a:lstStyle>
            <a:lvl1pPr algn="l">
              <a:lnSpc>
                <a:spcPct val="86000"/>
              </a:lnSpc>
              <a:defRPr sz="63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ADBE27C-8929-A2F1-90D1-7F447909EA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6206180" y="5153776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date / version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01A4073-508E-97D8-273C-C37EF94B8C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3203302" y="5151938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client name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14194A3-85A1-C852-4B35-014896A69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white">
          <a:xfrm>
            <a:off x="3203302" y="5392584"/>
            <a:ext cx="2808000" cy="198000"/>
          </a:xfrm>
        </p:spPr>
        <p:txBody>
          <a:bodyPr bIns="0"/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project name</a:t>
            </a:r>
          </a:p>
        </p:txBody>
      </p:sp>
      <p:sp>
        <p:nvSpPr>
          <p:cNvPr id="12" name="Logo - freeform">
            <a:extLst>
              <a:ext uri="{FF2B5EF4-FFF2-40B4-BE49-F238E27FC236}">
                <a16:creationId xmlns:a16="http://schemas.microsoft.com/office/drawing/2014/main" id="{A365E6E5-85B4-B753-3B4A-DBA3D1964B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87324" y="1864444"/>
            <a:ext cx="1679576" cy="255624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Box - freeform">
            <a:extLst>
              <a:ext uri="{FF2B5EF4-FFF2-40B4-BE49-F238E27FC236}">
                <a16:creationId xmlns:a16="http://schemas.microsoft.com/office/drawing/2014/main" id="{46A047EA-0D8D-E5EF-15A9-F1F50B95E3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Box - freeform">
            <a:extLst>
              <a:ext uri="{FF2B5EF4-FFF2-40B4-BE49-F238E27FC236}">
                <a16:creationId xmlns:a16="http://schemas.microsoft.com/office/drawing/2014/main" id="{F7E660AB-E7AA-4765-1160-A22EA87D18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white"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Box - freeform">
            <a:extLst>
              <a:ext uri="{FF2B5EF4-FFF2-40B4-BE49-F238E27FC236}">
                <a16:creationId xmlns:a16="http://schemas.microsoft.com/office/drawing/2014/main" id="{70D9AD67-1F57-8BD7-EFC6-921EF12D96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white"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Box - freeform">
            <a:extLst>
              <a:ext uri="{FF2B5EF4-FFF2-40B4-BE49-F238E27FC236}">
                <a16:creationId xmlns:a16="http://schemas.microsoft.com/office/drawing/2014/main" id="{8EC693B7-118D-CC7D-6FCC-6D87AE57BB3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white"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6B7474-D563-C122-12FA-0AE8A06D35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0977" y="6556496"/>
            <a:ext cx="1413818" cy="108000"/>
          </a:xfrm>
          <a:prstGeom prst="rect">
            <a:avLst/>
          </a:prstGeom>
        </p:spPr>
      </p:pic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5D2BFA1-E72E-CB12-4D23-BD077C7A93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5693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0" y="11952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7" y="1627818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1986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ong green - no grid">
    <p:bg>
      <p:bgPr>
        <a:solidFill>
          <a:srgbClr val="123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EEC351E-C673-90A1-9633-CEECAA95F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75668" y="1627818"/>
            <a:ext cx="7438146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53291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57FAFE2-DC25-D76A-010D-C19E2C8A702D}"/>
              </a:ext>
            </a:extLst>
          </p:cNvPr>
          <p:cNvSpPr/>
          <p:nvPr userDrawn="1"/>
        </p:nvSpPr>
        <p:spPr>
          <a:xfrm>
            <a:off x="-1200" y="6016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C0BA7F59-CDC3-62D7-D722-BB5C145BC465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 bwMode="white"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6106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tx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526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A7BFD65-08C9-1340-556F-7990CE9ABBFE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EA445E9E-B98F-C4E5-5966-49E72CD8BD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8787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852A952B-76EF-4C8C-8C7B-140D4588A85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Grid">
            <a:extLst>
              <a:ext uri="{FF2B5EF4-FFF2-40B4-BE49-F238E27FC236}">
                <a16:creationId xmlns:a16="http://schemas.microsoft.com/office/drawing/2014/main" id="{86B312DF-9E04-8EC7-BF7D-380A73D1E276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B2D50B-F7A1-3E5D-5317-A3672D5A3B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2974183" y="1700130"/>
            <a:ext cx="9030491" cy="4054476"/>
          </a:xfrm>
        </p:spPr>
        <p:txBody>
          <a:bodyPr tIns="108000"/>
          <a:lstStyle>
            <a:lvl1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1pPr>
            <a:lvl2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2pPr>
            <a:lvl3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3pPr>
            <a:lvl4pPr marL="435600" indent="-435600">
              <a:lnSpc>
                <a:spcPct val="115000"/>
              </a:lnSpc>
              <a:spcBef>
                <a:spcPts val="0"/>
              </a:spcBef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4pPr>
            <a:lvl5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5pPr>
            <a:lvl6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6pPr>
            <a:lvl7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7pPr>
            <a:lvl8pPr marL="435600" indent="-4356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5000"/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</a:defRPr>
            </a:lvl8pPr>
            <a:lvl9pPr marL="432000" indent="-4320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Enter &amp; TAB for next text level</a:t>
            </a:r>
          </a:p>
        </p:txBody>
      </p:sp>
    </p:spTree>
    <p:extLst>
      <p:ext uri="{BB962C8B-B14F-4D97-AF65-F5344CB8AC3E}">
        <p14:creationId xmlns:p14="http://schemas.microsoft.com/office/powerpoint/2010/main" val="1516439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ong grey - n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97AEE8EB-E9A4-4093-2252-3955D0CA1AC9}"/>
              </a:ext>
            </a:extLst>
          </p:cNvPr>
          <p:cNvSpPr>
            <a:spLocks/>
          </p:cNvSpPr>
          <p:nvPr userDrawn="1"/>
        </p:nvSpPr>
        <p:spPr>
          <a:xfrm>
            <a:off x="-1200" y="-360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52AB567F-D7C7-D77C-D184-10CED8C1B424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Agenda title">
            <a:extLst>
              <a:ext uri="{FF2B5EF4-FFF2-40B4-BE49-F238E27FC236}">
                <a16:creationId xmlns:a16="http://schemas.microsoft.com/office/drawing/2014/main" id="{C2632451-B23C-4B02-C331-037EDD532064}"/>
              </a:ext>
            </a:extLst>
          </p:cNvPr>
          <p:cNvSpPr txBox="1"/>
          <p:nvPr userDrawn="1"/>
        </p:nvSpPr>
        <p:spPr>
          <a:xfrm>
            <a:off x="185738" y="1807369"/>
            <a:ext cx="10191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BF71D63-C597-5855-FF01-7A48890671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FE6EAD-778E-BDF2-9D68-D1D6108541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667" y="1609890"/>
            <a:ext cx="8816975" cy="4054476"/>
          </a:xfrm>
        </p:spPr>
        <p:txBody>
          <a:bodyPr tIns="180000"/>
          <a:lstStyle>
            <a:lvl1pPr marL="252000" indent="-252000">
              <a:lnSpc>
                <a:spcPct val="110000"/>
              </a:lnSpc>
              <a:spcBef>
                <a:spcPts val="0"/>
              </a:spcBef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1pPr>
            <a:lvl2pPr marL="486000" indent="-234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2pPr>
            <a:lvl3pPr marL="666000" indent="-198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3pPr>
            <a:lvl4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4pPr>
            <a:lvl5pPr marL="432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5pPr>
            <a:lvl6pPr marL="648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6pPr>
            <a:lvl7pPr marL="216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750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</a:defRPr>
            </a:lvl7pPr>
            <a:lvl8pPr marL="432000" indent="-21600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600" b="0">
                <a:solidFill>
                  <a:schemeClr val="tx1"/>
                </a:solidFill>
              </a:defRPr>
            </a:lvl8pPr>
            <a:lvl9pPr marL="648000" indent="-216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agenda point                                                                            </a:t>
            </a:r>
            <a:r>
              <a:rPr lang="en-US" noProof="0" dirty="0"/>
              <a:t>Enter &amp; TAB for next text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041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 bwMode="white"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0"/>
            <a:ext cx="8996576" cy="2620964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400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180" y="0"/>
            <a:ext cx="8997756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00750" y="3335337"/>
            <a:ext cx="6191250" cy="1854199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03A0F438-4088-5AAB-159E-9333B609A02F}"/>
              </a:ext>
            </a:extLst>
          </p:cNvPr>
          <p:cNvSpPr/>
          <p:nvPr userDrawn="1"/>
        </p:nvSpPr>
        <p:spPr>
          <a:xfrm>
            <a:off x="6000750" y="3335338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56974EA7-F7BD-1941-D933-C92C4666FD27}"/>
              </a:ext>
            </a:extLst>
          </p:cNvPr>
          <p:cNvSpPr/>
          <p:nvPr userDrawn="1"/>
        </p:nvSpPr>
        <p:spPr>
          <a:xfrm>
            <a:off x="6000750" y="5002212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66A3D3DA-0B49-90D3-34F9-7D9680003524}"/>
              </a:ext>
            </a:extLst>
          </p:cNvPr>
          <p:cNvSpPr/>
          <p:nvPr userDrawn="1"/>
        </p:nvSpPr>
        <p:spPr>
          <a:xfrm>
            <a:off x="12004675" y="3335339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9A49D4CB-D021-8272-A5EA-4155D0714E00}"/>
              </a:ext>
            </a:extLst>
          </p:cNvPr>
          <p:cNvSpPr/>
          <p:nvPr userDrawn="1"/>
        </p:nvSpPr>
        <p:spPr>
          <a:xfrm>
            <a:off x="12007056" y="5002213"/>
            <a:ext cx="187325" cy="1873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640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uide">
            <a:extLst>
              <a:ext uri="{FF2B5EF4-FFF2-40B4-BE49-F238E27FC236}">
                <a16:creationId xmlns:a16="http://schemas.microsoft.com/office/drawing/2014/main" id="{6D6B2C76-67F7-58FC-D140-3C131A126DF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62CA790-1DBB-DA42-8FF9-48AD53446E9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F53BD6-003B-D4FC-4624-078B26A2EF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E13468-DA97-5B8D-6CF7-33DE06B42D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01F8357-A60E-13FA-79E6-1290D752016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54E54D-A37D-10A5-328F-012D1D0B22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49087-ED75-C9CE-5B37-B81A3C732A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AC9CAF-56DA-0FC2-B120-D99E822DE7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CD71379-BEAE-60BE-8789-7D9A107AEE4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white"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3597"/>
            <a:ext cx="8996575" cy="2607098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002338" y="3335338"/>
            <a:ext cx="6189662" cy="1854198"/>
          </a:xfrm>
        </p:spPr>
        <p:txBody>
          <a:bodyPr lIns="198000" tIns="126000" rIns="180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4" name="Box - freeform">
            <a:extLst>
              <a:ext uri="{FF2B5EF4-FFF2-40B4-BE49-F238E27FC236}">
                <a16:creationId xmlns:a16="http://schemas.microsoft.com/office/drawing/2014/main" id="{5FD446A9-0016-B3A8-E22B-5426AD41DB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00750" y="3335338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ox - freeform">
            <a:extLst>
              <a:ext uri="{FF2B5EF4-FFF2-40B4-BE49-F238E27FC236}">
                <a16:creationId xmlns:a16="http://schemas.microsoft.com/office/drawing/2014/main" id="{13DF5A12-6558-454F-1F36-7FB6A3666F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00750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Box - freeform">
            <a:extLst>
              <a:ext uri="{FF2B5EF4-FFF2-40B4-BE49-F238E27FC236}">
                <a16:creationId xmlns:a16="http://schemas.microsoft.com/office/drawing/2014/main" id="{C35F92E2-8B21-4110-68BE-EEFF35C30D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3335339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ox - freeform">
            <a:extLst>
              <a:ext uri="{FF2B5EF4-FFF2-40B4-BE49-F238E27FC236}">
                <a16:creationId xmlns:a16="http://schemas.microsoft.com/office/drawing/2014/main" id="{94EB1950-401F-E1E1-96BF-44E4607865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B1D7401D-5CCC-A4E0-F13F-50408C7B41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64707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 bwMode="ltGray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0" y="-1"/>
            <a:ext cx="8996575" cy="2603501"/>
          </a:xfrm>
        </p:spPr>
        <p:txBody>
          <a:bodyPr lIns="198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309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C5441F9B-1854-D9BD-741A-71B0CB02280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-3597"/>
            <a:ext cx="8996575" cy="2607098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593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ligned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E29DD6F-3C9A-83C7-A43D-4B1D307F3C4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402DAB5-3B0C-1BE5-7506-FBE09B020E7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3EB90F-B453-6979-05B4-954151AF6F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A26747-23FD-492D-6631-932376128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8AD5E1-7764-07F6-9734-CD98F8B0F58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8ECF42-7BD8-C807-31C2-27BFCDDB128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183B96-8712-A936-E6AA-11303606C4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843DED-E35E-CF26-648D-F6651EF0FD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FD4FCFA-68A1-4B32-34CB-EB3670C0C5AC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" name="Grid - freeform">
            <a:extLst>
              <a:ext uri="{FF2B5EF4-FFF2-40B4-BE49-F238E27FC236}">
                <a16:creationId xmlns:a16="http://schemas.microsoft.com/office/drawing/2014/main" id="{56288D53-3828-8189-203C-A78DA190D2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 tIns="0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200" y="0"/>
            <a:ext cx="8997775" cy="2603501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B4E9833-0B18-BA78-C50B-350C1656D1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1" y="3335338"/>
            <a:ext cx="6188075" cy="1854200"/>
          </a:xfrm>
        </p:spPr>
        <p:txBody>
          <a:bodyPr lIns="198000" tIns="126000" rIns="198000" bIns="12600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7"/>
            <a:r>
              <a:rPr lang="en-GB" dirty="0"/>
              <a:t>Click to add subtitle</a:t>
            </a:r>
          </a:p>
        </p:txBody>
      </p:sp>
      <p:sp>
        <p:nvSpPr>
          <p:cNvPr id="6" name="Logo - freeform">
            <a:extLst>
              <a:ext uri="{FF2B5EF4-FFF2-40B4-BE49-F238E27FC236}">
                <a16:creationId xmlns:a16="http://schemas.microsoft.com/office/drawing/2014/main" id="{7C0B7C54-BB23-9FDC-51B5-60D0E0619F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6D470-D4D1-210D-7665-C74903C5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BAB8B75-C663-7641-4486-474A396CF1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3643587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front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uide">
            <a:extLst>
              <a:ext uri="{FF2B5EF4-FFF2-40B4-BE49-F238E27FC236}">
                <a16:creationId xmlns:a16="http://schemas.microsoft.com/office/drawing/2014/main" id="{41142E58-7393-F68B-7BE0-516A5528096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EAC2C7-807A-2E5F-50CE-2943BE94B6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4A843B-0FF1-5382-8E19-63E5959DC7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insert picture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30FC6F-19FB-9CDA-4A61-BDE7AD690AD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icon and select image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438341-2CC6-F8B8-578C-0EFBA4BF56C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0AFAEC-1715-B07F-FFEA-EC750818A5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Once you have inserted image, right click on it and select option 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Send to Back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77E08F-0E57-3332-70E0-389FDE443F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>
                  <a:solidFill>
                    <a:schemeClr val="bg1"/>
                  </a:solidFill>
                </a:rPr>
                <a:t>How to change picture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D36230-14BB-12EB-491B-64CAC5937A8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>
                  <a:solidFill>
                    <a:schemeClr val="bg1"/>
                  </a:solidFill>
                </a:rPr>
                <a:t>Click on the frame of slide and select picture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0" dirty="0">
                  <a:solidFill>
                    <a:schemeClr val="bg1"/>
                  </a:solidFill>
                </a:rPr>
                <a:t>Once you have selected image right click on it and select option</a:t>
              </a:r>
              <a:br>
                <a:rPr lang="en-GB" sz="1200" b="0" dirty="0">
                  <a:solidFill>
                    <a:schemeClr val="bg1"/>
                  </a:solidFill>
                </a:rPr>
              </a:br>
              <a:r>
                <a:rPr lang="en-GB" sz="1200" b="1" dirty="0">
                  <a:solidFill>
                    <a:schemeClr val="bg1"/>
                  </a:solidFill>
                </a:rPr>
                <a:t>Change picture</a:t>
              </a:r>
              <a:endParaRPr lang="en-GB" sz="1200" b="0" dirty="0">
                <a:solidFill>
                  <a:schemeClr val="bg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5430F7-467A-3D2B-3504-31AC0D9B91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35" name="Grid - freeform">
            <a:extLst>
              <a:ext uri="{FF2B5EF4-FFF2-40B4-BE49-F238E27FC236}">
                <a16:creationId xmlns:a16="http://schemas.microsoft.com/office/drawing/2014/main" id="{2DDB9CE3-63AE-3A4C-9656-1872AEDC73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"/>
            <a:ext cx="12192000" cy="6857998"/>
          </a:xfrm>
          <a:custGeom>
            <a:avLst/>
            <a:gdLst>
              <a:gd name="connsiteX0" fmla="*/ 9193444 w 12192000"/>
              <a:gd name="connsiteY0" fmla="*/ 5192943 h 6857998"/>
              <a:gd name="connsiteX1" fmla="*/ 9193444 w 12192000"/>
              <a:gd name="connsiteY1" fmla="*/ 6668993 h 6857998"/>
              <a:gd name="connsiteX2" fmla="*/ 12001406 w 12192000"/>
              <a:gd name="connsiteY2" fmla="*/ 6668993 h 6857998"/>
              <a:gd name="connsiteX3" fmla="*/ 12001406 w 12192000"/>
              <a:gd name="connsiteY3" fmla="*/ 5192943 h 6857998"/>
              <a:gd name="connsiteX4" fmla="*/ 9006666 w 12192000"/>
              <a:gd name="connsiteY4" fmla="*/ 5192943 h 6857998"/>
              <a:gd name="connsiteX5" fmla="*/ 9006666 w 12192000"/>
              <a:gd name="connsiteY5" fmla="*/ 6668993 h 6857998"/>
              <a:gd name="connsiteX6" fmla="*/ 9186244 w 12192000"/>
              <a:gd name="connsiteY6" fmla="*/ 6668993 h 6857998"/>
              <a:gd name="connsiteX7" fmla="*/ 9186244 w 12192000"/>
              <a:gd name="connsiteY7" fmla="*/ 5192943 h 6857998"/>
              <a:gd name="connsiteX8" fmla="*/ 6191504 w 12192000"/>
              <a:gd name="connsiteY8" fmla="*/ 5192943 h 6857998"/>
              <a:gd name="connsiteX9" fmla="*/ 6191504 w 12192000"/>
              <a:gd name="connsiteY9" fmla="*/ 6668993 h 6857998"/>
              <a:gd name="connsiteX10" fmla="*/ 8999466 w 12192000"/>
              <a:gd name="connsiteY10" fmla="*/ 6668993 h 6857998"/>
              <a:gd name="connsiteX11" fmla="*/ 8999466 w 12192000"/>
              <a:gd name="connsiteY11" fmla="*/ 5192943 h 6857998"/>
              <a:gd name="connsiteX12" fmla="*/ 6006316 w 12192000"/>
              <a:gd name="connsiteY12" fmla="*/ 5192943 h 6857998"/>
              <a:gd name="connsiteX13" fmla="*/ 6006316 w 12192000"/>
              <a:gd name="connsiteY13" fmla="*/ 6668993 h 6857998"/>
              <a:gd name="connsiteX14" fmla="*/ 6184304 w 12192000"/>
              <a:gd name="connsiteY14" fmla="*/ 6668993 h 6857998"/>
              <a:gd name="connsiteX15" fmla="*/ 6184304 w 12192000"/>
              <a:gd name="connsiteY15" fmla="*/ 5192943 h 6857998"/>
              <a:gd name="connsiteX16" fmla="*/ 3191152 w 12192000"/>
              <a:gd name="connsiteY16" fmla="*/ 5192943 h 6857998"/>
              <a:gd name="connsiteX17" fmla="*/ 3191152 w 12192000"/>
              <a:gd name="connsiteY17" fmla="*/ 6668993 h 6857998"/>
              <a:gd name="connsiteX18" fmla="*/ 5999116 w 12192000"/>
              <a:gd name="connsiteY18" fmla="*/ 6668993 h 6857998"/>
              <a:gd name="connsiteX19" fmla="*/ 5999116 w 12192000"/>
              <a:gd name="connsiteY19" fmla="*/ 5192943 h 6857998"/>
              <a:gd name="connsiteX20" fmla="*/ 3004803 w 12192000"/>
              <a:gd name="connsiteY20" fmla="*/ 5192943 h 6857998"/>
              <a:gd name="connsiteX21" fmla="*/ 3004803 w 12192000"/>
              <a:gd name="connsiteY21" fmla="*/ 6668993 h 6857998"/>
              <a:gd name="connsiteX22" fmla="*/ 3183952 w 12192000"/>
              <a:gd name="connsiteY22" fmla="*/ 6668993 h 6857998"/>
              <a:gd name="connsiteX23" fmla="*/ 3183952 w 12192000"/>
              <a:gd name="connsiteY23" fmla="*/ 5192943 h 6857998"/>
              <a:gd name="connsiteX24" fmla="*/ 190221 w 12192000"/>
              <a:gd name="connsiteY24" fmla="*/ 5192943 h 6857998"/>
              <a:gd name="connsiteX25" fmla="*/ 190221 w 12192000"/>
              <a:gd name="connsiteY25" fmla="*/ 6668993 h 6857998"/>
              <a:gd name="connsiteX26" fmla="*/ 2997602 w 12192000"/>
              <a:gd name="connsiteY26" fmla="*/ 6668993 h 6857998"/>
              <a:gd name="connsiteX27" fmla="*/ 2997602 w 12192000"/>
              <a:gd name="connsiteY27" fmla="*/ 5192943 h 6857998"/>
              <a:gd name="connsiteX28" fmla="*/ 9193444 w 12192000"/>
              <a:gd name="connsiteY28" fmla="*/ 5006166 h 6857998"/>
              <a:gd name="connsiteX29" fmla="*/ 9193444 w 12192000"/>
              <a:gd name="connsiteY29" fmla="*/ 5185743 h 6857998"/>
              <a:gd name="connsiteX30" fmla="*/ 12001406 w 12192000"/>
              <a:gd name="connsiteY30" fmla="*/ 5185743 h 6857998"/>
              <a:gd name="connsiteX31" fmla="*/ 12001406 w 12192000"/>
              <a:gd name="connsiteY31" fmla="*/ 5006166 h 6857998"/>
              <a:gd name="connsiteX32" fmla="*/ 9006666 w 12192000"/>
              <a:gd name="connsiteY32" fmla="*/ 5006166 h 6857998"/>
              <a:gd name="connsiteX33" fmla="*/ 9006666 w 12192000"/>
              <a:gd name="connsiteY33" fmla="*/ 5185743 h 6857998"/>
              <a:gd name="connsiteX34" fmla="*/ 9186244 w 12192000"/>
              <a:gd name="connsiteY34" fmla="*/ 5185743 h 6857998"/>
              <a:gd name="connsiteX35" fmla="*/ 9186244 w 12192000"/>
              <a:gd name="connsiteY35" fmla="*/ 5006166 h 6857998"/>
              <a:gd name="connsiteX36" fmla="*/ 6191504 w 12192000"/>
              <a:gd name="connsiteY36" fmla="*/ 5006166 h 6857998"/>
              <a:gd name="connsiteX37" fmla="*/ 6191504 w 12192000"/>
              <a:gd name="connsiteY37" fmla="*/ 5185743 h 6857998"/>
              <a:gd name="connsiteX38" fmla="*/ 8999466 w 12192000"/>
              <a:gd name="connsiteY38" fmla="*/ 5185743 h 6857998"/>
              <a:gd name="connsiteX39" fmla="*/ 8999466 w 12192000"/>
              <a:gd name="connsiteY39" fmla="*/ 5006166 h 6857998"/>
              <a:gd name="connsiteX40" fmla="*/ 6006316 w 12192000"/>
              <a:gd name="connsiteY40" fmla="*/ 5006166 h 6857998"/>
              <a:gd name="connsiteX41" fmla="*/ 6006316 w 12192000"/>
              <a:gd name="connsiteY41" fmla="*/ 5185743 h 6857998"/>
              <a:gd name="connsiteX42" fmla="*/ 6184304 w 12192000"/>
              <a:gd name="connsiteY42" fmla="*/ 5185743 h 6857998"/>
              <a:gd name="connsiteX43" fmla="*/ 6184304 w 12192000"/>
              <a:gd name="connsiteY43" fmla="*/ 5006166 h 6857998"/>
              <a:gd name="connsiteX44" fmla="*/ 3191152 w 12192000"/>
              <a:gd name="connsiteY44" fmla="*/ 5006166 h 6857998"/>
              <a:gd name="connsiteX45" fmla="*/ 3191152 w 12192000"/>
              <a:gd name="connsiteY45" fmla="*/ 5185743 h 6857998"/>
              <a:gd name="connsiteX46" fmla="*/ 5999116 w 12192000"/>
              <a:gd name="connsiteY46" fmla="*/ 5185743 h 6857998"/>
              <a:gd name="connsiteX47" fmla="*/ 5999116 w 12192000"/>
              <a:gd name="connsiteY47" fmla="*/ 5006166 h 6857998"/>
              <a:gd name="connsiteX48" fmla="*/ 3004803 w 12192000"/>
              <a:gd name="connsiteY48" fmla="*/ 5006166 h 6857998"/>
              <a:gd name="connsiteX49" fmla="*/ 3004803 w 12192000"/>
              <a:gd name="connsiteY49" fmla="*/ 5185743 h 6857998"/>
              <a:gd name="connsiteX50" fmla="*/ 3183952 w 12192000"/>
              <a:gd name="connsiteY50" fmla="*/ 5185743 h 6857998"/>
              <a:gd name="connsiteX51" fmla="*/ 3183952 w 12192000"/>
              <a:gd name="connsiteY51" fmla="*/ 5006166 h 6857998"/>
              <a:gd name="connsiteX52" fmla="*/ 190221 w 12192000"/>
              <a:gd name="connsiteY52" fmla="*/ 5006166 h 6857998"/>
              <a:gd name="connsiteX53" fmla="*/ 190221 w 12192000"/>
              <a:gd name="connsiteY53" fmla="*/ 5185743 h 6857998"/>
              <a:gd name="connsiteX54" fmla="*/ 2997602 w 12192000"/>
              <a:gd name="connsiteY54" fmla="*/ 5185743 h 6857998"/>
              <a:gd name="connsiteX55" fmla="*/ 2997602 w 12192000"/>
              <a:gd name="connsiteY55" fmla="*/ 5006166 h 6857998"/>
              <a:gd name="connsiteX56" fmla="*/ 9193444 w 12192000"/>
              <a:gd name="connsiteY56" fmla="*/ 3524503 h 6857998"/>
              <a:gd name="connsiteX57" fmla="*/ 9193444 w 12192000"/>
              <a:gd name="connsiteY57" fmla="*/ 4998966 h 6857998"/>
              <a:gd name="connsiteX58" fmla="*/ 12001406 w 12192000"/>
              <a:gd name="connsiteY58" fmla="*/ 4998966 h 6857998"/>
              <a:gd name="connsiteX59" fmla="*/ 12001406 w 12192000"/>
              <a:gd name="connsiteY59" fmla="*/ 3524503 h 6857998"/>
              <a:gd name="connsiteX60" fmla="*/ 9006666 w 12192000"/>
              <a:gd name="connsiteY60" fmla="*/ 3524503 h 6857998"/>
              <a:gd name="connsiteX61" fmla="*/ 9006666 w 12192000"/>
              <a:gd name="connsiteY61" fmla="*/ 4998966 h 6857998"/>
              <a:gd name="connsiteX62" fmla="*/ 9186244 w 12192000"/>
              <a:gd name="connsiteY62" fmla="*/ 4998966 h 6857998"/>
              <a:gd name="connsiteX63" fmla="*/ 9186244 w 12192000"/>
              <a:gd name="connsiteY63" fmla="*/ 3524503 h 6857998"/>
              <a:gd name="connsiteX64" fmla="*/ 6191504 w 12192000"/>
              <a:gd name="connsiteY64" fmla="*/ 3524503 h 6857998"/>
              <a:gd name="connsiteX65" fmla="*/ 6191504 w 12192000"/>
              <a:gd name="connsiteY65" fmla="*/ 4998966 h 6857998"/>
              <a:gd name="connsiteX66" fmla="*/ 8999466 w 12192000"/>
              <a:gd name="connsiteY66" fmla="*/ 4998966 h 6857998"/>
              <a:gd name="connsiteX67" fmla="*/ 8999466 w 12192000"/>
              <a:gd name="connsiteY67" fmla="*/ 3524503 h 6857998"/>
              <a:gd name="connsiteX68" fmla="*/ 6006316 w 12192000"/>
              <a:gd name="connsiteY68" fmla="*/ 3524503 h 6857998"/>
              <a:gd name="connsiteX69" fmla="*/ 6006316 w 12192000"/>
              <a:gd name="connsiteY69" fmla="*/ 4998966 h 6857998"/>
              <a:gd name="connsiteX70" fmla="*/ 6184304 w 12192000"/>
              <a:gd name="connsiteY70" fmla="*/ 4998966 h 6857998"/>
              <a:gd name="connsiteX71" fmla="*/ 6184304 w 12192000"/>
              <a:gd name="connsiteY71" fmla="*/ 3524503 h 6857998"/>
              <a:gd name="connsiteX72" fmla="*/ 3191152 w 12192000"/>
              <a:gd name="connsiteY72" fmla="*/ 3524503 h 6857998"/>
              <a:gd name="connsiteX73" fmla="*/ 3191152 w 12192000"/>
              <a:gd name="connsiteY73" fmla="*/ 4998966 h 6857998"/>
              <a:gd name="connsiteX74" fmla="*/ 5999116 w 12192000"/>
              <a:gd name="connsiteY74" fmla="*/ 4998966 h 6857998"/>
              <a:gd name="connsiteX75" fmla="*/ 5999116 w 12192000"/>
              <a:gd name="connsiteY75" fmla="*/ 3524503 h 6857998"/>
              <a:gd name="connsiteX76" fmla="*/ 3004803 w 12192000"/>
              <a:gd name="connsiteY76" fmla="*/ 3524503 h 6857998"/>
              <a:gd name="connsiteX77" fmla="*/ 3004803 w 12192000"/>
              <a:gd name="connsiteY77" fmla="*/ 4998966 h 6857998"/>
              <a:gd name="connsiteX78" fmla="*/ 3183952 w 12192000"/>
              <a:gd name="connsiteY78" fmla="*/ 4998966 h 6857998"/>
              <a:gd name="connsiteX79" fmla="*/ 3183952 w 12192000"/>
              <a:gd name="connsiteY79" fmla="*/ 3524503 h 6857998"/>
              <a:gd name="connsiteX80" fmla="*/ 190221 w 12192000"/>
              <a:gd name="connsiteY80" fmla="*/ 3524503 h 6857998"/>
              <a:gd name="connsiteX81" fmla="*/ 190221 w 12192000"/>
              <a:gd name="connsiteY81" fmla="*/ 4998966 h 6857998"/>
              <a:gd name="connsiteX82" fmla="*/ 2997602 w 12192000"/>
              <a:gd name="connsiteY82" fmla="*/ 4998966 h 6857998"/>
              <a:gd name="connsiteX83" fmla="*/ 2997602 w 12192000"/>
              <a:gd name="connsiteY83" fmla="*/ 3524503 h 6857998"/>
              <a:gd name="connsiteX84" fmla="*/ 9193444 w 12192000"/>
              <a:gd name="connsiteY84" fmla="*/ 3339315 h 6857998"/>
              <a:gd name="connsiteX85" fmla="*/ 9193444 w 12192000"/>
              <a:gd name="connsiteY85" fmla="*/ 3517303 h 6857998"/>
              <a:gd name="connsiteX86" fmla="*/ 12001406 w 12192000"/>
              <a:gd name="connsiteY86" fmla="*/ 3517303 h 6857998"/>
              <a:gd name="connsiteX87" fmla="*/ 12001406 w 12192000"/>
              <a:gd name="connsiteY87" fmla="*/ 3339315 h 6857998"/>
              <a:gd name="connsiteX88" fmla="*/ 9006666 w 12192000"/>
              <a:gd name="connsiteY88" fmla="*/ 3339315 h 6857998"/>
              <a:gd name="connsiteX89" fmla="*/ 9006666 w 12192000"/>
              <a:gd name="connsiteY89" fmla="*/ 3517303 h 6857998"/>
              <a:gd name="connsiteX90" fmla="*/ 9186244 w 12192000"/>
              <a:gd name="connsiteY90" fmla="*/ 3517303 h 6857998"/>
              <a:gd name="connsiteX91" fmla="*/ 9186244 w 12192000"/>
              <a:gd name="connsiteY91" fmla="*/ 3339315 h 6857998"/>
              <a:gd name="connsiteX92" fmla="*/ 6191504 w 12192000"/>
              <a:gd name="connsiteY92" fmla="*/ 3339315 h 6857998"/>
              <a:gd name="connsiteX93" fmla="*/ 6191504 w 12192000"/>
              <a:gd name="connsiteY93" fmla="*/ 3517303 h 6857998"/>
              <a:gd name="connsiteX94" fmla="*/ 8999466 w 12192000"/>
              <a:gd name="connsiteY94" fmla="*/ 3517303 h 6857998"/>
              <a:gd name="connsiteX95" fmla="*/ 8999466 w 12192000"/>
              <a:gd name="connsiteY95" fmla="*/ 3339315 h 6857998"/>
              <a:gd name="connsiteX96" fmla="*/ 6006316 w 12192000"/>
              <a:gd name="connsiteY96" fmla="*/ 3339315 h 6857998"/>
              <a:gd name="connsiteX97" fmla="*/ 6006316 w 12192000"/>
              <a:gd name="connsiteY97" fmla="*/ 3517303 h 6857998"/>
              <a:gd name="connsiteX98" fmla="*/ 6184304 w 12192000"/>
              <a:gd name="connsiteY98" fmla="*/ 3517303 h 6857998"/>
              <a:gd name="connsiteX99" fmla="*/ 6184304 w 12192000"/>
              <a:gd name="connsiteY99" fmla="*/ 3339315 h 6857998"/>
              <a:gd name="connsiteX100" fmla="*/ 3191152 w 12192000"/>
              <a:gd name="connsiteY100" fmla="*/ 3339315 h 6857998"/>
              <a:gd name="connsiteX101" fmla="*/ 3191152 w 12192000"/>
              <a:gd name="connsiteY101" fmla="*/ 3517303 h 6857998"/>
              <a:gd name="connsiteX102" fmla="*/ 5999116 w 12192000"/>
              <a:gd name="connsiteY102" fmla="*/ 3517303 h 6857998"/>
              <a:gd name="connsiteX103" fmla="*/ 5999116 w 12192000"/>
              <a:gd name="connsiteY103" fmla="*/ 3339315 h 6857998"/>
              <a:gd name="connsiteX104" fmla="*/ 3004803 w 12192000"/>
              <a:gd name="connsiteY104" fmla="*/ 3339315 h 6857998"/>
              <a:gd name="connsiteX105" fmla="*/ 3004803 w 12192000"/>
              <a:gd name="connsiteY105" fmla="*/ 3517303 h 6857998"/>
              <a:gd name="connsiteX106" fmla="*/ 3183952 w 12192000"/>
              <a:gd name="connsiteY106" fmla="*/ 3517303 h 6857998"/>
              <a:gd name="connsiteX107" fmla="*/ 3183952 w 12192000"/>
              <a:gd name="connsiteY107" fmla="*/ 3339315 h 6857998"/>
              <a:gd name="connsiteX108" fmla="*/ 190221 w 12192000"/>
              <a:gd name="connsiteY108" fmla="*/ 3339315 h 6857998"/>
              <a:gd name="connsiteX109" fmla="*/ 190221 w 12192000"/>
              <a:gd name="connsiteY109" fmla="*/ 3517303 h 6857998"/>
              <a:gd name="connsiteX110" fmla="*/ 2997602 w 12192000"/>
              <a:gd name="connsiteY110" fmla="*/ 3517303 h 6857998"/>
              <a:gd name="connsiteX111" fmla="*/ 2997602 w 12192000"/>
              <a:gd name="connsiteY111" fmla="*/ 3339315 h 6857998"/>
              <a:gd name="connsiteX112" fmla="*/ 9193444 w 12192000"/>
              <a:gd name="connsiteY112" fmla="*/ 1859240 h 6857998"/>
              <a:gd name="connsiteX113" fmla="*/ 9193444 w 12192000"/>
              <a:gd name="connsiteY113" fmla="*/ 3332115 h 6857998"/>
              <a:gd name="connsiteX114" fmla="*/ 12001406 w 12192000"/>
              <a:gd name="connsiteY114" fmla="*/ 3332115 h 6857998"/>
              <a:gd name="connsiteX115" fmla="*/ 12001406 w 12192000"/>
              <a:gd name="connsiteY115" fmla="*/ 1859240 h 6857998"/>
              <a:gd name="connsiteX116" fmla="*/ 9006666 w 12192000"/>
              <a:gd name="connsiteY116" fmla="*/ 1859240 h 6857998"/>
              <a:gd name="connsiteX117" fmla="*/ 9006666 w 12192000"/>
              <a:gd name="connsiteY117" fmla="*/ 3332115 h 6857998"/>
              <a:gd name="connsiteX118" fmla="*/ 9186244 w 12192000"/>
              <a:gd name="connsiteY118" fmla="*/ 3332115 h 6857998"/>
              <a:gd name="connsiteX119" fmla="*/ 9186244 w 12192000"/>
              <a:gd name="connsiteY119" fmla="*/ 1859240 h 6857998"/>
              <a:gd name="connsiteX120" fmla="*/ 6191504 w 12192000"/>
              <a:gd name="connsiteY120" fmla="*/ 1859240 h 6857998"/>
              <a:gd name="connsiteX121" fmla="*/ 6191504 w 12192000"/>
              <a:gd name="connsiteY121" fmla="*/ 3332115 h 6857998"/>
              <a:gd name="connsiteX122" fmla="*/ 8999466 w 12192000"/>
              <a:gd name="connsiteY122" fmla="*/ 3332115 h 6857998"/>
              <a:gd name="connsiteX123" fmla="*/ 8999466 w 12192000"/>
              <a:gd name="connsiteY123" fmla="*/ 1859240 h 6857998"/>
              <a:gd name="connsiteX124" fmla="*/ 6006316 w 12192000"/>
              <a:gd name="connsiteY124" fmla="*/ 1859240 h 6857998"/>
              <a:gd name="connsiteX125" fmla="*/ 6006316 w 12192000"/>
              <a:gd name="connsiteY125" fmla="*/ 3332115 h 6857998"/>
              <a:gd name="connsiteX126" fmla="*/ 6184304 w 12192000"/>
              <a:gd name="connsiteY126" fmla="*/ 3332115 h 6857998"/>
              <a:gd name="connsiteX127" fmla="*/ 6184304 w 12192000"/>
              <a:gd name="connsiteY127" fmla="*/ 1859240 h 6857998"/>
              <a:gd name="connsiteX128" fmla="*/ 3191152 w 12192000"/>
              <a:gd name="connsiteY128" fmla="*/ 1859240 h 6857998"/>
              <a:gd name="connsiteX129" fmla="*/ 3191152 w 12192000"/>
              <a:gd name="connsiteY129" fmla="*/ 3332115 h 6857998"/>
              <a:gd name="connsiteX130" fmla="*/ 5999116 w 12192000"/>
              <a:gd name="connsiteY130" fmla="*/ 3332115 h 6857998"/>
              <a:gd name="connsiteX131" fmla="*/ 5999116 w 12192000"/>
              <a:gd name="connsiteY131" fmla="*/ 1859240 h 6857998"/>
              <a:gd name="connsiteX132" fmla="*/ 3004803 w 12192000"/>
              <a:gd name="connsiteY132" fmla="*/ 1859240 h 6857998"/>
              <a:gd name="connsiteX133" fmla="*/ 3004803 w 12192000"/>
              <a:gd name="connsiteY133" fmla="*/ 3332115 h 6857998"/>
              <a:gd name="connsiteX134" fmla="*/ 3183952 w 12192000"/>
              <a:gd name="connsiteY134" fmla="*/ 3332115 h 6857998"/>
              <a:gd name="connsiteX135" fmla="*/ 3183952 w 12192000"/>
              <a:gd name="connsiteY135" fmla="*/ 1859240 h 6857998"/>
              <a:gd name="connsiteX136" fmla="*/ 190221 w 12192000"/>
              <a:gd name="connsiteY136" fmla="*/ 1859240 h 6857998"/>
              <a:gd name="connsiteX137" fmla="*/ 190221 w 12192000"/>
              <a:gd name="connsiteY137" fmla="*/ 3332115 h 6857998"/>
              <a:gd name="connsiteX138" fmla="*/ 2997602 w 12192000"/>
              <a:gd name="connsiteY138" fmla="*/ 3332115 h 6857998"/>
              <a:gd name="connsiteX139" fmla="*/ 2997602 w 12192000"/>
              <a:gd name="connsiteY139" fmla="*/ 1859240 h 6857998"/>
              <a:gd name="connsiteX140" fmla="*/ 9193444 w 12192000"/>
              <a:gd name="connsiteY140" fmla="*/ 1671302 h 6857998"/>
              <a:gd name="connsiteX141" fmla="*/ 9193444 w 12192000"/>
              <a:gd name="connsiteY141" fmla="*/ 1852040 h 6857998"/>
              <a:gd name="connsiteX142" fmla="*/ 12001406 w 12192000"/>
              <a:gd name="connsiteY142" fmla="*/ 1852040 h 6857998"/>
              <a:gd name="connsiteX143" fmla="*/ 12001406 w 12192000"/>
              <a:gd name="connsiteY143" fmla="*/ 1671302 h 6857998"/>
              <a:gd name="connsiteX144" fmla="*/ 9006666 w 12192000"/>
              <a:gd name="connsiteY144" fmla="*/ 1671302 h 6857998"/>
              <a:gd name="connsiteX145" fmla="*/ 9006666 w 12192000"/>
              <a:gd name="connsiteY145" fmla="*/ 1852040 h 6857998"/>
              <a:gd name="connsiteX146" fmla="*/ 9186244 w 12192000"/>
              <a:gd name="connsiteY146" fmla="*/ 1852040 h 6857998"/>
              <a:gd name="connsiteX147" fmla="*/ 9186244 w 12192000"/>
              <a:gd name="connsiteY147" fmla="*/ 1671302 h 6857998"/>
              <a:gd name="connsiteX148" fmla="*/ 6191504 w 12192000"/>
              <a:gd name="connsiteY148" fmla="*/ 1671302 h 6857998"/>
              <a:gd name="connsiteX149" fmla="*/ 6191504 w 12192000"/>
              <a:gd name="connsiteY149" fmla="*/ 1852040 h 6857998"/>
              <a:gd name="connsiteX150" fmla="*/ 8999466 w 12192000"/>
              <a:gd name="connsiteY150" fmla="*/ 1852040 h 6857998"/>
              <a:gd name="connsiteX151" fmla="*/ 8999466 w 12192000"/>
              <a:gd name="connsiteY151" fmla="*/ 1671302 h 6857998"/>
              <a:gd name="connsiteX152" fmla="*/ 6006316 w 12192000"/>
              <a:gd name="connsiteY152" fmla="*/ 1671302 h 6857998"/>
              <a:gd name="connsiteX153" fmla="*/ 6006316 w 12192000"/>
              <a:gd name="connsiteY153" fmla="*/ 1852040 h 6857998"/>
              <a:gd name="connsiteX154" fmla="*/ 6184304 w 12192000"/>
              <a:gd name="connsiteY154" fmla="*/ 1852040 h 6857998"/>
              <a:gd name="connsiteX155" fmla="*/ 6184304 w 12192000"/>
              <a:gd name="connsiteY155" fmla="*/ 1671302 h 6857998"/>
              <a:gd name="connsiteX156" fmla="*/ 3191152 w 12192000"/>
              <a:gd name="connsiteY156" fmla="*/ 1671302 h 6857998"/>
              <a:gd name="connsiteX157" fmla="*/ 3191152 w 12192000"/>
              <a:gd name="connsiteY157" fmla="*/ 1852040 h 6857998"/>
              <a:gd name="connsiteX158" fmla="*/ 5999116 w 12192000"/>
              <a:gd name="connsiteY158" fmla="*/ 1852040 h 6857998"/>
              <a:gd name="connsiteX159" fmla="*/ 5999116 w 12192000"/>
              <a:gd name="connsiteY159" fmla="*/ 1671302 h 6857998"/>
              <a:gd name="connsiteX160" fmla="*/ 3004803 w 12192000"/>
              <a:gd name="connsiteY160" fmla="*/ 1671302 h 6857998"/>
              <a:gd name="connsiteX161" fmla="*/ 3004803 w 12192000"/>
              <a:gd name="connsiteY161" fmla="*/ 1852040 h 6857998"/>
              <a:gd name="connsiteX162" fmla="*/ 3183952 w 12192000"/>
              <a:gd name="connsiteY162" fmla="*/ 1852040 h 6857998"/>
              <a:gd name="connsiteX163" fmla="*/ 3183952 w 12192000"/>
              <a:gd name="connsiteY163" fmla="*/ 1671302 h 6857998"/>
              <a:gd name="connsiteX164" fmla="*/ 190221 w 12192000"/>
              <a:gd name="connsiteY164" fmla="*/ 1671302 h 6857998"/>
              <a:gd name="connsiteX165" fmla="*/ 190221 w 12192000"/>
              <a:gd name="connsiteY165" fmla="*/ 1852040 h 6857998"/>
              <a:gd name="connsiteX166" fmla="*/ 2997602 w 12192000"/>
              <a:gd name="connsiteY166" fmla="*/ 1852040 h 6857998"/>
              <a:gd name="connsiteX167" fmla="*/ 2997602 w 12192000"/>
              <a:gd name="connsiteY167" fmla="*/ 1671302 h 6857998"/>
              <a:gd name="connsiteX168" fmla="*/ 9193444 w 12192000"/>
              <a:gd name="connsiteY168" fmla="*/ 190219 h 6857998"/>
              <a:gd name="connsiteX169" fmla="*/ 9193444 w 12192000"/>
              <a:gd name="connsiteY169" fmla="*/ 1664102 h 6857998"/>
              <a:gd name="connsiteX170" fmla="*/ 12001406 w 12192000"/>
              <a:gd name="connsiteY170" fmla="*/ 1664102 h 6857998"/>
              <a:gd name="connsiteX171" fmla="*/ 12001406 w 12192000"/>
              <a:gd name="connsiteY171" fmla="*/ 190219 h 6857998"/>
              <a:gd name="connsiteX172" fmla="*/ 9006666 w 12192000"/>
              <a:gd name="connsiteY172" fmla="*/ 190219 h 6857998"/>
              <a:gd name="connsiteX173" fmla="*/ 9006666 w 12192000"/>
              <a:gd name="connsiteY173" fmla="*/ 1664102 h 6857998"/>
              <a:gd name="connsiteX174" fmla="*/ 9186244 w 12192000"/>
              <a:gd name="connsiteY174" fmla="*/ 1664102 h 6857998"/>
              <a:gd name="connsiteX175" fmla="*/ 9186244 w 12192000"/>
              <a:gd name="connsiteY175" fmla="*/ 190219 h 6857998"/>
              <a:gd name="connsiteX176" fmla="*/ 6191504 w 12192000"/>
              <a:gd name="connsiteY176" fmla="*/ 190219 h 6857998"/>
              <a:gd name="connsiteX177" fmla="*/ 6191504 w 12192000"/>
              <a:gd name="connsiteY177" fmla="*/ 1664102 h 6857998"/>
              <a:gd name="connsiteX178" fmla="*/ 8999466 w 12192000"/>
              <a:gd name="connsiteY178" fmla="*/ 1664102 h 6857998"/>
              <a:gd name="connsiteX179" fmla="*/ 8999466 w 12192000"/>
              <a:gd name="connsiteY179" fmla="*/ 190219 h 6857998"/>
              <a:gd name="connsiteX180" fmla="*/ 6006316 w 12192000"/>
              <a:gd name="connsiteY180" fmla="*/ 190219 h 6857998"/>
              <a:gd name="connsiteX181" fmla="*/ 6006316 w 12192000"/>
              <a:gd name="connsiteY181" fmla="*/ 1664102 h 6857998"/>
              <a:gd name="connsiteX182" fmla="*/ 6184304 w 12192000"/>
              <a:gd name="connsiteY182" fmla="*/ 1664102 h 6857998"/>
              <a:gd name="connsiteX183" fmla="*/ 6184304 w 12192000"/>
              <a:gd name="connsiteY183" fmla="*/ 190219 h 6857998"/>
              <a:gd name="connsiteX184" fmla="*/ 3191152 w 12192000"/>
              <a:gd name="connsiteY184" fmla="*/ 190219 h 6857998"/>
              <a:gd name="connsiteX185" fmla="*/ 3191152 w 12192000"/>
              <a:gd name="connsiteY185" fmla="*/ 1664102 h 6857998"/>
              <a:gd name="connsiteX186" fmla="*/ 5999116 w 12192000"/>
              <a:gd name="connsiteY186" fmla="*/ 1664102 h 6857998"/>
              <a:gd name="connsiteX187" fmla="*/ 5999116 w 12192000"/>
              <a:gd name="connsiteY187" fmla="*/ 190219 h 6857998"/>
              <a:gd name="connsiteX188" fmla="*/ 3004803 w 12192000"/>
              <a:gd name="connsiteY188" fmla="*/ 190219 h 6857998"/>
              <a:gd name="connsiteX189" fmla="*/ 3004803 w 12192000"/>
              <a:gd name="connsiteY189" fmla="*/ 1664102 h 6857998"/>
              <a:gd name="connsiteX190" fmla="*/ 3183952 w 12192000"/>
              <a:gd name="connsiteY190" fmla="*/ 1664102 h 6857998"/>
              <a:gd name="connsiteX191" fmla="*/ 3183952 w 12192000"/>
              <a:gd name="connsiteY191" fmla="*/ 190219 h 6857998"/>
              <a:gd name="connsiteX192" fmla="*/ 190221 w 12192000"/>
              <a:gd name="connsiteY192" fmla="*/ 190219 h 6857998"/>
              <a:gd name="connsiteX193" fmla="*/ 190221 w 12192000"/>
              <a:gd name="connsiteY193" fmla="*/ 1664102 h 6857998"/>
              <a:gd name="connsiteX194" fmla="*/ 2997602 w 12192000"/>
              <a:gd name="connsiteY194" fmla="*/ 1664102 h 6857998"/>
              <a:gd name="connsiteX195" fmla="*/ 2997602 w 12192000"/>
              <a:gd name="connsiteY195" fmla="*/ 190219 h 6857998"/>
              <a:gd name="connsiteX196" fmla="*/ 183021 w 12192000"/>
              <a:gd name="connsiteY196" fmla="*/ 0 h 6857998"/>
              <a:gd name="connsiteX197" fmla="*/ 190221 w 12192000"/>
              <a:gd name="connsiteY197" fmla="*/ 0 h 6857998"/>
              <a:gd name="connsiteX198" fmla="*/ 190221 w 12192000"/>
              <a:gd name="connsiteY198" fmla="*/ 183019 h 6857998"/>
              <a:gd name="connsiteX199" fmla="*/ 2997602 w 12192000"/>
              <a:gd name="connsiteY199" fmla="*/ 183019 h 6857998"/>
              <a:gd name="connsiteX200" fmla="*/ 2997602 w 12192000"/>
              <a:gd name="connsiteY200" fmla="*/ 0 h 6857998"/>
              <a:gd name="connsiteX201" fmla="*/ 3004803 w 12192000"/>
              <a:gd name="connsiteY201" fmla="*/ 0 h 6857998"/>
              <a:gd name="connsiteX202" fmla="*/ 3004803 w 12192000"/>
              <a:gd name="connsiteY202" fmla="*/ 183019 h 6857998"/>
              <a:gd name="connsiteX203" fmla="*/ 3183952 w 12192000"/>
              <a:gd name="connsiteY203" fmla="*/ 183019 h 6857998"/>
              <a:gd name="connsiteX204" fmla="*/ 3183952 w 12192000"/>
              <a:gd name="connsiteY204" fmla="*/ 0 h 6857998"/>
              <a:gd name="connsiteX205" fmla="*/ 3191152 w 12192000"/>
              <a:gd name="connsiteY205" fmla="*/ 0 h 6857998"/>
              <a:gd name="connsiteX206" fmla="*/ 3191152 w 12192000"/>
              <a:gd name="connsiteY206" fmla="*/ 183019 h 6857998"/>
              <a:gd name="connsiteX207" fmla="*/ 5999116 w 12192000"/>
              <a:gd name="connsiteY207" fmla="*/ 183019 h 6857998"/>
              <a:gd name="connsiteX208" fmla="*/ 5999116 w 12192000"/>
              <a:gd name="connsiteY208" fmla="*/ 0 h 6857998"/>
              <a:gd name="connsiteX209" fmla="*/ 6006316 w 12192000"/>
              <a:gd name="connsiteY209" fmla="*/ 0 h 6857998"/>
              <a:gd name="connsiteX210" fmla="*/ 6006316 w 12192000"/>
              <a:gd name="connsiteY210" fmla="*/ 183019 h 6857998"/>
              <a:gd name="connsiteX211" fmla="*/ 6184304 w 12192000"/>
              <a:gd name="connsiteY211" fmla="*/ 183019 h 6857998"/>
              <a:gd name="connsiteX212" fmla="*/ 6184304 w 12192000"/>
              <a:gd name="connsiteY212" fmla="*/ 0 h 6857998"/>
              <a:gd name="connsiteX213" fmla="*/ 6191504 w 12192000"/>
              <a:gd name="connsiteY213" fmla="*/ 0 h 6857998"/>
              <a:gd name="connsiteX214" fmla="*/ 6191504 w 12192000"/>
              <a:gd name="connsiteY214" fmla="*/ 183019 h 6857998"/>
              <a:gd name="connsiteX215" fmla="*/ 8999466 w 12192000"/>
              <a:gd name="connsiteY215" fmla="*/ 183019 h 6857998"/>
              <a:gd name="connsiteX216" fmla="*/ 8999466 w 12192000"/>
              <a:gd name="connsiteY216" fmla="*/ 0 h 6857998"/>
              <a:gd name="connsiteX217" fmla="*/ 9006666 w 12192000"/>
              <a:gd name="connsiteY217" fmla="*/ 0 h 6857998"/>
              <a:gd name="connsiteX218" fmla="*/ 9006666 w 12192000"/>
              <a:gd name="connsiteY218" fmla="*/ 183019 h 6857998"/>
              <a:gd name="connsiteX219" fmla="*/ 9186244 w 12192000"/>
              <a:gd name="connsiteY219" fmla="*/ 183019 h 6857998"/>
              <a:gd name="connsiteX220" fmla="*/ 9186244 w 12192000"/>
              <a:gd name="connsiteY220" fmla="*/ 1 h 6857998"/>
              <a:gd name="connsiteX221" fmla="*/ 9193444 w 12192000"/>
              <a:gd name="connsiteY221" fmla="*/ 1 h 6857998"/>
              <a:gd name="connsiteX222" fmla="*/ 9193444 w 12192000"/>
              <a:gd name="connsiteY222" fmla="*/ 183019 h 6857998"/>
              <a:gd name="connsiteX223" fmla="*/ 12001406 w 12192000"/>
              <a:gd name="connsiteY223" fmla="*/ 183019 h 6857998"/>
              <a:gd name="connsiteX224" fmla="*/ 12001406 w 12192000"/>
              <a:gd name="connsiteY224" fmla="*/ 1 h 6857998"/>
              <a:gd name="connsiteX225" fmla="*/ 12008606 w 12192000"/>
              <a:gd name="connsiteY225" fmla="*/ 1 h 6857998"/>
              <a:gd name="connsiteX226" fmla="*/ 12008606 w 12192000"/>
              <a:gd name="connsiteY226" fmla="*/ 183019 h 6857998"/>
              <a:gd name="connsiteX227" fmla="*/ 12192000 w 12192000"/>
              <a:gd name="connsiteY227" fmla="*/ 183019 h 6857998"/>
              <a:gd name="connsiteX228" fmla="*/ 12192000 w 12192000"/>
              <a:gd name="connsiteY228" fmla="*/ 190219 h 6857998"/>
              <a:gd name="connsiteX229" fmla="*/ 12008606 w 12192000"/>
              <a:gd name="connsiteY229" fmla="*/ 190219 h 6857998"/>
              <a:gd name="connsiteX230" fmla="*/ 12008606 w 12192000"/>
              <a:gd name="connsiteY230" fmla="*/ 1664102 h 6857998"/>
              <a:gd name="connsiteX231" fmla="*/ 12192000 w 12192000"/>
              <a:gd name="connsiteY231" fmla="*/ 1664102 h 6857998"/>
              <a:gd name="connsiteX232" fmla="*/ 12192000 w 12192000"/>
              <a:gd name="connsiteY232" fmla="*/ 1671302 h 6857998"/>
              <a:gd name="connsiteX233" fmla="*/ 12008606 w 12192000"/>
              <a:gd name="connsiteY233" fmla="*/ 1671302 h 6857998"/>
              <a:gd name="connsiteX234" fmla="*/ 12008606 w 12192000"/>
              <a:gd name="connsiteY234" fmla="*/ 1852040 h 6857998"/>
              <a:gd name="connsiteX235" fmla="*/ 12192000 w 12192000"/>
              <a:gd name="connsiteY235" fmla="*/ 1852040 h 6857998"/>
              <a:gd name="connsiteX236" fmla="*/ 12192000 w 12192000"/>
              <a:gd name="connsiteY236" fmla="*/ 1859240 h 6857998"/>
              <a:gd name="connsiteX237" fmla="*/ 12008606 w 12192000"/>
              <a:gd name="connsiteY237" fmla="*/ 1859240 h 6857998"/>
              <a:gd name="connsiteX238" fmla="*/ 12008606 w 12192000"/>
              <a:gd name="connsiteY238" fmla="*/ 3332115 h 6857998"/>
              <a:gd name="connsiteX239" fmla="*/ 12192000 w 12192000"/>
              <a:gd name="connsiteY239" fmla="*/ 3332115 h 6857998"/>
              <a:gd name="connsiteX240" fmla="*/ 12192000 w 12192000"/>
              <a:gd name="connsiteY240" fmla="*/ 3339315 h 6857998"/>
              <a:gd name="connsiteX241" fmla="*/ 12008606 w 12192000"/>
              <a:gd name="connsiteY241" fmla="*/ 3339315 h 6857998"/>
              <a:gd name="connsiteX242" fmla="*/ 12008606 w 12192000"/>
              <a:gd name="connsiteY242" fmla="*/ 3517303 h 6857998"/>
              <a:gd name="connsiteX243" fmla="*/ 12192000 w 12192000"/>
              <a:gd name="connsiteY243" fmla="*/ 3517303 h 6857998"/>
              <a:gd name="connsiteX244" fmla="*/ 12192000 w 12192000"/>
              <a:gd name="connsiteY244" fmla="*/ 3524503 h 6857998"/>
              <a:gd name="connsiteX245" fmla="*/ 12008606 w 12192000"/>
              <a:gd name="connsiteY245" fmla="*/ 3524503 h 6857998"/>
              <a:gd name="connsiteX246" fmla="*/ 12008606 w 12192000"/>
              <a:gd name="connsiteY246" fmla="*/ 4998966 h 6857998"/>
              <a:gd name="connsiteX247" fmla="*/ 12192000 w 12192000"/>
              <a:gd name="connsiteY247" fmla="*/ 4998966 h 6857998"/>
              <a:gd name="connsiteX248" fmla="*/ 12192000 w 12192000"/>
              <a:gd name="connsiteY248" fmla="*/ 5006166 h 6857998"/>
              <a:gd name="connsiteX249" fmla="*/ 12008606 w 12192000"/>
              <a:gd name="connsiteY249" fmla="*/ 5006166 h 6857998"/>
              <a:gd name="connsiteX250" fmla="*/ 12008606 w 12192000"/>
              <a:gd name="connsiteY250" fmla="*/ 5185743 h 6857998"/>
              <a:gd name="connsiteX251" fmla="*/ 12192000 w 12192000"/>
              <a:gd name="connsiteY251" fmla="*/ 5185743 h 6857998"/>
              <a:gd name="connsiteX252" fmla="*/ 12192000 w 12192000"/>
              <a:gd name="connsiteY252" fmla="*/ 5192943 h 6857998"/>
              <a:gd name="connsiteX253" fmla="*/ 12008606 w 12192000"/>
              <a:gd name="connsiteY253" fmla="*/ 5192943 h 6857998"/>
              <a:gd name="connsiteX254" fmla="*/ 12008606 w 12192000"/>
              <a:gd name="connsiteY254" fmla="*/ 6668993 h 6857998"/>
              <a:gd name="connsiteX255" fmla="*/ 12192000 w 12192000"/>
              <a:gd name="connsiteY255" fmla="*/ 6668993 h 6857998"/>
              <a:gd name="connsiteX256" fmla="*/ 12192000 w 12192000"/>
              <a:gd name="connsiteY256" fmla="*/ 6676193 h 6857998"/>
              <a:gd name="connsiteX257" fmla="*/ 12008606 w 12192000"/>
              <a:gd name="connsiteY257" fmla="*/ 6676193 h 6857998"/>
              <a:gd name="connsiteX258" fmla="*/ 12008606 w 12192000"/>
              <a:gd name="connsiteY258" fmla="*/ 6857998 h 6857998"/>
              <a:gd name="connsiteX259" fmla="*/ 12001406 w 12192000"/>
              <a:gd name="connsiteY259" fmla="*/ 6857998 h 6857998"/>
              <a:gd name="connsiteX260" fmla="*/ 12001406 w 12192000"/>
              <a:gd name="connsiteY260" fmla="*/ 6676193 h 6857998"/>
              <a:gd name="connsiteX261" fmla="*/ 9193444 w 12192000"/>
              <a:gd name="connsiteY261" fmla="*/ 6676193 h 6857998"/>
              <a:gd name="connsiteX262" fmla="*/ 9193444 w 12192000"/>
              <a:gd name="connsiteY262" fmla="*/ 6857998 h 6857998"/>
              <a:gd name="connsiteX263" fmla="*/ 9186244 w 12192000"/>
              <a:gd name="connsiteY263" fmla="*/ 6857998 h 6857998"/>
              <a:gd name="connsiteX264" fmla="*/ 9186244 w 12192000"/>
              <a:gd name="connsiteY264" fmla="*/ 6676193 h 6857998"/>
              <a:gd name="connsiteX265" fmla="*/ 9006666 w 12192000"/>
              <a:gd name="connsiteY265" fmla="*/ 6676193 h 6857998"/>
              <a:gd name="connsiteX266" fmla="*/ 9006666 w 12192000"/>
              <a:gd name="connsiteY266" fmla="*/ 6857998 h 6857998"/>
              <a:gd name="connsiteX267" fmla="*/ 8999466 w 12192000"/>
              <a:gd name="connsiteY267" fmla="*/ 6857998 h 6857998"/>
              <a:gd name="connsiteX268" fmla="*/ 8999466 w 12192000"/>
              <a:gd name="connsiteY268" fmla="*/ 6676193 h 6857998"/>
              <a:gd name="connsiteX269" fmla="*/ 6191504 w 12192000"/>
              <a:gd name="connsiteY269" fmla="*/ 6676193 h 6857998"/>
              <a:gd name="connsiteX270" fmla="*/ 6191504 w 12192000"/>
              <a:gd name="connsiteY270" fmla="*/ 6857998 h 6857998"/>
              <a:gd name="connsiteX271" fmla="*/ 6184304 w 12192000"/>
              <a:gd name="connsiteY271" fmla="*/ 6857998 h 6857998"/>
              <a:gd name="connsiteX272" fmla="*/ 6184304 w 12192000"/>
              <a:gd name="connsiteY272" fmla="*/ 6676193 h 6857998"/>
              <a:gd name="connsiteX273" fmla="*/ 6006316 w 12192000"/>
              <a:gd name="connsiteY273" fmla="*/ 6676193 h 6857998"/>
              <a:gd name="connsiteX274" fmla="*/ 6006316 w 12192000"/>
              <a:gd name="connsiteY274" fmla="*/ 6857998 h 6857998"/>
              <a:gd name="connsiteX275" fmla="*/ 5999116 w 12192000"/>
              <a:gd name="connsiteY275" fmla="*/ 6857998 h 6857998"/>
              <a:gd name="connsiteX276" fmla="*/ 5999116 w 12192000"/>
              <a:gd name="connsiteY276" fmla="*/ 6676193 h 6857998"/>
              <a:gd name="connsiteX277" fmla="*/ 3191152 w 12192000"/>
              <a:gd name="connsiteY277" fmla="*/ 6676193 h 6857998"/>
              <a:gd name="connsiteX278" fmla="*/ 3191152 w 12192000"/>
              <a:gd name="connsiteY278" fmla="*/ 6857998 h 6857998"/>
              <a:gd name="connsiteX279" fmla="*/ 3183952 w 12192000"/>
              <a:gd name="connsiteY279" fmla="*/ 6857998 h 6857998"/>
              <a:gd name="connsiteX280" fmla="*/ 3183952 w 12192000"/>
              <a:gd name="connsiteY280" fmla="*/ 6676193 h 6857998"/>
              <a:gd name="connsiteX281" fmla="*/ 3004803 w 12192000"/>
              <a:gd name="connsiteY281" fmla="*/ 6676193 h 6857998"/>
              <a:gd name="connsiteX282" fmla="*/ 3004803 w 12192000"/>
              <a:gd name="connsiteY282" fmla="*/ 6857998 h 6857998"/>
              <a:gd name="connsiteX283" fmla="*/ 2997602 w 12192000"/>
              <a:gd name="connsiteY283" fmla="*/ 6857998 h 6857998"/>
              <a:gd name="connsiteX284" fmla="*/ 2997602 w 12192000"/>
              <a:gd name="connsiteY284" fmla="*/ 6676193 h 6857998"/>
              <a:gd name="connsiteX285" fmla="*/ 190221 w 12192000"/>
              <a:gd name="connsiteY285" fmla="*/ 6676193 h 6857998"/>
              <a:gd name="connsiteX286" fmla="*/ 190221 w 12192000"/>
              <a:gd name="connsiteY286" fmla="*/ 6857998 h 6857998"/>
              <a:gd name="connsiteX287" fmla="*/ 183021 w 12192000"/>
              <a:gd name="connsiteY287" fmla="*/ 6857998 h 6857998"/>
              <a:gd name="connsiteX288" fmla="*/ 183021 w 12192000"/>
              <a:gd name="connsiteY288" fmla="*/ 6676193 h 6857998"/>
              <a:gd name="connsiteX289" fmla="*/ 0 w 12192000"/>
              <a:gd name="connsiteY289" fmla="*/ 6676193 h 6857998"/>
              <a:gd name="connsiteX290" fmla="*/ 0 w 12192000"/>
              <a:gd name="connsiteY290" fmla="*/ 6668993 h 6857998"/>
              <a:gd name="connsiteX291" fmla="*/ 183021 w 12192000"/>
              <a:gd name="connsiteY291" fmla="*/ 6668993 h 6857998"/>
              <a:gd name="connsiteX292" fmla="*/ 183021 w 12192000"/>
              <a:gd name="connsiteY292" fmla="*/ 5192943 h 6857998"/>
              <a:gd name="connsiteX293" fmla="*/ 0 w 12192000"/>
              <a:gd name="connsiteY293" fmla="*/ 5192943 h 6857998"/>
              <a:gd name="connsiteX294" fmla="*/ 0 w 12192000"/>
              <a:gd name="connsiteY294" fmla="*/ 5185743 h 6857998"/>
              <a:gd name="connsiteX295" fmla="*/ 183021 w 12192000"/>
              <a:gd name="connsiteY295" fmla="*/ 5185743 h 6857998"/>
              <a:gd name="connsiteX296" fmla="*/ 183021 w 12192000"/>
              <a:gd name="connsiteY296" fmla="*/ 5006166 h 6857998"/>
              <a:gd name="connsiteX297" fmla="*/ 1 w 12192000"/>
              <a:gd name="connsiteY297" fmla="*/ 5006166 h 6857998"/>
              <a:gd name="connsiteX298" fmla="*/ 1 w 12192000"/>
              <a:gd name="connsiteY298" fmla="*/ 4998966 h 6857998"/>
              <a:gd name="connsiteX299" fmla="*/ 183021 w 12192000"/>
              <a:gd name="connsiteY299" fmla="*/ 4998966 h 6857998"/>
              <a:gd name="connsiteX300" fmla="*/ 183021 w 12192000"/>
              <a:gd name="connsiteY300" fmla="*/ 3524503 h 6857998"/>
              <a:gd name="connsiteX301" fmla="*/ 1 w 12192000"/>
              <a:gd name="connsiteY301" fmla="*/ 3524503 h 6857998"/>
              <a:gd name="connsiteX302" fmla="*/ 1 w 12192000"/>
              <a:gd name="connsiteY302" fmla="*/ 3517303 h 6857998"/>
              <a:gd name="connsiteX303" fmla="*/ 183021 w 12192000"/>
              <a:gd name="connsiteY303" fmla="*/ 3517303 h 6857998"/>
              <a:gd name="connsiteX304" fmla="*/ 183021 w 12192000"/>
              <a:gd name="connsiteY304" fmla="*/ 3339315 h 6857998"/>
              <a:gd name="connsiteX305" fmla="*/ 1 w 12192000"/>
              <a:gd name="connsiteY305" fmla="*/ 3339315 h 6857998"/>
              <a:gd name="connsiteX306" fmla="*/ 1 w 12192000"/>
              <a:gd name="connsiteY306" fmla="*/ 3332115 h 6857998"/>
              <a:gd name="connsiteX307" fmla="*/ 183021 w 12192000"/>
              <a:gd name="connsiteY307" fmla="*/ 3332115 h 6857998"/>
              <a:gd name="connsiteX308" fmla="*/ 183021 w 12192000"/>
              <a:gd name="connsiteY308" fmla="*/ 1859240 h 6857998"/>
              <a:gd name="connsiteX309" fmla="*/ 1 w 12192000"/>
              <a:gd name="connsiteY309" fmla="*/ 1859240 h 6857998"/>
              <a:gd name="connsiteX310" fmla="*/ 1 w 12192000"/>
              <a:gd name="connsiteY310" fmla="*/ 1852040 h 6857998"/>
              <a:gd name="connsiteX311" fmla="*/ 183021 w 12192000"/>
              <a:gd name="connsiteY311" fmla="*/ 1852040 h 6857998"/>
              <a:gd name="connsiteX312" fmla="*/ 183021 w 12192000"/>
              <a:gd name="connsiteY312" fmla="*/ 1671302 h 6857998"/>
              <a:gd name="connsiteX313" fmla="*/ 1 w 12192000"/>
              <a:gd name="connsiteY313" fmla="*/ 1671302 h 6857998"/>
              <a:gd name="connsiteX314" fmla="*/ 1 w 12192000"/>
              <a:gd name="connsiteY314" fmla="*/ 1664102 h 6857998"/>
              <a:gd name="connsiteX315" fmla="*/ 183021 w 12192000"/>
              <a:gd name="connsiteY315" fmla="*/ 1664102 h 6857998"/>
              <a:gd name="connsiteX316" fmla="*/ 183021 w 12192000"/>
              <a:gd name="connsiteY316" fmla="*/ 190219 h 6857998"/>
              <a:gd name="connsiteX317" fmla="*/ 1 w 12192000"/>
              <a:gd name="connsiteY317" fmla="*/ 190219 h 6857998"/>
              <a:gd name="connsiteX318" fmla="*/ 1 w 12192000"/>
              <a:gd name="connsiteY318" fmla="*/ 183019 h 6857998"/>
              <a:gd name="connsiteX319" fmla="*/ 183021 w 12192000"/>
              <a:gd name="connsiteY319" fmla="*/ 183019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2000" h="6857998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2000" y="1664102"/>
                </a:lnTo>
                <a:lnTo>
                  <a:pt x="121920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2000" y="1852040"/>
                </a:lnTo>
                <a:lnTo>
                  <a:pt x="121920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2000" y="3332115"/>
                </a:lnTo>
                <a:lnTo>
                  <a:pt x="121920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2000" y="3517303"/>
                </a:lnTo>
                <a:lnTo>
                  <a:pt x="121920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2000" y="4998966"/>
                </a:lnTo>
                <a:lnTo>
                  <a:pt x="121920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2000" y="5185743"/>
                </a:lnTo>
                <a:lnTo>
                  <a:pt x="121920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2000" y="6668993"/>
                </a:lnTo>
                <a:lnTo>
                  <a:pt x="12192000" y="6676193"/>
                </a:lnTo>
                <a:lnTo>
                  <a:pt x="12008606" y="6676193"/>
                </a:lnTo>
                <a:lnTo>
                  <a:pt x="12008606" y="6857998"/>
                </a:lnTo>
                <a:lnTo>
                  <a:pt x="12001406" y="6857998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8"/>
                </a:lnTo>
                <a:lnTo>
                  <a:pt x="9186244" y="6857998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8"/>
                </a:lnTo>
                <a:lnTo>
                  <a:pt x="8999466" y="6857998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8"/>
                </a:lnTo>
                <a:lnTo>
                  <a:pt x="6184304" y="6857998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8"/>
                </a:lnTo>
                <a:lnTo>
                  <a:pt x="5999116" y="6857998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8"/>
                </a:lnTo>
                <a:lnTo>
                  <a:pt x="3183952" y="6857998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8"/>
                </a:lnTo>
                <a:lnTo>
                  <a:pt x="2997602" y="6857998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8"/>
                </a:lnTo>
                <a:lnTo>
                  <a:pt x="183021" y="6857998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00376" y="1666875"/>
            <a:ext cx="9004300" cy="1668463"/>
          </a:xfrm>
        </p:spPr>
        <p:txBody>
          <a:bodyPr lIns="162000" tIns="144000" bIns="0" anchor="t"/>
          <a:lstStyle>
            <a:lvl1pPr algn="l">
              <a:lnSpc>
                <a:spcPct val="86000"/>
              </a:lnSpc>
              <a:defRPr sz="63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case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2772C-AF9B-BD8D-22DF-FA5C83D3FC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86113" y="3521075"/>
            <a:ext cx="8818562" cy="1668461"/>
          </a:xfrm>
        </p:spPr>
        <p:txBody>
          <a:bodyPr bIns="12600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135D2C-B193-5572-6AB3-1D385F4F4A01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85738" y="1854200"/>
            <a:ext cx="2316162" cy="1141987"/>
          </a:xfrm>
        </p:spPr>
        <p:txBody>
          <a:bodyPr tIns="0" bIns="2664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on image icon to add case logo</a:t>
            </a:r>
          </a:p>
        </p:txBody>
      </p:sp>
      <p:sp>
        <p:nvSpPr>
          <p:cNvPr id="49" name="Box - freeform">
            <a:extLst>
              <a:ext uri="{FF2B5EF4-FFF2-40B4-BE49-F238E27FC236}">
                <a16:creationId xmlns:a16="http://schemas.microsoft.com/office/drawing/2014/main" id="{E13C873E-830A-FF5E-480C-75F13506DF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00375" y="1666874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Box - freeform">
            <a:extLst>
              <a:ext uri="{FF2B5EF4-FFF2-40B4-BE49-F238E27FC236}">
                <a16:creationId xmlns:a16="http://schemas.microsoft.com/office/drawing/2014/main" id="{F6740A49-54B9-F7A0-FF3F-FC7451721DE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000375" y="5002212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Box - freeform">
            <a:extLst>
              <a:ext uri="{FF2B5EF4-FFF2-40B4-BE49-F238E27FC236}">
                <a16:creationId xmlns:a16="http://schemas.microsoft.com/office/drawing/2014/main" id="{AF5686B3-4900-2E2A-7FEE-287D5E2D1D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004675" y="1666875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Box - freeform">
            <a:extLst>
              <a:ext uri="{FF2B5EF4-FFF2-40B4-BE49-F238E27FC236}">
                <a16:creationId xmlns:a16="http://schemas.microsoft.com/office/drawing/2014/main" id="{1DA84705-83BF-97AC-4FD8-8F2510ECB9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007056" y="5002213"/>
            <a:ext cx="187325" cy="187325"/>
          </a:xfrm>
          <a:custGeom>
            <a:avLst/>
            <a:gdLst>
              <a:gd name="connsiteX0" fmla="*/ 0 w 6331568"/>
              <a:gd name="connsiteY0" fmla="*/ 0 h 6331568"/>
              <a:gd name="connsiteX1" fmla="*/ 6331568 w 6331568"/>
              <a:gd name="connsiteY1" fmla="*/ 0 h 6331568"/>
              <a:gd name="connsiteX2" fmla="*/ 6331568 w 6331568"/>
              <a:gd name="connsiteY2" fmla="*/ 6331568 h 6331568"/>
              <a:gd name="connsiteX3" fmla="*/ 0 w 6331568"/>
              <a:gd name="connsiteY3" fmla="*/ 6331568 h 633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1568" h="6331568">
                <a:moveTo>
                  <a:pt x="0" y="0"/>
                </a:moveTo>
                <a:lnTo>
                  <a:pt x="6331568" y="0"/>
                </a:lnTo>
                <a:lnTo>
                  <a:pt x="6331568" y="6331568"/>
                </a:lnTo>
                <a:lnTo>
                  <a:pt x="0" y="6331568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Logo - freeform">
            <a:extLst>
              <a:ext uri="{FF2B5EF4-FFF2-40B4-BE49-F238E27FC236}">
                <a16:creationId xmlns:a16="http://schemas.microsoft.com/office/drawing/2014/main" id="{06C2DF0B-202F-8C0C-3F54-3CD4DFAF50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7324" y="6556701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9990C7-A6B6-3218-185C-2B3CB4E15DD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1" name="Picture Placeholder 7">
            <a:extLst>
              <a:ext uri="{FF2B5EF4-FFF2-40B4-BE49-F238E27FC236}">
                <a16:creationId xmlns:a16="http://schemas.microsoft.com/office/drawing/2014/main" id="{58BAAEBB-CB87-C7F1-0E96-B48C28895A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83761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de">
            <a:extLst>
              <a:ext uri="{FF2B5EF4-FFF2-40B4-BE49-F238E27FC236}">
                <a16:creationId xmlns:a16="http://schemas.microsoft.com/office/drawing/2014/main" id="{04A3CA84-1BA5-C9F8-E2B7-D59689A69C8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587316" y="-1"/>
            <a:ext cx="2605059" cy="4512011"/>
            <a:chOff x="12587316" y="-1"/>
            <a:chExt cx="2605059" cy="45120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1F7A90-8978-F336-7E62-572CEB197A0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2597199" y="524477"/>
              <a:ext cx="725714" cy="66421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20A59E-FCAF-A2FA-5B7B-6D5A4478F2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8400" y="-1"/>
              <a:ext cx="160300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insert picture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5B129C-8A99-02EE-9661-90141E5EB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0859"/>
              <a:ext cx="239007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0" dirty="0"/>
                <a:t>Click on icon and select image 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C951252-A180-BF67-FE82-86DCEF65229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3"/>
            <a:srcRect t="58157" r="3019" b="37657"/>
            <a:stretch/>
          </p:blipFill>
          <p:spPr>
            <a:xfrm>
              <a:off x="12597199" y="1988288"/>
              <a:ext cx="2559789" cy="27965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A7137-6DEE-3502-8939-0C9614F237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97199" y="1381404"/>
              <a:ext cx="2559789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Once you have inserted image, right click on it and select option </a:t>
              </a:r>
              <a:br>
                <a:rPr lang="en-GB" sz="1200" b="0" dirty="0"/>
              </a:br>
              <a:r>
                <a:rPr lang="en-GB" sz="1200" b="1" dirty="0"/>
                <a:t>Send to Back</a:t>
              </a:r>
              <a:endParaRPr lang="en-GB" sz="1200" b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732975-93F5-C381-37F4-1572BE9F8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656615"/>
              <a:ext cx="173444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200" b="1" dirty="0"/>
                <a:t>How to change picture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925F6F-7EA7-8D66-D0A0-B5280596A3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587316" y="2947475"/>
              <a:ext cx="2390078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200" b="0" dirty="0"/>
                <a:t>Click on the frame of slide and select picture</a:t>
              </a:r>
              <a:br>
                <a:rPr lang="en-GB" sz="1200" b="0" dirty="0"/>
              </a:br>
              <a:br>
                <a:rPr lang="en-GB" sz="1200" b="0" dirty="0"/>
              </a:br>
              <a:r>
                <a:rPr lang="en-GB" sz="1200" b="0" dirty="0"/>
                <a:t>Once you have selected image right click on it and select option</a:t>
              </a:r>
              <a:br>
                <a:rPr lang="en-GB" sz="1200" b="0" dirty="0"/>
              </a:br>
              <a:r>
                <a:rPr lang="en-GB" sz="1200" b="1" dirty="0"/>
                <a:t>Change picture</a:t>
              </a:r>
              <a:endParaRPr lang="en-GB" sz="1200" b="0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B857EE3-B34F-876C-9439-5030C59A955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595999" y="4158512"/>
              <a:ext cx="2596376" cy="353498"/>
            </a:xfrm>
            <a:prstGeom prst="rect">
              <a:avLst/>
            </a:prstGeom>
          </p:spPr>
        </p:pic>
      </p:grpSp>
      <p:sp>
        <p:nvSpPr>
          <p:cNvPr id="8" name="Grid - picture">
            <a:extLst>
              <a:ext uri="{FF2B5EF4-FFF2-40B4-BE49-F238E27FC236}">
                <a16:creationId xmlns:a16="http://schemas.microsoft.com/office/drawing/2014/main" id="{0E7FCCDA-1820-AC61-B837-6658D1BE0A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0"/>
            <a:ext cx="4498974" cy="6858000"/>
          </a:xfrm>
          <a:custGeom>
            <a:avLst/>
            <a:gdLst>
              <a:gd name="connsiteX0" fmla="*/ 183018 w 4498974"/>
              <a:gd name="connsiteY0" fmla="*/ 0 h 6858000"/>
              <a:gd name="connsiteX1" fmla="*/ 190218 w 4498974"/>
              <a:gd name="connsiteY1" fmla="*/ 0 h 6858000"/>
              <a:gd name="connsiteX2" fmla="*/ 190218 w 4498974"/>
              <a:gd name="connsiteY2" fmla="*/ 183019 h 6858000"/>
              <a:gd name="connsiteX3" fmla="*/ 4498974 w 4498974"/>
              <a:gd name="connsiteY3" fmla="*/ 183019 h 6858000"/>
              <a:gd name="connsiteX4" fmla="*/ 4498974 w 4498974"/>
              <a:gd name="connsiteY4" fmla="*/ 190219 h 6858000"/>
              <a:gd name="connsiteX5" fmla="*/ 190218 w 4498974"/>
              <a:gd name="connsiteY5" fmla="*/ 190219 h 6858000"/>
              <a:gd name="connsiteX6" fmla="*/ 190218 w 4498974"/>
              <a:gd name="connsiteY6" fmla="*/ 6667781 h 6858000"/>
              <a:gd name="connsiteX7" fmla="*/ 4498974 w 4498974"/>
              <a:gd name="connsiteY7" fmla="*/ 6667781 h 6858000"/>
              <a:gd name="connsiteX8" fmla="*/ 4498974 w 4498974"/>
              <a:gd name="connsiteY8" fmla="*/ 6674981 h 6858000"/>
              <a:gd name="connsiteX9" fmla="*/ 190218 w 4498974"/>
              <a:gd name="connsiteY9" fmla="*/ 6674981 h 6858000"/>
              <a:gd name="connsiteX10" fmla="*/ 190218 w 4498974"/>
              <a:gd name="connsiteY10" fmla="*/ 6858000 h 6858000"/>
              <a:gd name="connsiteX11" fmla="*/ 183018 w 4498974"/>
              <a:gd name="connsiteY11" fmla="*/ 6858000 h 6858000"/>
              <a:gd name="connsiteX12" fmla="*/ 183018 w 4498974"/>
              <a:gd name="connsiteY12" fmla="*/ 6674981 h 6858000"/>
              <a:gd name="connsiteX13" fmla="*/ 0 w 4498974"/>
              <a:gd name="connsiteY13" fmla="*/ 6674981 h 6858000"/>
              <a:gd name="connsiteX14" fmla="*/ 0 w 4498974"/>
              <a:gd name="connsiteY14" fmla="*/ 6667781 h 6858000"/>
              <a:gd name="connsiteX15" fmla="*/ 183018 w 4498974"/>
              <a:gd name="connsiteY15" fmla="*/ 6667781 h 6858000"/>
              <a:gd name="connsiteX16" fmla="*/ 183018 w 4498974"/>
              <a:gd name="connsiteY16" fmla="*/ 190219 h 6858000"/>
              <a:gd name="connsiteX17" fmla="*/ 0 w 4498974"/>
              <a:gd name="connsiteY17" fmla="*/ 190219 h 6858000"/>
              <a:gd name="connsiteX18" fmla="*/ 0 w 4498974"/>
              <a:gd name="connsiteY18" fmla="*/ 183019 h 6858000"/>
              <a:gd name="connsiteX19" fmla="*/ 183018 w 4498974"/>
              <a:gd name="connsiteY19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98974" h="6858000">
                <a:moveTo>
                  <a:pt x="183018" y="0"/>
                </a:moveTo>
                <a:lnTo>
                  <a:pt x="190218" y="0"/>
                </a:lnTo>
                <a:lnTo>
                  <a:pt x="190218" y="183019"/>
                </a:lnTo>
                <a:lnTo>
                  <a:pt x="4498974" y="183019"/>
                </a:lnTo>
                <a:lnTo>
                  <a:pt x="4498974" y="190219"/>
                </a:lnTo>
                <a:lnTo>
                  <a:pt x="190218" y="190219"/>
                </a:lnTo>
                <a:lnTo>
                  <a:pt x="190218" y="6667781"/>
                </a:lnTo>
                <a:lnTo>
                  <a:pt x="4498974" y="6667781"/>
                </a:lnTo>
                <a:lnTo>
                  <a:pt x="4498974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Logo">
            <a:extLst>
              <a:ext uri="{FF2B5EF4-FFF2-40B4-BE49-F238E27FC236}">
                <a16:creationId xmlns:a16="http://schemas.microsoft.com/office/drawing/2014/main" id="{A50615D6-0A3E-B10F-FB0D-DE6A1159C7EE}"/>
              </a:ext>
            </a:extLst>
          </p:cNvPr>
          <p:cNvSpPr/>
          <p:nvPr userDrawn="1"/>
        </p:nvSpPr>
        <p:spPr>
          <a:xfrm>
            <a:off x="4684712" y="6553953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9C18C5-C86E-FADA-D411-2FABFD8B6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712" y="185737"/>
            <a:ext cx="7319963" cy="9477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22C190-2DCB-D260-7EEA-9F975E6DB595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85738" y="4952999"/>
            <a:ext cx="3001962" cy="1717675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defRPr sz="24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buFont typeface="Arial" panose="020B0604020202020204" pitchFamily="34" charset="0"/>
              <a:buChar char="​"/>
              <a:tabLst/>
              <a:defRPr sz="2400" b="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“Add statement about effects for business, society or customers”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86300" y="1440000"/>
            <a:ext cx="3564000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39150" y="1440000"/>
            <a:ext cx="3565525" cy="4428000"/>
          </a:xfrm>
        </p:spPr>
        <p:txBody>
          <a:bodyPr>
            <a:normAutofit/>
          </a:bodyPr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altLang="zh-HK" noProof="0" dirty="0"/>
              <a:t>Click to add text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63A2C-6198-4B31-B738-56535BA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8C8B7966-A6D0-CD9C-64D3-C52B2040FA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498975" cy="6858000"/>
          </a:xfrm>
          <a:solidFill>
            <a:schemeClr val="bg1">
              <a:lumMod val="85000"/>
            </a:schemeClr>
          </a:solidFill>
        </p:spPr>
        <p:txBody>
          <a:bodyPr lIns="0" tIns="3708000" anchor="t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79408F-6183-C914-F0E6-2BEA16F53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s">
            <a:extLst>
              <a:ext uri="{FF2B5EF4-FFF2-40B4-BE49-F238E27FC236}">
                <a16:creationId xmlns:a16="http://schemas.microsoft.com/office/drawing/2014/main" id="{3736B150-1203-331B-40BE-FF1D661BAB76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12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Grid">
            <a:extLst>
              <a:ext uri="{FF2B5EF4-FFF2-40B4-BE49-F238E27FC236}">
                <a16:creationId xmlns:a16="http://schemas.microsoft.com/office/drawing/2014/main" id="{266659E1-20C2-AFA5-20C1-CDFF6B0F8116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rgbClr val="141E1E"/>
              </a:solidFill>
            </a:endParaRP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9877389C-CEA5-2411-D7FA-7A9562C1D022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overrideClrMapping bg1="dk1" tx1="lt1" bg2="dk2" tx2="lt2" accent1="l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s">
            <a:extLst>
              <a:ext uri="{FF2B5EF4-FFF2-40B4-BE49-F238E27FC236}">
                <a16:creationId xmlns:a16="http://schemas.microsoft.com/office/drawing/2014/main" id="{AAC2477E-E0CD-66B3-67D0-3D395A2C026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6" name="Grid">
            <a:extLst>
              <a:ext uri="{FF2B5EF4-FFF2-40B4-BE49-F238E27FC236}">
                <a16:creationId xmlns:a16="http://schemas.microsoft.com/office/drawing/2014/main" id="{9CDF1C58-E1F8-E935-1E42-00832DA8776B}"/>
              </a:ext>
            </a:extLst>
          </p:cNvPr>
          <p:cNvSpPr/>
          <p:nvPr userDrawn="1"/>
        </p:nvSpPr>
        <p:spPr>
          <a:xfrm>
            <a:off x="-598" y="2381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8ACB7881-CB6C-5120-BF17-2D436E554B59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01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531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.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B89F-D8E8-44C4-B0A4-3354FEB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Grid - freeform">
            <a:extLst>
              <a:ext uri="{FF2B5EF4-FFF2-40B4-BE49-F238E27FC236}">
                <a16:creationId xmlns:a16="http://schemas.microsoft.com/office/drawing/2014/main" id="{648DDE02-0128-A751-ACA6-C734FB2BD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795"/>
            <a:ext cx="12192000" cy="6858000"/>
          </a:xfrm>
          <a:custGeom>
            <a:avLst/>
            <a:gdLst>
              <a:gd name="connsiteX0" fmla="*/ 189620 w 12192000"/>
              <a:gd name="connsiteY0" fmla="*/ 190219 h 6858000"/>
              <a:gd name="connsiteX1" fmla="*/ 189620 w 12192000"/>
              <a:gd name="connsiteY1" fmla="*/ 6667781 h 6858000"/>
              <a:gd name="connsiteX2" fmla="*/ 12001239 w 12192000"/>
              <a:gd name="connsiteY2" fmla="*/ 6667781 h 6858000"/>
              <a:gd name="connsiteX3" fmla="*/ 12001239 w 12192000"/>
              <a:gd name="connsiteY3" fmla="*/ 190219 h 6858000"/>
              <a:gd name="connsiteX4" fmla="*/ 182420 w 12192000"/>
              <a:gd name="connsiteY4" fmla="*/ 0 h 6858000"/>
              <a:gd name="connsiteX5" fmla="*/ 189620 w 12192000"/>
              <a:gd name="connsiteY5" fmla="*/ 0 h 6858000"/>
              <a:gd name="connsiteX6" fmla="*/ 189620 w 12192000"/>
              <a:gd name="connsiteY6" fmla="*/ 183019 h 6858000"/>
              <a:gd name="connsiteX7" fmla="*/ 12001239 w 12192000"/>
              <a:gd name="connsiteY7" fmla="*/ 183019 h 6858000"/>
              <a:gd name="connsiteX8" fmla="*/ 12001239 w 12192000"/>
              <a:gd name="connsiteY8" fmla="*/ 0 h 6858000"/>
              <a:gd name="connsiteX9" fmla="*/ 12008439 w 12192000"/>
              <a:gd name="connsiteY9" fmla="*/ 0 h 6858000"/>
              <a:gd name="connsiteX10" fmla="*/ 12008439 w 12192000"/>
              <a:gd name="connsiteY10" fmla="*/ 183019 h 6858000"/>
              <a:gd name="connsiteX11" fmla="*/ 12192000 w 12192000"/>
              <a:gd name="connsiteY11" fmla="*/ 183019 h 6858000"/>
              <a:gd name="connsiteX12" fmla="*/ 12192000 w 12192000"/>
              <a:gd name="connsiteY12" fmla="*/ 190219 h 6858000"/>
              <a:gd name="connsiteX13" fmla="*/ 12008439 w 12192000"/>
              <a:gd name="connsiteY13" fmla="*/ 190219 h 6858000"/>
              <a:gd name="connsiteX14" fmla="*/ 12008439 w 12192000"/>
              <a:gd name="connsiteY14" fmla="*/ 6667781 h 6858000"/>
              <a:gd name="connsiteX15" fmla="*/ 12192000 w 12192000"/>
              <a:gd name="connsiteY15" fmla="*/ 6667781 h 6858000"/>
              <a:gd name="connsiteX16" fmla="*/ 12192000 w 12192000"/>
              <a:gd name="connsiteY16" fmla="*/ 6674981 h 6858000"/>
              <a:gd name="connsiteX17" fmla="*/ 12008439 w 12192000"/>
              <a:gd name="connsiteY17" fmla="*/ 6674981 h 6858000"/>
              <a:gd name="connsiteX18" fmla="*/ 12008439 w 12192000"/>
              <a:gd name="connsiteY18" fmla="*/ 6858000 h 6858000"/>
              <a:gd name="connsiteX19" fmla="*/ 12001239 w 12192000"/>
              <a:gd name="connsiteY19" fmla="*/ 6858000 h 6858000"/>
              <a:gd name="connsiteX20" fmla="*/ 12001239 w 12192000"/>
              <a:gd name="connsiteY20" fmla="*/ 6674981 h 6858000"/>
              <a:gd name="connsiteX21" fmla="*/ 189620 w 12192000"/>
              <a:gd name="connsiteY21" fmla="*/ 6674981 h 6858000"/>
              <a:gd name="connsiteX22" fmla="*/ 189620 w 12192000"/>
              <a:gd name="connsiteY22" fmla="*/ 6858000 h 6858000"/>
              <a:gd name="connsiteX23" fmla="*/ 182420 w 12192000"/>
              <a:gd name="connsiteY23" fmla="*/ 6858000 h 6858000"/>
              <a:gd name="connsiteX24" fmla="*/ 182420 w 12192000"/>
              <a:gd name="connsiteY24" fmla="*/ 6674981 h 6858000"/>
              <a:gd name="connsiteX25" fmla="*/ 0 w 12192000"/>
              <a:gd name="connsiteY25" fmla="*/ 6674981 h 6858000"/>
              <a:gd name="connsiteX26" fmla="*/ 0 w 12192000"/>
              <a:gd name="connsiteY26" fmla="*/ 6667781 h 6858000"/>
              <a:gd name="connsiteX27" fmla="*/ 182420 w 12192000"/>
              <a:gd name="connsiteY27" fmla="*/ 6667781 h 6858000"/>
              <a:gd name="connsiteX28" fmla="*/ 182420 w 12192000"/>
              <a:gd name="connsiteY28" fmla="*/ 190219 h 6858000"/>
              <a:gd name="connsiteX29" fmla="*/ 0 w 12192000"/>
              <a:gd name="connsiteY29" fmla="*/ 190219 h 6858000"/>
              <a:gd name="connsiteX30" fmla="*/ 0 w 12192000"/>
              <a:gd name="connsiteY30" fmla="*/ 183019 h 6858000"/>
              <a:gd name="connsiteX31" fmla="*/ 182420 w 12192000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2000" h="6858000">
                <a:moveTo>
                  <a:pt x="189620" y="190219"/>
                </a:moveTo>
                <a:lnTo>
                  <a:pt x="189620" y="6667781"/>
                </a:lnTo>
                <a:lnTo>
                  <a:pt x="12001239" y="6667781"/>
                </a:lnTo>
                <a:lnTo>
                  <a:pt x="12001239" y="190219"/>
                </a:lnTo>
                <a:close/>
                <a:moveTo>
                  <a:pt x="182420" y="0"/>
                </a:moveTo>
                <a:lnTo>
                  <a:pt x="189620" y="0"/>
                </a:lnTo>
                <a:lnTo>
                  <a:pt x="189620" y="183019"/>
                </a:lnTo>
                <a:lnTo>
                  <a:pt x="12001239" y="183019"/>
                </a:lnTo>
                <a:lnTo>
                  <a:pt x="12001239" y="0"/>
                </a:lnTo>
                <a:lnTo>
                  <a:pt x="12008439" y="0"/>
                </a:lnTo>
                <a:lnTo>
                  <a:pt x="12008439" y="183019"/>
                </a:lnTo>
                <a:lnTo>
                  <a:pt x="12192000" y="183019"/>
                </a:lnTo>
                <a:lnTo>
                  <a:pt x="12192000" y="190219"/>
                </a:lnTo>
                <a:lnTo>
                  <a:pt x="12008439" y="190219"/>
                </a:lnTo>
                <a:lnTo>
                  <a:pt x="12008439" y="6667781"/>
                </a:lnTo>
                <a:lnTo>
                  <a:pt x="12192000" y="6667781"/>
                </a:lnTo>
                <a:lnTo>
                  <a:pt x="12192000" y="6674981"/>
                </a:lnTo>
                <a:lnTo>
                  <a:pt x="12008439" y="6674981"/>
                </a:lnTo>
                <a:lnTo>
                  <a:pt x="12008439" y="6858000"/>
                </a:lnTo>
                <a:lnTo>
                  <a:pt x="12001239" y="6858000"/>
                </a:lnTo>
                <a:lnTo>
                  <a:pt x="12001239" y="6674981"/>
                </a:lnTo>
                <a:lnTo>
                  <a:pt x="189620" y="6674981"/>
                </a:lnTo>
                <a:lnTo>
                  <a:pt x="189620" y="6858000"/>
                </a:lnTo>
                <a:lnTo>
                  <a:pt x="182420" y="6858000"/>
                </a:lnTo>
                <a:lnTo>
                  <a:pt x="182420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2420" y="6667781"/>
                </a:lnTo>
                <a:lnTo>
                  <a:pt x="182420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2420" y="18301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9" name="Logo - freeform">
            <a:extLst>
              <a:ext uri="{FF2B5EF4-FFF2-40B4-BE49-F238E27FC236}">
                <a16:creationId xmlns:a16="http://schemas.microsoft.com/office/drawing/2014/main" id="{58073AFA-7EFF-0E30-CB85-EF3C4A969E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0800" y="6555600"/>
            <a:ext cx="936626" cy="142550"/>
          </a:xfrm>
          <a:custGeom>
            <a:avLst/>
            <a:gdLst>
              <a:gd name="connsiteX0" fmla="*/ 11589172 w 14787902"/>
              <a:gd name="connsiteY0" fmla="*/ 1086010 h 2250653"/>
              <a:gd name="connsiteX1" fmla="*/ 11293040 w 14787902"/>
              <a:gd name="connsiteY1" fmla="*/ 1204426 h 2250653"/>
              <a:gd name="connsiteX2" fmla="*/ 10917900 w 14787902"/>
              <a:gd name="connsiteY2" fmla="*/ 1421553 h 2250653"/>
              <a:gd name="connsiteX3" fmla="*/ 11174624 w 14787902"/>
              <a:gd name="connsiteY3" fmla="*/ 1618975 h 2250653"/>
              <a:gd name="connsiteX4" fmla="*/ 11589172 w 14787902"/>
              <a:gd name="connsiteY4" fmla="*/ 1145124 h 2250653"/>
              <a:gd name="connsiteX5" fmla="*/ 2369254 w 14787902"/>
              <a:gd name="connsiteY5" fmla="*/ 552857 h 2250653"/>
              <a:gd name="connsiteX6" fmla="*/ 1954706 w 14787902"/>
              <a:gd name="connsiteY6" fmla="*/ 967408 h 2250653"/>
              <a:gd name="connsiteX7" fmla="*/ 2764099 w 14787902"/>
              <a:gd name="connsiteY7" fmla="*/ 967408 h 2250653"/>
              <a:gd name="connsiteX8" fmla="*/ 2369254 w 14787902"/>
              <a:gd name="connsiteY8" fmla="*/ 552857 h 2250653"/>
              <a:gd name="connsiteX9" fmla="*/ 6120654 w 14787902"/>
              <a:gd name="connsiteY9" fmla="*/ 552670 h 2250653"/>
              <a:gd name="connsiteX10" fmla="*/ 5686211 w 14787902"/>
              <a:gd name="connsiteY10" fmla="*/ 1085823 h 2250653"/>
              <a:gd name="connsiteX11" fmla="*/ 6120654 w 14787902"/>
              <a:gd name="connsiteY11" fmla="*/ 1618975 h 2250653"/>
              <a:gd name="connsiteX12" fmla="*/ 6535203 w 14787902"/>
              <a:gd name="connsiteY12" fmla="*/ 1085823 h 2250653"/>
              <a:gd name="connsiteX13" fmla="*/ 6120654 w 14787902"/>
              <a:gd name="connsiteY13" fmla="*/ 552670 h 2250653"/>
              <a:gd name="connsiteX14" fmla="*/ 9891567 w 14787902"/>
              <a:gd name="connsiteY14" fmla="*/ 532964 h 2250653"/>
              <a:gd name="connsiteX15" fmla="*/ 9457125 w 14787902"/>
              <a:gd name="connsiteY15" fmla="*/ 1085823 h 2250653"/>
              <a:gd name="connsiteX16" fmla="*/ 9891567 w 14787902"/>
              <a:gd name="connsiteY16" fmla="*/ 1618975 h 2250653"/>
              <a:gd name="connsiteX17" fmla="*/ 10286412 w 14787902"/>
              <a:gd name="connsiteY17" fmla="*/ 1066118 h 2250653"/>
              <a:gd name="connsiteX18" fmla="*/ 9891567 w 14787902"/>
              <a:gd name="connsiteY18" fmla="*/ 532964 h 2250653"/>
              <a:gd name="connsiteX19" fmla="*/ 13445542 w 14787902"/>
              <a:gd name="connsiteY19" fmla="*/ 375139 h 2250653"/>
              <a:gd name="connsiteX20" fmla="*/ 13721972 w 14787902"/>
              <a:gd name="connsiteY20" fmla="*/ 375139 h 2250653"/>
              <a:gd name="connsiteX21" fmla="*/ 14057702 w 14787902"/>
              <a:gd name="connsiteY21" fmla="*/ 1303137 h 2250653"/>
              <a:gd name="connsiteX22" fmla="*/ 14117004 w 14787902"/>
              <a:gd name="connsiteY22" fmla="*/ 1559861 h 2250653"/>
              <a:gd name="connsiteX23" fmla="*/ 14136708 w 14787902"/>
              <a:gd name="connsiteY23" fmla="*/ 1559861 h 2250653"/>
              <a:gd name="connsiteX24" fmla="*/ 14196010 w 14787902"/>
              <a:gd name="connsiteY24" fmla="*/ 1303137 h 2250653"/>
              <a:gd name="connsiteX25" fmla="*/ 14531740 w 14787902"/>
              <a:gd name="connsiteY25" fmla="*/ 375139 h 2250653"/>
              <a:gd name="connsiteX26" fmla="*/ 14787902 w 14787902"/>
              <a:gd name="connsiteY26" fmla="*/ 375139 h 2250653"/>
              <a:gd name="connsiteX27" fmla="*/ 14274641 w 14787902"/>
              <a:gd name="connsiteY27" fmla="*/ 1737392 h 2250653"/>
              <a:gd name="connsiteX28" fmla="*/ 13702079 w 14787902"/>
              <a:gd name="connsiteY28" fmla="*/ 2250653 h 2250653"/>
              <a:gd name="connsiteX29" fmla="*/ 13524361 w 14787902"/>
              <a:gd name="connsiteY29" fmla="*/ 2211243 h 2250653"/>
              <a:gd name="connsiteX30" fmla="*/ 13524361 w 14787902"/>
              <a:gd name="connsiteY30" fmla="*/ 2013820 h 2250653"/>
              <a:gd name="connsiteX31" fmla="*/ 13682374 w 14787902"/>
              <a:gd name="connsiteY31" fmla="*/ 2053231 h 2250653"/>
              <a:gd name="connsiteX32" fmla="*/ 14018104 w 14787902"/>
              <a:gd name="connsiteY32" fmla="*/ 1816398 h 2250653"/>
              <a:gd name="connsiteX33" fmla="*/ 12872981 w 14787902"/>
              <a:gd name="connsiteY33" fmla="*/ 355435 h 2250653"/>
              <a:gd name="connsiteX34" fmla="*/ 13346832 w 14787902"/>
              <a:gd name="connsiteY34" fmla="*/ 829286 h 2250653"/>
              <a:gd name="connsiteX35" fmla="*/ 13346645 w 14787902"/>
              <a:gd name="connsiteY35" fmla="*/ 829286 h 2250653"/>
              <a:gd name="connsiteX36" fmla="*/ 13346645 w 14787902"/>
              <a:gd name="connsiteY36" fmla="*/ 1776989 h 2250653"/>
              <a:gd name="connsiteX37" fmla="*/ 13109812 w 14787902"/>
              <a:gd name="connsiteY37" fmla="*/ 1776989 h 2250653"/>
              <a:gd name="connsiteX38" fmla="*/ 13109812 w 14787902"/>
              <a:gd name="connsiteY38" fmla="*/ 888587 h 2250653"/>
              <a:gd name="connsiteX39" fmla="*/ 12813678 w 14787902"/>
              <a:gd name="connsiteY39" fmla="*/ 552857 h 2250653"/>
              <a:gd name="connsiteX40" fmla="*/ 12418833 w 14787902"/>
              <a:gd name="connsiteY40" fmla="*/ 1066118 h 2250653"/>
              <a:gd name="connsiteX41" fmla="*/ 12418833 w 14787902"/>
              <a:gd name="connsiteY41" fmla="*/ 1776802 h 2250653"/>
              <a:gd name="connsiteX42" fmla="*/ 12182002 w 14787902"/>
              <a:gd name="connsiteY42" fmla="*/ 1776802 h 2250653"/>
              <a:gd name="connsiteX43" fmla="*/ 12182002 w 14787902"/>
              <a:gd name="connsiteY43" fmla="*/ 375139 h 2250653"/>
              <a:gd name="connsiteX44" fmla="*/ 12418833 w 14787902"/>
              <a:gd name="connsiteY44" fmla="*/ 375139 h 2250653"/>
              <a:gd name="connsiteX45" fmla="*/ 12418833 w 14787902"/>
              <a:gd name="connsiteY45" fmla="*/ 710871 h 2250653"/>
              <a:gd name="connsiteX46" fmla="*/ 12872981 w 14787902"/>
              <a:gd name="connsiteY46" fmla="*/ 355435 h 2250653"/>
              <a:gd name="connsiteX47" fmla="*/ 11293040 w 14787902"/>
              <a:gd name="connsiteY47" fmla="*/ 355435 h 2250653"/>
              <a:gd name="connsiteX48" fmla="*/ 11845896 w 14787902"/>
              <a:gd name="connsiteY48" fmla="*/ 829286 h 2250653"/>
              <a:gd name="connsiteX49" fmla="*/ 11845896 w 14787902"/>
              <a:gd name="connsiteY49" fmla="*/ 1461151 h 2250653"/>
              <a:gd name="connsiteX50" fmla="*/ 11944606 w 14787902"/>
              <a:gd name="connsiteY50" fmla="*/ 1619165 h 2250653"/>
              <a:gd name="connsiteX51" fmla="*/ 12063023 w 14787902"/>
              <a:gd name="connsiteY51" fmla="*/ 1599458 h 2250653"/>
              <a:gd name="connsiteX52" fmla="*/ 12063212 w 14787902"/>
              <a:gd name="connsiteY52" fmla="*/ 1599271 h 2250653"/>
              <a:gd name="connsiteX53" fmla="*/ 12063212 w 14787902"/>
              <a:gd name="connsiteY53" fmla="*/ 1776989 h 2250653"/>
              <a:gd name="connsiteX54" fmla="*/ 11885494 w 14787902"/>
              <a:gd name="connsiteY54" fmla="*/ 1796694 h 2250653"/>
              <a:gd name="connsiteX55" fmla="*/ 11609064 w 14787902"/>
              <a:gd name="connsiteY55" fmla="*/ 1520265 h 2250653"/>
              <a:gd name="connsiteX56" fmla="*/ 11609064 w 14787902"/>
              <a:gd name="connsiteY56" fmla="*/ 1460963 h 2250653"/>
              <a:gd name="connsiteX57" fmla="*/ 11589359 w 14787902"/>
              <a:gd name="connsiteY57" fmla="*/ 1460963 h 2250653"/>
              <a:gd name="connsiteX58" fmla="*/ 11115509 w 14787902"/>
              <a:gd name="connsiteY58" fmla="*/ 1816398 h 2250653"/>
              <a:gd name="connsiteX59" fmla="*/ 10681067 w 14787902"/>
              <a:gd name="connsiteY59" fmla="*/ 1441259 h 2250653"/>
              <a:gd name="connsiteX60" fmla="*/ 11253629 w 14787902"/>
              <a:gd name="connsiteY60" fmla="*/ 1026708 h 2250653"/>
              <a:gd name="connsiteX61" fmla="*/ 11589359 w 14787902"/>
              <a:gd name="connsiteY61" fmla="*/ 769984 h 2250653"/>
              <a:gd name="connsiteX62" fmla="*/ 11293227 w 14787902"/>
              <a:gd name="connsiteY62" fmla="*/ 533153 h 2250653"/>
              <a:gd name="connsiteX63" fmla="*/ 10957497 w 14787902"/>
              <a:gd name="connsiteY63" fmla="*/ 848992 h 2250653"/>
              <a:gd name="connsiteX64" fmla="*/ 10700773 w 14787902"/>
              <a:gd name="connsiteY64" fmla="*/ 848992 h 2250653"/>
              <a:gd name="connsiteX65" fmla="*/ 11293040 w 14787902"/>
              <a:gd name="connsiteY65" fmla="*/ 355435 h 2250653"/>
              <a:gd name="connsiteX66" fmla="*/ 9950869 w 14787902"/>
              <a:gd name="connsiteY66" fmla="*/ 355435 h 2250653"/>
              <a:gd name="connsiteX67" fmla="*/ 10543136 w 14787902"/>
              <a:gd name="connsiteY67" fmla="*/ 1066118 h 2250653"/>
              <a:gd name="connsiteX68" fmla="*/ 9950869 w 14787902"/>
              <a:gd name="connsiteY68" fmla="*/ 1816398 h 2250653"/>
              <a:gd name="connsiteX69" fmla="*/ 9477018 w 14787902"/>
              <a:gd name="connsiteY69" fmla="*/ 1460963 h 2250653"/>
              <a:gd name="connsiteX70" fmla="*/ 9457314 w 14787902"/>
              <a:gd name="connsiteY70" fmla="*/ 1460963 h 2250653"/>
              <a:gd name="connsiteX71" fmla="*/ 9457314 w 14787902"/>
              <a:gd name="connsiteY71" fmla="*/ 2250653 h 2250653"/>
              <a:gd name="connsiteX72" fmla="*/ 9220482 w 14787902"/>
              <a:gd name="connsiteY72" fmla="*/ 2250653 h 2250653"/>
              <a:gd name="connsiteX73" fmla="*/ 9220482 w 14787902"/>
              <a:gd name="connsiteY73" fmla="*/ 375139 h 2250653"/>
              <a:gd name="connsiteX74" fmla="*/ 9457314 w 14787902"/>
              <a:gd name="connsiteY74" fmla="*/ 375139 h 2250653"/>
              <a:gd name="connsiteX75" fmla="*/ 9457314 w 14787902"/>
              <a:gd name="connsiteY75" fmla="*/ 710871 h 2250653"/>
              <a:gd name="connsiteX76" fmla="*/ 9477018 w 14787902"/>
              <a:gd name="connsiteY76" fmla="*/ 710871 h 2250653"/>
              <a:gd name="connsiteX77" fmla="*/ 9950869 w 14787902"/>
              <a:gd name="connsiteY77" fmla="*/ 355435 h 2250653"/>
              <a:gd name="connsiteX78" fmla="*/ 7660247 w 14787902"/>
              <a:gd name="connsiteY78" fmla="*/ 355435 h 2250653"/>
              <a:gd name="connsiteX79" fmla="*/ 8094687 w 14787902"/>
              <a:gd name="connsiteY79" fmla="*/ 710871 h 2250653"/>
              <a:gd name="connsiteX80" fmla="*/ 8529128 w 14787902"/>
              <a:gd name="connsiteY80" fmla="*/ 355435 h 2250653"/>
              <a:gd name="connsiteX81" fmla="*/ 9002979 w 14787902"/>
              <a:gd name="connsiteY81" fmla="*/ 829286 h 2250653"/>
              <a:gd name="connsiteX82" fmla="*/ 9002979 w 14787902"/>
              <a:gd name="connsiteY82" fmla="*/ 1776989 h 2250653"/>
              <a:gd name="connsiteX83" fmla="*/ 8746255 w 14787902"/>
              <a:gd name="connsiteY83" fmla="*/ 1776989 h 2250653"/>
              <a:gd name="connsiteX84" fmla="*/ 8746255 w 14787902"/>
              <a:gd name="connsiteY84" fmla="*/ 848992 h 2250653"/>
              <a:gd name="connsiteX85" fmla="*/ 8469828 w 14787902"/>
              <a:gd name="connsiteY85" fmla="*/ 552857 h 2250653"/>
              <a:gd name="connsiteX86" fmla="*/ 8114393 w 14787902"/>
              <a:gd name="connsiteY86" fmla="*/ 1066118 h 2250653"/>
              <a:gd name="connsiteX87" fmla="*/ 8114393 w 14787902"/>
              <a:gd name="connsiteY87" fmla="*/ 1776802 h 2250653"/>
              <a:gd name="connsiteX88" fmla="*/ 7857667 w 14787902"/>
              <a:gd name="connsiteY88" fmla="*/ 1776802 h 2250653"/>
              <a:gd name="connsiteX89" fmla="*/ 7857667 w 14787902"/>
              <a:gd name="connsiteY89" fmla="*/ 848803 h 2250653"/>
              <a:gd name="connsiteX90" fmla="*/ 7581239 w 14787902"/>
              <a:gd name="connsiteY90" fmla="*/ 552670 h 2250653"/>
              <a:gd name="connsiteX91" fmla="*/ 7206099 w 14787902"/>
              <a:gd name="connsiteY91" fmla="*/ 1065931 h 2250653"/>
              <a:gd name="connsiteX92" fmla="*/ 7206099 w 14787902"/>
              <a:gd name="connsiteY92" fmla="*/ 1776613 h 2250653"/>
              <a:gd name="connsiteX93" fmla="*/ 6969268 w 14787902"/>
              <a:gd name="connsiteY93" fmla="*/ 1776613 h 2250653"/>
              <a:gd name="connsiteX94" fmla="*/ 6969268 w 14787902"/>
              <a:gd name="connsiteY94" fmla="*/ 375139 h 2250653"/>
              <a:gd name="connsiteX95" fmla="*/ 7206099 w 14787902"/>
              <a:gd name="connsiteY95" fmla="*/ 375139 h 2250653"/>
              <a:gd name="connsiteX96" fmla="*/ 7206099 w 14787902"/>
              <a:gd name="connsiteY96" fmla="*/ 710871 h 2250653"/>
              <a:gd name="connsiteX97" fmla="*/ 7660247 w 14787902"/>
              <a:gd name="connsiteY97" fmla="*/ 355435 h 2250653"/>
              <a:gd name="connsiteX98" fmla="*/ 6120466 w 14787902"/>
              <a:gd name="connsiteY98" fmla="*/ 355248 h 2250653"/>
              <a:gd name="connsiteX99" fmla="*/ 6791739 w 14787902"/>
              <a:gd name="connsiteY99" fmla="*/ 1085823 h 2250653"/>
              <a:gd name="connsiteX100" fmla="*/ 6120466 w 14787902"/>
              <a:gd name="connsiteY100" fmla="*/ 1816400 h 2250653"/>
              <a:gd name="connsiteX101" fmla="*/ 5429487 w 14787902"/>
              <a:gd name="connsiteY101" fmla="*/ 1085823 h 2250653"/>
              <a:gd name="connsiteX102" fmla="*/ 6120466 w 14787902"/>
              <a:gd name="connsiteY102" fmla="*/ 355248 h 2250653"/>
              <a:gd name="connsiteX103" fmla="*/ 4639609 w 14787902"/>
              <a:gd name="connsiteY103" fmla="*/ 355248 h 2250653"/>
              <a:gd name="connsiteX104" fmla="*/ 5271473 w 14787902"/>
              <a:gd name="connsiteY104" fmla="*/ 908106 h 2250653"/>
              <a:gd name="connsiteX105" fmla="*/ 5014749 w 14787902"/>
              <a:gd name="connsiteY105" fmla="*/ 908106 h 2250653"/>
              <a:gd name="connsiteX106" fmla="*/ 4639609 w 14787902"/>
              <a:gd name="connsiteY106" fmla="*/ 552670 h 2250653"/>
              <a:gd name="connsiteX107" fmla="*/ 4205167 w 14787902"/>
              <a:gd name="connsiteY107" fmla="*/ 1085823 h 2250653"/>
              <a:gd name="connsiteX108" fmla="*/ 4639609 w 14787902"/>
              <a:gd name="connsiteY108" fmla="*/ 1618975 h 2250653"/>
              <a:gd name="connsiteX109" fmla="*/ 5034454 w 14787902"/>
              <a:gd name="connsiteY109" fmla="*/ 1243837 h 2250653"/>
              <a:gd name="connsiteX110" fmla="*/ 5271284 w 14787902"/>
              <a:gd name="connsiteY110" fmla="*/ 1243837 h 2250653"/>
              <a:gd name="connsiteX111" fmla="*/ 4639422 w 14787902"/>
              <a:gd name="connsiteY111" fmla="*/ 1816400 h 2250653"/>
              <a:gd name="connsiteX112" fmla="*/ 3948443 w 14787902"/>
              <a:gd name="connsiteY112" fmla="*/ 1085823 h 2250653"/>
              <a:gd name="connsiteX113" fmla="*/ 3948630 w 14787902"/>
              <a:gd name="connsiteY113" fmla="*/ 1085823 h 2250653"/>
              <a:gd name="connsiteX114" fmla="*/ 4639609 w 14787902"/>
              <a:gd name="connsiteY114" fmla="*/ 355248 h 2250653"/>
              <a:gd name="connsiteX115" fmla="*/ 2369629 w 14787902"/>
              <a:gd name="connsiteY115" fmla="*/ 355248 h 2250653"/>
              <a:gd name="connsiteX116" fmla="*/ 3021197 w 14787902"/>
              <a:gd name="connsiteY116" fmla="*/ 1105529 h 2250653"/>
              <a:gd name="connsiteX117" fmla="*/ 3021197 w 14787902"/>
              <a:gd name="connsiteY117" fmla="*/ 1144937 h 2250653"/>
              <a:gd name="connsiteX118" fmla="*/ 3020823 w 14787902"/>
              <a:gd name="connsiteY118" fmla="*/ 1145124 h 2250653"/>
              <a:gd name="connsiteX119" fmla="*/ 1954706 w 14787902"/>
              <a:gd name="connsiteY119" fmla="*/ 1145124 h 2250653"/>
              <a:gd name="connsiteX120" fmla="*/ 2389146 w 14787902"/>
              <a:gd name="connsiteY120" fmla="*/ 1618975 h 2250653"/>
              <a:gd name="connsiteX121" fmla="*/ 2744582 w 14787902"/>
              <a:gd name="connsiteY121" fmla="*/ 1362251 h 2250653"/>
              <a:gd name="connsiteX122" fmla="*/ 3001306 w 14787902"/>
              <a:gd name="connsiteY122" fmla="*/ 1362251 h 2250653"/>
              <a:gd name="connsiteX123" fmla="*/ 2389335 w 14787902"/>
              <a:gd name="connsiteY123" fmla="*/ 1816400 h 2250653"/>
              <a:gd name="connsiteX124" fmla="*/ 1698356 w 14787902"/>
              <a:gd name="connsiteY124" fmla="*/ 1085823 h 2250653"/>
              <a:gd name="connsiteX125" fmla="*/ 2369629 w 14787902"/>
              <a:gd name="connsiteY125" fmla="*/ 355248 h 2250653"/>
              <a:gd name="connsiteX126" fmla="*/ 3297064 w 14787902"/>
              <a:gd name="connsiteY126" fmla="*/ 0 h 2250653"/>
              <a:gd name="connsiteX127" fmla="*/ 3553788 w 14787902"/>
              <a:gd name="connsiteY127" fmla="*/ 0 h 2250653"/>
              <a:gd name="connsiteX128" fmla="*/ 3553788 w 14787902"/>
              <a:gd name="connsiteY128" fmla="*/ 375141 h 2250653"/>
              <a:gd name="connsiteX129" fmla="*/ 3849920 w 14787902"/>
              <a:gd name="connsiteY129" fmla="*/ 375141 h 2250653"/>
              <a:gd name="connsiteX130" fmla="*/ 3849920 w 14787902"/>
              <a:gd name="connsiteY130" fmla="*/ 572563 h 2250653"/>
              <a:gd name="connsiteX131" fmla="*/ 3553788 w 14787902"/>
              <a:gd name="connsiteY131" fmla="*/ 572563 h 2250653"/>
              <a:gd name="connsiteX132" fmla="*/ 3553788 w 14787902"/>
              <a:gd name="connsiteY132" fmla="*/ 1401851 h 2250653"/>
              <a:gd name="connsiteX133" fmla="*/ 3711800 w 14787902"/>
              <a:gd name="connsiteY133" fmla="*/ 1618977 h 2250653"/>
              <a:gd name="connsiteX134" fmla="*/ 3849920 w 14787902"/>
              <a:gd name="connsiteY134" fmla="*/ 1579567 h 2250653"/>
              <a:gd name="connsiteX135" fmla="*/ 3849920 w 14787902"/>
              <a:gd name="connsiteY135" fmla="*/ 1776989 h 2250653"/>
              <a:gd name="connsiteX136" fmla="*/ 3691908 w 14787902"/>
              <a:gd name="connsiteY136" fmla="*/ 1816400 h 2250653"/>
              <a:gd name="connsiteX137" fmla="*/ 3297064 w 14787902"/>
              <a:gd name="connsiteY137" fmla="*/ 1421555 h 2250653"/>
              <a:gd name="connsiteX138" fmla="*/ 3297064 w 14787902"/>
              <a:gd name="connsiteY138" fmla="*/ 572563 h 2250653"/>
              <a:gd name="connsiteX139" fmla="*/ 3099642 w 14787902"/>
              <a:gd name="connsiteY139" fmla="*/ 572563 h 2250653"/>
              <a:gd name="connsiteX140" fmla="*/ 3099642 w 14787902"/>
              <a:gd name="connsiteY140" fmla="*/ 375141 h 2250653"/>
              <a:gd name="connsiteX141" fmla="*/ 3297064 w 14787902"/>
              <a:gd name="connsiteY141" fmla="*/ 375141 h 2250653"/>
              <a:gd name="connsiteX142" fmla="*/ 0 w 14787902"/>
              <a:gd name="connsiteY142" fmla="*/ 0 h 2250653"/>
              <a:gd name="connsiteX143" fmla="*/ 315839 w 14787902"/>
              <a:gd name="connsiteY143" fmla="*/ 0 h 2250653"/>
              <a:gd name="connsiteX144" fmla="*/ 1105528 w 14787902"/>
              <a:gd name="connsiteY144" fmla="*/ 1224132 h 2250653"/>
              <a:gd name="connsiteX145" fmla="*/ 1263540 w 14787902"/>
              <a:gd name="connsiteY145" fmla="*/ 1500561 h 2250653"/>
              <a:gd name="connsiteX146" fmla="*/ 1263540 w 14787902"/>
              <a:gd name="connsiteY146" fmla="*/ 0 h 2250653"/>
              <a:gd name="connsiteX147" fmla="*/ 1500372 w 14787902"/>
              <a:gd name="connsiteY147" fmla="*/ 0 h 2250653"/>
              <a:gd name="connsiteX148" fmla="*/ 1500372 w 14787902"/>
              <a:gd name="connsiteY148" fmla="*/ 1776989 h 2250653"/>
              <a:gd name="connsiteX149" fmla="*/ 1184534 w 14787902"/>
              <a:gd name="connsiteY149" fmla="*/ 1776989 h 2250653"/>
              <a:gd name="connsiteX150" fmla="*/ 394845 w 14787902"/>
              <a:gd name="connsiteY150" fmla="*/ 572563 h 2250653"/>
              <a:gd name="connsiteX151" fmla="*/ 256724 w 14787902"/>
              <a:gd name="connsiteY151" fmla="*/ 296135 h 2250653"/>
              <a:gd name="connsiteX152" fmla="*/ 237022 w 14787902"/>
              <a:gd name="connsiteY152" fmla="*/ 296135 h 2250653"/>
              <a:gd name="connsiteX153" fmla="*/ 256724 w 14787902"/>
              <a:gd name="connsiteY153" fmla="*/ 611972 h 2250653"/>
              <a:gd name="connsiteX154" fmla="*/ 256724 w 14787902"/>
              <a:gd name="connsiteY154" fmla="*/ 1776802 h 2250653"/>
              <a:gd name="connsiteX155" fmla="*/ 0 w 14787902"/>
              <a:gd name="connsiteY155" fmla="*/ 1776802 h 225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4787902" h="2250653">
                <a:moveTo>
                  <a:pt x="11589172" y="1086010"/>
                </a:moveTo>
                <a:cubicBezTo>
                  <a:pt x="11510166" y="1145312"/>
                  <a:pt x="11391750" y="1184722"/>
                  <a:pt x="11293040" y="1204426"/>
                </a:cubicBezTo>
                <a:cubicBezTo>
                  <a:pt x="11115322" y="1243835"/>
                  <a:pt x="10917900" y="1263728"/>
                  <a:pt x="10917900" y="1421553"/>
                </a:cubicBezTo>
                <a:cubicBezTo>
                  <a:pt x="10917900" y="1559674"/>
                  <a:pt x="11036316" y="1618975"/>
                  <a:pt x="11174624" y="1618975"/>
                </a:cubicBezTo>
                <a:cubicBezTo>
                  <a:pt x="11451052" y="1618975"/>
                  <a:pt x="11589172" y="1421553"/>
                  <a:pt x="11589172" y="1145124"/>
                </a:cubicBezTo>
                <a:close/>
                <a:moveTo>
                  <a:pt x="2369254" y="552857"/>
                </a:moveTo>
                <a:cubicBezTo>
                  <a:pt x="2152128" y="552857"/>
                  <a:pt x="1994114" y="690978"/>
                  <a:pt x="1954706" y="967408"/>
                </a:cubicBezTo>
                <a:lnTo>
                  <a:pt x="2764099" y="967408"/>
                </a:lnTo>
                <a:cubicBezTo>
                  <a:pt x="2744397" y="690978"/>
                  <a:pt x="2586381" y="552857"/>
                  <a:pt x="2369254" y="552857"/>
                </a:cubicBezTo>
                <a:close/>
                <a:moveTo>
                  <a:pt x="6120654" y="552670"/>
                </a:moveTo>
                <a:cubicBezTo>
                  <a:pt x="5844225" y="552670"/>
                  <a:pt x="5686211" y="750092"/>
                  <a:pt x="5686211" y="1085823"/>
                </a:cubicBezTo>
                <a:cubicBezTo>
                  <a:pt x="5686211" y="1401662"/>
                  <a:pt x="5844225" y="1618975"/>
                  <a:pt x="6120654" y="1618975"/>
                </a:cubicBezTo>
                <a:cubicBezTo>
                  <a:pt x="6377377" y="1618975"/>
                  <a:pt x="6535203" y="1401849"/>
                  <a:pt x="6535203" y="1085823"/>
                </a:cubicBezTo>
                <a:cubicBezTo>
                  <a:pt x="6535203" y="750092"/>
                  <a:pt x="6377191" y="552670"/>
                  <a:pt x="6120654" y="552670"/>
                </a:cubicBezTo>
                <a:close/>
                <a:moveTo>
                  <a:pt x="9891567" y="532964"/>
                </a:moveTo>
                <a:cubicBezTo>
                  <a:pt x="9634843" y="532964"/>
                  <a:pt x="9457125" y="789690"/>
                  <a:pt x="9457125" y="1085823"/>
                </a:cubicBezTo>
                <a:cubicBezTo>
                  <a:pt x="9457125" y="1381957"/>
                  <a:pt x="9634843" y="1618975"/>
                  <a:pt x="9891567" y="1618975"/>
                </a:cubicBezTo>
                <a:cubicBezTo>
                  <a:pt x="10128400" y="1618975"/>
                  <a:pt x="10286412" y="1401849"/>
                  <a:pt x="10286412" y="1066118"/>
                </a:cubicBezTo>
                <a:cubicBezTo>
                  <a:pt x="10286412" y="750280"/>
                  <a:pt x="10128400" y="532964"/>
                  <a:pt x="9891567" y="532964"/>
                </a:cubicBezTo>
                <a:close/>
                <a:moveTo>
                  <a:pt x="13445542" y="375139"/>
                </a:moveTo>
                <a:lnTo>
                  <a:pt x="13721972" y="375139"/>
                </a:lnTo>
                <a:lnTo>
                  <a:pt x="14057702" y="1303137"/>
                </a:lnTo>
                <a:cubicBezTo>
                  <a:pt x="14077406" y="1382145"/>
                  <a:pt x="14097110" y="1461151"/>
                  <a:pt x="14117004" y="1559861"/>
                </a:cubicBezTo>
                <a:lnTo>
                  <a:pt x="14136708" y="1559861"/>
                </a:lnTo>
                <a:cubicBezTo>
                  <a:pt x="14156412" y="1461151"/>
                  <a:pt x="14176118" y="1382145"/>
                  <a:pt x="14196010" y="1303137"/>
                </a:cubicBezTo>
                <a:lnTo>
                  <a:pt x="14531740" y="375139"/>
                </a:lnTo>
                <a:lnTo>
                  <a:pt x="14787902" y="375139"/>
                </a:lnTo>
                <a:lnTo>
                  <a:pt x="14274641" y="1737392"/>
                </a:lnTo>
                <a:cubicBezTo>
                  <a:pt x="14195635" y="1934814"/>
                  <a:pt x="14017917" y="2250653"/>
                  <a:pt x="13702079" y="2250653"/>
                </a:cubicBezTo>
                <a:cubicBezTo>
                  <a:pt x="13603369" y="2250653"/>
                  <a:pt x="13544065" y="2230947"/>
                  <a:pt x="13524361" y="2211243"/>
                </a:cubicBezTo>
                <a:lnTo>
                  <a:pt x="13524361" y="2013820"/>
                </a:lnTo>
                <a:cubicBezTo>
                  <a:pt x="13563771" y="2033525"/>
                  <a:pt x="13623073" y="2053231"/>
                  <a:pt x="13682374" y="2053231"/>
                </a:cubicBezTo>
                <a:cubicBezTo>
                  <a:pt x="13860093" y="2053231"/>
                  <a:pt x="13958803" y="1934814"/>
                  <a:pt x="14018104" y="1816398"/>
                </a:cubicBezTo>
                <a:close/>
                <a:moveTo>
                  <a:pt x="12872981" y="355435"/>
                </a:moveTo>
                <a:cubicBezTo>
                  <a:pt x="13149409" y="355435"/>
                  <a:pt x="13346832" y="552857"/>
                  <a:pt x="13346832" y="829286"/>
                </a:cubicBezTo>
                <a:lnTo>
                  <a:pt x="13346645" y="829286"/>
                </a:lnTo>
                <a:lnTo>
                  <a:pt x="13346645" y="1776989"/>
                </a:lnTo>
                <a:lnTo>
                  <a:pt x="13109812" y="1776989"/>
                </a:lnTo>
                <a:lnTo>
                  <a:pt x="13109812" y="888587"/>
                </a:lnTo>
                <a:cubicBezTo>
                  <a:pt x="13109812" y="671461"/>
                  <a:pt x="12991396" y="552857"/>
                  <a:pt x="12813678" y="552857"/>
                </a:cubicBezTo>
                <a:cubicBezTo>
                  <a:pt x="12576847" y="552857"/>
                  <a:pt x="12418833" y="730575"/>
                  <a:pt x="12418833" y="1066118"/>
                </a:cubicBezTo>
                <a:lnTo>
                  <a:pt x="12418833" y="1776802"/>
                </a:lnTo>
                <a:lnTo>
                  <a:pt x="12182002" y="1776802"/>
                </a:lnTo>
                <a:lnTo>
                  <a:pt x="12182002" y="375139"/>
                </a:lnTo>
                <a:lnTo>
                  <a:pt x="12418833" y="375139"/>
                </a:lnTo>
                <a:lnTo>
                  <a:pt x="12418833" y="710871"/>
                </a:lnTo>
                <a:cubicBezTo>
                  <a:pt x="12458243" y="474038"/>
                  <a:pt x="12655666" y="355435"/>
                  <a:pt x="12872981" y="355435"/>
                </a:cubicBezTo>
                <a:close/>
                <a:moveTo>
                  <a:pt x="11293040" y="355435"/>
                </a:moveTo>
                <a:cubicBezTo>
                  <a:pt x="11648474" y="355435"/>
                  <a:pt x="11845896" y="513449"/>
                  <a:pt x="11845896" y="829286"/>
                </a:cubicBezTo>
                <a:lnTo>
                  <a:pt x="11845896" y="1461151"/>
                </a:lnTo>
                <a:cubicBezTo>
                  <a:pt x="11845896" y="1599271"/>
                  <a:pt x="11905198" y="1619165"/>
                  <a:pt x="11944606" y="1619165"/>
                </a:cubicBezTo>
                <a:cubicBezTo>
                  <a:pt x="11984017" y="1619165"/>
                  <a:pt x="12023614" y="1599458"/>
                  <a:pt x="12063023" y="1599458"/>
                </a:cubicBezTo>
                <a:lnTo>
                  <a:pt x="12063212" y="1599271"/>
                </a:lnTo>
                <a:lnTo>
                  <a:pt x="12063212" y="1776989"/>
                </a:lnTo>
                <a:cubicBezTo>
                  <a:pt x="12003910" y="1796694"/>
                  <a:pt x="11944795" y="1796694"/>
                  <a:pt x="11885494" y="1796694"/>
                </a:cubicBezTo>
                <a:cubicBezTo>
                  <a:pt x="11688072" y="1796694"/>
                  <a:pt x="11609064" y="1678277"/>
                  <a:pt x="11609064" y="1520265"/>
                </a:cubicBezTo>
                <a:lnTo>
                  <a:pt x="11609064" y="1460963"/>
                </a:lnTo>
                <a:lnTo>
                  <a:pt x="11589359" y="1460963"/>
                </a:lnTo>
                <a:cubicBezTo>
                  <a:pt x="11530060" y="1678090"/>
                  <a:pt x="11352529" y="1816398"/>
                  <a:pt x="11115509" y="1816398"/>
                </a:cubicBezTo>
                <a:cubicBezTo>
                  <a:pt x="10878489" y="1816398"/>
                  <a:pt x="10681067" y="1697983"/>
                  <a:pt x="10681067" y="1441259"/>
                </a:cubicBezTo>
                <a:cubicBezTo>
                  <a:pt x="10681067" y="1105527"/>
                  <a:pt x="10977201" y="1066118"/>
                  <a:pt x="11253629" y="1026708"/>
                </a:cubicBezTo>
                <a:cubicBezTo>
                  <a:pt x="11470756" y="987300"/>
                  <a:pt x="11589359" y="947702"/>
                  <a:pt x="11589359" y="769984"/>
                </a:cubicBezTo>
                <a:cubicBezTo>
                  <a:pt x="11589359" y="651569"/>
                  <a:pt x="11510353" y="533153"/>
                  <a:pt x="11293227" y="533153"/>
                </a:cubicBezTo>
                <a:cubicBezTo>
                  <a:pt x="11076101" y="533153"/>
                  <a:pt x="10957497" y="631863"/>
                  <a:pt x="10957497" y="848992"/>
                </a:cubicBezTo>
                <a:lnTo>
                  <a:pt x="10700773" y="848992"/>
                </a:lnTo>
                <a:cubicBezTo>
                  <a:pt x="10720477" y="533153"/>
                  <a:pt x="10917900" y="355435"/>
                  <a:pt x="11293040" y="355435"/>
                </a:cubicBezTo>
                <a:close/>
                <a:moveTo>
                  <a:pt x="9950869" y="355435"/>
                </a:moveTo>
                <a:cubicBezTo>
                  <a:pt x="10306305" y="355435"/>
                  <a:pt x="10543136" y="651569"/>
                  <a:pt x="10543136" y="1066118"/>
                </a:cubicBezTo>
                <a:cubicBezTo>
                  <a:pt x="10543136" y="1500561"/>
                  <a:pt x="10286412" y="1816398"/>
                  <a:pt x="9950869" y="1816398"/>
                </a:cubicBezTo>
                <a:cubicBezTo>
                  <a:pt x="9733742" y="1816398"/>
                  <a:pt x="9536320" y="1697983"/>
                  <a:pt x="9477018" y="1460963"/>
                </a:cubicBezTo>
                <a:lnTo>
                  <a:pt x="9457314" y="1460963"/>
                </a:lnTo>
                <a:lnTo>
                  <a:pt x="9457314" y="2250653"/>
                </a:lnTo>
                <a:lnTo>
                  <a:pt x="9220482" y="2250653"/>
                </a:lnTo>
                <a:lnTo>
                  <a:pt x="9220482" y="375139"/>
                </a:lnTo>
                <a:lnTo>
                  <a:pt x="9457314" y="375139"/>
                </a:lnTo>
                <a:lnTo>
                  <a:pt x="9457314" y="710871"/>
                </a:lnTo>
                <a:lnTo>
                  <a:pt x="9477018" y="710871"/>
                </a:lnTo>
                <a:cubicBezTo>
                  <a:pt x="9536320" y="474038"/>
                  <a:pt x="9733742" y="355435"/>
                  <a:pt x="9950869" y="355435"/>
                </a:cubicBezTo>
                <a:close/>
                <a:moveTo>
                  <a:pt x="7660247" y="355435"/>
                </a:moveTo>
                <a:cubicBezTo>
                  <a:pt x="7857667" y="355435"/>
                  <a:pt x="8035385" y="473851"/>
                  <a:pt x="8094687" y="710871"/>
                </a:cubicBezTo>
                <a:cubicBezTo>
                  <a:pt x="8153988" y="454147"/>
                  <a:pt x="8351411" y="355435"/>
                  <a:pt x="8529128" y="355435"/>
                </a:cubicBezTo>
                <a:cubicBezTo>
                  <a:pt x="8785852" y="355435"/>
                  <a:pt x="9002979" y="533153"/>
                  <a:pt x="9002979" y="829286"/>
                </a:cubicBezTo>
                <a:lnTo>
                  <a:pt x="9002979" y="1776989"/>
                </a:lnTo>
                <a:lnTo>
                  <a:pt x="8746255" y="1776989"/>
                </a:lnTo>
                <a:lnTo>
                  <a:pt x="8746255" y="848992"/>
                </a:lnTo>
                <a:cubicBezTo>
                  <a:pt x="8746255" y="671274"/>
                  <a:pt x="8627841" y="552857"/>
                  <a:pt x="8469828" y="552857"/>
                </a:cubicBezTo>
                <a:cubicBezTo>
                  <a:pt x="8252701" y="552857"/>
                  <a:pt x="8114393" y="730575"/>
                  <a:pt x="8114393" y="1066118"/>
                </a:cubicBezTo>
                <a:lnTo>
                  <a:pt x="8114393" y="1776802"/>
                </a:lnTo>
                <a:lnTo>
                  <a:pt x="7857667" y="1776802"/>
                </a:lnTo>
                <a:lnTo>
                  <a:pt x="7857667" y="848803"/>
                </a:lnTo>
                <a:cubicBezTo>
                  <a:pt x="7857667" y="671084"/>
                  <a:pt x="7739253" y="552670"/>
                  <a:pt x="7581239" y="552670"/>
                </a:cubicBezTo>
                <a:cubicBezTo>
                  <a:pt x="7364113" y="552670"/>
                  <a:pt x="7206099" y="769797"/>
                  <a:pt x="7206099" y="1065931"/>
                </a:cubicBezTo>
                <a:lnTo>
                  <a:pt x="7206099" y="1776613"/>
                </a:lnTo>
                <a:lnTo>
                  <a:pt x="6969268" y="1776613"/>
                </a:lnTo>
                <a:lnTo>
                  <a:pt x="6969268" y="375139"/>
                </a:lnTo>
                <a:lnTo>
                  <a:pt x="7206099" y="375139"/>
                </a:lnTo>
                <a:lnTo>
                  <a:pt x="7206099" y="710871"/>
                </a:lnTo>
                <a:cubicBezTo>
                  <a:pt x="7265401" y="474038"/>
                  <a:pt x="7442931" y="355435"/>
                  <a:pt x="7660247" y="355435"/>
                </a:cubicBezTo>
                <a:close/>
                <a:moveTo>
                  <a:pt x="6120466" y="355248"/>
                </a:moveTo>
                <a:cubicBezTo>
                  <a:pt x="6554719" y="355248"/>
                  <a:pt x="6791739" y="651380"/>
                  <a:pt x="6791739" y="1085823"/>
                </a:cubicBezTo>
                <a:cubicBezTo>
                  <a:pt x="6791739" y="1520265"/>
                  <a:pt x="6535015" y="1816400"/>
                  <a:pt x="6120466" y="1816400"/>
                </a:cubicBezTo>
                <a:cubicBezTo>
                  <a:pt x="5705915" y="1816400"/>
                  <a:pt x="5429487" y="1520265"/>
                  <a:pt x="5429487" y="1085823"/>
                </a:cubicBezTo>
                <a:cubicBezTo>
                  <a:pt x="5429487" y="651380"/>
                  <a:pt x="5686211" y="355248"/>
                  <a:pt x="6120466" y="355248"/>
                </a:cubicBezTo>
                <a:close/>
                <a:moveTo>
                  <a:pt x="4639609" y="355248"/>
                </a:moveTo>
                <a:cubicBezTo>
                  <a:pt x="4995043" y="355248"/>
                  <a:pt x="5251580" y="572374"/>
                  <a:pt x="5271473" y="908106"/>
                </a:cubicBezTo>
                <a:lnTo>
                  <a:pt x="5014749" y="908106"/>
                </a:lnTo>
                <a:cubicBezTo>
                  <a:pt x="4995043" y="710682"/>
                  <a:pt x="4896333" y="552670"/>
                  <a:pt x="4639609" y="552670"/>
                </a:cubicBezTo>
                <a:cubicBezTo>
                  <a:pt x="4382885" y="552670"/>
                  <a:pt x="4205167" y="769797"/>
                  <a:pt x="4205167" y="1085823"/>
                </a:cubicBezTo>
                <a:cubicBezTo>
                  <a:pt x="4205167" y="1401849"/>
                  <a:pt x="4382885" y="1618975"/>
                  <a:pt x="4639609" y="1618975"/>
                </a:cubicBezTo>
                <a:cubicBezTo>
                  <a:pt x="4856736" y="1618975"/>
                  <a:pt x="4995043" y="1480857"/>
                  <a:pt x="5034454" y="1243837"/>
                </a:cubicBezTo>
                <a:lnTo>
                  <a:pt x="5271284" y="1243837"/>
                </a:lnTo>
                <a:cubicBezTo>
                  <a:pt x="5251580" y="1599271"/>
                  <a:pt x="4994856" y="1816400"/>
                  <a:pt x="4639422" y="1816400"/>
                </a:cubicBezTo>
                <a:cubicBezTo>
                  <a:pt x="4244576" y="1816400"/>
                  <a:pt x="3948443" y="1520265"/>
                  <a:pt x="3948443" y="1085823"/>
                </a:cubicBezTo>
                <a:lnTo>
                  <a:pt x="3948630" y="1085823"/>
                </a:lnTo>
                <a:cubicBezTo>
                  <a:pt x="3948630" y="651380"/>
                  <a:pt x="4225061" y="355248"/>
                  <a:pt x="4639609" y="355248"/>
                </a:cubicBezTo>
                <a:close/>
                <a:moveTo>
                  <a:pt x="2369629" y="355248"/>
                </a:moveTo>
                <a:cubicBezTo>
                  <a:pt x="2784179" y="355248"/>
                  <a:pt x="3021197" y="671086"/>
                  <a:pt x="3021197" y="1105529"/>
                </a:cubicBezTo>
                <a:lnTo>
                  <a:pt x="3021197" y="1144937"/>
                </a:lnTo>
                <a:lnTo>
                  <a:pt x="3020823" y="1145124"/>
                </a:lnTo>
                <a:lnTo>
                  <a:pt x="1954706" y="1145124"/>
                </a:lnTo>
                <a:cubicBezTo>
                  <a:pt x="1974412" y="1441259"/>
                  <a:pt x="2152128" y="1618975"/>
                  <a:pt x="2389146" y="1618975"/>
                </a:cubicBezTo>
                <a:cubicBezTo>
                  <a:pt x="2566864" y="1618975"/>
                  <a:pt x="2724876" y="1520265"/>
                  <a:pt x="2744582" y="1362251"/>
                </a:cubicBezTo>
                <a:lnTo>
                  <a:pt x="3001306" y="1362251"/>
                </a:lnTo>
                <a:cubicBezTo>
                  <a:pt x="2961896" y="1638682"/>
                  <a:pt x="2705172" y="1816400"/>
                  <a:pt x="2389335" y="1816400"/>
                </a:cubicBezTo>
                <a:cubicBezTo>
                  <a:pt x="1974784" y="1816400"/>
                  <a:pt x="1698356" y="1539969"/>
                  <a:pt x="1698356" y="1085823"/>
                </a:cubicBezTo>
                <a:cubicBezTo>
                  <a:pt x="1698356" y="671274"/>
                  <a:pt x="1955080" y="355248"/>
                  <a:pt x="2369629" y="355248"/>
                </a:cubicBezTo>
                <a:close/>
                <a:moveTo>
                  <a:pt x="3297064" y="0"/>
                </a:moveTo>
                <a:lnTo>
                  <a:pt x="3553788" y="0"/>
                </a:lnTo>
                <a:lnTo>
                  <a:pt x="3553788" y="375141"/>
                </a:lnTo>
                <a:lnTo>
                  <a:pt x="3849920" y="375141"/>
                </a:lnTo>
                <a:lnTo>
                  <a:pt x="3849920" y="572563"/>
                </a:lnTo>
                <a:lnTo>
                  <a:pt x="3553788" y="572563"/>
                </a:lnTo>
                <a:lnTo>
                  <a:pt x="3553788" y="1401851"/>
                </a:lnTo>
                <a:cubicBezTo>
                  <a:pt x="3553788" y="1559863"/>
                  <a:pt x="3613089" y="1618977"/>
                  <a:pt x="3711800" y="1618977"/>
                </a:cubicBezTo>
                <a:cubicBezTo>
                  <a:pt x="3771104" y="1618977"/>
                  <a:pt x="3810512" y="1599273"/>
                  <a:pt x="3849920" y="1579567"/>
                </a:cubicBezTo>
                <a:lnTo>
                  <a:pt x="3849920" y="1776989"/>
                </a:lnTo>
                <a:cubicBezTo>
                  <a:pt x="3810512" y="1796696"/>
                  <a:pt x="3751210" y="1816400"/>
                  <a:pt x="3691908" y="1816400"/>
                </a:cubicBezTo>
                <a:cubicBezTo>
                  <a:pt x="3455078" y="1816400"/>
                  <a:pt x="3297064" y="1697983"/>
                  <a:pt x="3297064" y="1421555"/>
                </a:cubicBezTo>
                <a:lnTo>
                  <a:pt x="3297064" y="572563"/>
                </a:lnTo>
                <a:lnTo>
                  <a:pt x="3099642" y="572563"/>
                </a:lnTo>
                <a:lnTo>
                  <a:pt x="3099642" y="375141"/>
                </a:lnTo>
                <a:lnTo>
                  <a:pt x="3297064" y="375141"/>
                </a:lnTo>
                <a:close/>
                <a:moveTo>
                  <a:pt x="0" y="0"/>
                </a:moveTo>
                <a:lnTo>
                  <a:pt x="315839" y="0"/>
                </a:lnTo>
                <a:lnTo>
                  <a:pt x="1105528" y="1224132"/>
                </a:lnTo>
                <a:cubicBezTo>
                  <a:pt x="1164830" y="1322843"/>
                  <a:pt x="1223944" y="1421555"/>
                  <a:pt x="1263540" y="1500561"/>
                </a:cubicBezTo>
                <a:lnTo>
                  <a:pt x="1263540" y="0"/>
                </a:lnTo>
                <a:lnTo>
                  <a:pt x="1500372" y="0"/>
                </a:lnTo>
                <a:lnTo>
                  <a:pt x="1500372" y="1776989"/>
                </a:lnTo>
                <a:lnTo>
                  <a:pt x="1184534" y="1776989"/>
                </a:lnTo>
                <a:lnTo>
                  <a:pt x="394845" y="572563"/>
                </a:lnTo>
                <a:cubicBezTo>
                  <a:pt x="335543" y="473851"/>
                  <a:pt x="276430" y="375141"/>
                  <a:pt x="256724" y="296135"/>
                </a:cubicBezTo>
                <a:lnTo>
                  <a:pt x="237022" y="296135"/>
                </a:lnTo>
                <a:cubicBezTo>
                  <a:pt x="256724" y="375141"/>
                  <a:pt x="256724" y="493557"/>
                  <a:pt x="256724" y="611972"/>
                </a:cubicBezTo>
                <a:lnTo>
                  <a:pt x="256724" y="1776802"/>
                </a:lnTo>
                <a:lnTo>
                  <a:pt x="0" y="177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6DC702E-4EA8-54A2-442D-E89A7EB8A0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3200" cy="6861600"/>
          </a:xfrm>
          <a:solidFill>
            <a:schemeClr val="tx1">
              <a:lumMod val="85000"/>
            </a:schemeClr>
          </a:solidFill>
        </p:spPr>
        <p:txBody>
          <a:bodyPr lIns="0" tIns="1116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altLang="zh-HK" dirty="0"/>
              <a:t>Click icon to add picture, then right click and select option Send to Back</a:t>
            </a:r>
          </a:p>
        </p:txBody>
      </p:sp>
    </p:spTree>
    <p:extLst>
      <p:ext uri="{BB962C8B-B14F-4D97-AF65-F5344CB8AC3E}">
        <p14:creationId xmlns:p14="http://schemas.microsoft.com/office/powerpoint/2010/main" val="2136605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s">
            <a:extLst>
              <a:ext uri="{FF2B5EF4-FFF2-40B4-BE49-F238E27FC236}">
                <a16:creationId xmlns:a16="http://schemas.microsoft.com/office/drawing/2014/main" id="{AB5F4716-69BA-88BE-89EF-5D95180AF854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6" name="Grid">
            <a:extLst>
              <a:ext uri="{FF2B5EF4-FFF2-40B4-BE49-F238E27FC236}">
                <a16:creationId xmlns:a16="http://schemas.microsoft.com/office/drawing/2014/main" id="{E40A9A85-8338-90A7-E9C9-5E48397313C8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413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en - no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A758C21B-8E3D-3DE6-27D0-4B46F4FAF3BC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 bwMode="white"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3pPr>
            <a:lvl4pPr>
              <a:defRPr sz="6600" b="0">
                <a:solidFill>
                  <a:schemeClr val="bg1"/>
                </a:solidFill>
              </a:defRPr>
            </a:lvl4pPr>
            <a:lvl5pPr>
              <a:defRPr sz="6600" b="0">
                <a:solidFill>
                  <a:schemeClr val="bg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bg1"/>
                </a:solidFill>
              </a:defRPr>
            </a:lvl6pPr>
            <a:lvl7pPr>
              <a:defRPr sz="6600" b="0">
                <a:solidFill>
                  <a:schemeClr val="bg1"/>
                </a:solidFill>
              </a:defRPr>
            </a:lvl7pPr>
            <a:lvl8pPr>
              <a:defRPr sz="6600" b="0">
                <a:solidFill>
                  <a:schemeClr val="bg1"/>
                </a:solidFill>
              </a:defRPr>
            </a:lvl8pPr>
            <a:lvl9pPr>
              <a:defRPr sz="6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5783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s">
            <a:extLst>
              <a:ext uri="{FF2B5EF4-FFF2-40B4-BE49-F238E27FC236}">
                <a16:creationId xmlns:a16="http://schemas.microsoft.com/office/drawing/2014/main" id="{B4836A24-C01B-015A-56EC-184EF7FB2873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4" name="Grid">
            <a:extLst>
              <a:ext uri="{FF2B5EF4-FFF2-40B4-BE49-F238E27FC236}">
                <a16:creationId xmlns:a16="http://schemas.microsoft.com/office/drawing/2014/main" id="{3413B674-7FD1-38F4-C1B3-F84A0836E4A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B241B74F-7D87-FFC5-C09C-F196C06575DA}"/>
              </a:ext>
            </a:extLst>
          </p:cNvPr>
          <p:cNvSpPr/>
          <p:nvPr userDrawn="1"/>
        </p:nvSpPr>
        <p:spPr>
          <a:xfrm>
            <a:off x="190502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167BD-2E1B-4064-9794-6E8308216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7700" y="1670050"/>
            <a:ext cx="8816975" cy="3517899"/>
          </a:xfrm>
        </p:spPr>
        <p:txBody>
          <a:bodyPr lIns="187200">
            <a:normAutofit/>
          </a:bodyPr>
          <a:lstStyle>
            <a:lvl1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4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3pPr>
            <a:lvl4pPr>
              <a:defRPr sz="6600" b="0">
                <a:solidFill>
                  <a:schemeClr val="tx1"/>
                </a:solidFill>
              </a:defRPr>
            </a:lvl4pPr>
            <a:lvl5pPr>
              <a:defRPr sz="66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Char char="​"/>
              <a:defRPr sz="6600" b="0">
                <a:solidFill>
                  <a:schemeClr val="tx1"/>
                </a:solidFill>
              </a:defRPr>
            </a:lvl6pPr>
            <a:lvl7pPr>
              <a:defRPr sz="6600" b="0">
                <a:solidFill>
                  <a:schemeClr val="tx1"/>
                </a:solidFill>
              </a:defRPr>
            </a:lvl7pPr>
            <a:lvl8pPr>
              <a:defRPr sz="6600" b="0">
                <a:solidFill>
                  <a:schemeClr val="tx1"/>
                </a:solidFill>
              </a:defRPr>
            </a:lvl8pPr>
            <a:lvl9pPr>
              <a:defRPr sz="6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quote </a:t>
            </a:r>
            <a:br>
              <a:rPr lang="en-GB" dirty="0"/>
            </a:b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FEBBFBD-B279-3ADF-2659-FEEB6B009C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537" y="1670050"/>
            <a:ext cx="2692013" cy="410400"/>
          </a:xfrm>
        </p:spPr>
        <p:txBody>
          <a:bodyPr tIns="144000" bIns="0">
            <a:normAutofit/>
          </a:bodyPr>
          <a:lstStyle>
            <a:lvl1pPr marL="0" indent="0">
              <a:lnSpc>
                <a:spcPct val="118000"/>
              </a:lnSpc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116F1-590B-F8F0-97A6-5FC456BE9050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61751-16F2-45FD-8A13-61A2D47D7D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16623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0" hidden="1">
            <a:extLst>
              <a:ext uri="{FF2B5EF4-FFF2-40B4-BE49-F238E27FC236}">
                <a16:creationId xmlns:a16="http://schemas.microsoft.com/office/drawing/2014/main" id="{92D33812-781A-416C-64C5-2E9BDBBA5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Backgrounds">
            <a:extLst>
              <a:ext uri="{FF2B5EF4-FFF2-40B4-BE49-F238E27FC236}">
                <a16:creationId xmlns:a16="http://schemas.microsoft.com/office/drawing/2014/main" id="{CA0DEA3C-AEE2-C307-5D8E-500705E9AB76}"/>
              </a:ext>
            </a:extLst>
          </p:cNvPr>
          <p:cNvSpPr/>
          <p:nvPr userDrawn="1"/>
        </p:nvSpPr>
        <p:spPr>
          <a:xfrm>
            <a:off x="0" y="0"/>
            <a:ext cx="121932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84" name="Grid">
            <a:extLst>
              <a:ext uri="{FF2B5EF4-FFF2-40B4-BE49-F238E27FC236}">
                <a16:creationId xmlns:a16="http://schemas.microsoft.com/office/drawing/2014/main" id="{6B14ED8E-E195-D0C0-D950-EEEE70133C27}"/>
              </a:ext>
            </a:extLst>
          </p:cNvPr>
          <p:cNvSpPr/>
          <p:nvPr userDrawn="1"/>
        </p:nvSpPr>
        <p:spPr>
          <a:xfrm>
            <a:off x="0" y="2"/>
            <a:ext cx="12193200" cy="6857999"/>
          </a:xfrm>
          <a:custGeom>
            <a:avLst/>
            <a:gdLst>
              <a:gd name="connsiteX0" fmla="*/ 9193444 w 12193200"/>
              <a:gd name="connsiteY0" fmla="*/ 5192943 h 6857999"/>
              <a:gd name="connsiteX1" fmla="*/ 9193444 w 12193200"/>
              <a:gd name="connsiteY1" fmla="*/ 6668993 h 6857999"/>
              <a:gd name="connsiteX2" fmla="*/ 12001406 w 12193200"/>
              <a:gd name="connsiteY2" fmla="*/ 6668993 h 6857999"/>
              <a:gd name="connsiteX3" fmla="*/ 12001406 w 12193200"/>
              <a:gd name="connsiteY3" fmla="*/ 5192943 h 6857999"/>
              <a:gd name="connsiteX4" fmla="*/ 9006666 w 12193200"/>
              <a:gd name="connsiteY4" fmla="*/ 5192943 h 6857999"/>
              <a:gd name="connsiteX5" fmla="*/ 9006666 w 12193200"/>
              <a:gd name="connsiteY5" fmla="*/ 6668993 h 6857999"/>
              <a:gd name="connsiteX6" fmla="*/ 9186244 w 12193200"/>
              <a:gd name="connsiteY6" fmla="*/ 6668993 h 6857999"/>
              <a:gd name="connsiteX7" fmla="*/ 9186244 w 12193200"/>
              <a:gd name="connsiteY7" fmla="*/ 5192943 h 6857999"/>
              <a:gd name="connsiteX8" fmla="*/ 6191504 w 12193200"/>
              <a:gd name="connsiteY8" fmla="*/ 5192943 h 6857999"/>
              <a:gd name="connsiteX9" fmla="*/ 6191504 w 12193200"/>
              <a:gd name="connsiteY9" fmla="*/ 6668993 h 6857999"/>
              <a:gd name="connsiteX10" fmla="*/ 8999466 w 12193200"/>
              <a:gd name="connsiteY10" fmla="*/ 6668993 h 6857999"/>
              <a:gd name="connsiteX11" fmla="*/ 8999466 w 12193200"/>
              <a:gd name="connsiteY11" fmla="*/ 5192943 h 6857999"/>
              <a:gd name="connsiteX12" fmla="*/ 6006316 w 12193200"/>
              <a:gd name="connsiteY12" fmla="*/ 5192943 h 6857999"/>
              <a:gd name="connsiteX13" fmla="*/ 6006316 w 12193200"/>
              <a:gd name="connsiteY13" fmla="*/ 6668993 h 6857999"/>
              <a:gd name="connsiteX14" fmla="*/ 6184304 w 12193200"/>
              <a:gd name="connsiteY14" fmla="*/ 6668993 h 6857999"/>
              <a:gd name="connsiteX15" fmla="*/ 6184304 w 12193200"/>
              <a:gd name="connsiteY15" fmla="*/ 5192943 h 6857999"/>
              <a:gd name="connsiteX16" fmla="*/ 3191152 w 12193200"/>
              <a:gd name="connsiteY16" fmla="*/ 5192943 h 6857999"/>
              <a:gd name="connsiteX17" fmla="*/ 3191152 w 12193200"/>
              <a:gd name="connsiteY17" fmla="*/ 6668993 h 6857999"/>
              <a:gd name="connsiteX18" fmla="*/ 5999116 w 12193200"/>
              <a:gd name="connsiteY18" fmla="*/ 6668993 h 6857999"/>
              <a:gd name="connsiteX19" fmla="*/ 5999116 w 12193200"/>
              <a:gd name="connsiteY19" fmla="*/ 5192943 h 6857999"/>
              <a:gd name="connsiteX20" fmla="*/ 3004803 w 12193200"/>
              <a:gd name="connsiteY20" fmla="*/ 5192943 h 6857999"/>
              <a:gd name="connsiteX21" fmla="*/ 3004803 w 12193200"/>
              <a:gd name="connsiteY21" fmla="*/ 6668993 h 6857999"/>
              <a:gd name="connsiteX22" fmla="*/ 3183952 w 12193200"/>
              <a:gd name="connsiteY22" fmla="*/ 6668993 h 6857999"/>
              <a:gd name="connsiteX23" fmla="*/ 3183952 w 12193200"/>
              <a:gd name="connsiteY23" fmla="*/ 5192943 h 6857999"/>
              <a:gd name="connsiteX24" fmla="*/ 190221 w 12193200"/>
              <a:gd name="connsiteY24" fmla="*/ 5192943 h 6857999"/>
              <a:gd name="connsiteX25" fmla="*/ 190221 w 12193200"/>
              <a:gd name="connsiteY25" fmla="*/ 6668993 h 6857999"/>
              <a:gd name="connsiteX26" fmla="*/ 2997602 w 12193200"/>
              <a:gd name="connsiteY26" fmla="*/ 6668993 h 6857999"/>
              <a:gd name="connsiteX27" fmla="*/ 2997602 w 12193200"/>
              <a:gd name="connsiteY27" fmla="*/ 5192943 h 6857999"/>
              <a:gd name="connsiteX28" fmla="*/ 9193444 w 12193200"/>
              <a:gd name="connsiteY28" fmla="*/ 5006166 h 6857999"/>
              <a:gd name="connsiteX29" fmla="*/ 9193444 w 12193200"/>
              <a:gd name="connsiteY29" fmla="*/ 5185743 h 6857999"/>
              <a:gd name="connsiteX30" fmla="*/ 12001406 w 12193200"/>
              <a:gd name="connsiteY30" fmla="*/ 5185743 h 6857999"/>
              <a:gd name="connsiteX31" fmla="*/ 12001406 w 12193200"/>
              <a:gd name="connsiteY31" fmla="*/ 5006166 h 6857999"/>
              <a:gd name="connsiteX32" fmla="*/ 9006666 w 12193200"/>
              <a:gd name="connsiteY32" fmla="*/ 5006166 h 6857999"/>
              <a:gd name="connsiteX33" fmla="*/ 9006666 w 12193200"/>
              <a:gd name="connsiteY33" fmla="*/ 5185743 h 6857999"/>
              <a:gd name="connsiteX34" fmla="*/ 9186244 w 12193200"/>
              <a:gd name="connsiteY34" fmla="*/ 5185743 h 6857999"/>
              <a:gd name="connsiteX35" fmla="*/ 9186244 w 12193200"/>
              <a:gd name="connsiteY35" fmla="*/ 5006166 h 6857999"/>
              <a:gd name="connsiteX36" fmla="*/ 6191504 w 12193200"/>
              <a:gd name="connsiteY36" fmla="*/ 5006166 h 6857999"/>
              <a:gd name="connsiteX37" fmla="*/ 6191504 w 12193200"/>
              <a:gd name="connsiteY37" fmla="*/ 5185743 h 6857999"/>
              <a:gd name="connsiteX38" fmla="*/ 8999466 w 12193200"/>
              <a:gd name="connsiteY38" fmla="*/ 5185743 h 6857999"/>
              <a:gd name="connsiteX39" fmla="*/ 8999466 w 12193200"/>
              <a:gd name="connsiteY39" fmla="*/ 5006166 h 6857999"/>
              <a:gd name="connsiteX40" fmla="*/ 6006316 w 12193200"/>
              <a:gd name="connsiteY40" fmla="*/ 5006166 h 6857999"/>
              <a:gd name="connsiteX41" fmla="*/ 6006316 w 12193200"/>
              <a:gd name="connsiteY41" fmla="*/ 5185743 h 6857999"/>
              <a:gd name="connsiteX42" fmla="*/ 6184304 w 12193200"/>
              <a:gd name="connsiteY42" fmla="*/ 5185743 h 6857999"/>
              <a:gd name="connsiteX43" fmla="*/ 6184304 w 12193200"/>
              <a:gd name="connsiteY43" fmla="*/ 5006166 h 6857999"/>
              <a:gd name="connsiteX44" fmla="*/ 3191152 w 12193200"/>
              <a:gd name="connsiteY44" fmla="*/ 5006166 h 6857999"/>
              <a:gd name="connsiteX45" fmla="*/ 3191152 w 12193200"/>
              <a:gd name="connsiteY45" fmla="*/ 5185743 h 6857999"/>
              <a:gd name="connsiteX46" fmla="*/ 5999116 w 12193200"/>
              <a:gd name="connsiteY46" fmla="*/ 5185743 h 6857999"/>
              <a:gd name="connsiteX47" fmla="*/ 5999116 w 12193200"/>
              <a:gd name="connsiteY47" fmla="*/ 5006166 h 6857999"/>
              <a:gd name="connsiteX48" fmla="*/ 3004803 w 12193200"/>
              <a:gd name="connsiteY48" fmla="*/ 5006166 h 6857999"/>
              <a:gd name="connsiteX49" fmla="*/ 3004803 w 12193200"/>
              <a:gd name="connsiteY49" fmla="*/ 5185743 h 6857999"/>
              <a:gd name="connsiteX50" fmla="*/ 3183952 w 12193200"/>
              <a:gd name="connsiteY50" fmla="*/ 5185743 h 6857999"/>
              <a:gd name="connsiteX51" fmla="*/ 3183952 w 12193200"/>
              <a:gd name="connsiteY51" fmla="*/ 5006166 h 6857999"/>
              <a:gd name="connsiteX52" fmla="*/ 190221 w 12193200"/>
              <a:gd name="connsiteY52" fmla="*/ 5006166 h 6857999"/>
              <a:gd name="connsiteX53" fmla="*/ 190221 w 12193200"/>
              <a:gd name="connsiteY53" fmla="*/ 5185743 h 6857999"/>
              <a:gd name="connsiteX54" fmla="*/ 2997602 w 12193200"/>
              <a:gd name="connsiteY54" fmla="*/ 5185743 h 6857999"/>
              <a:gd name="connsiteX55" fmla="*/ 2997602 w 12193200"/>
              <a:gd name="connsiteY55" fmla="*/ 5006166 h 6857999"/>
              <a:gd name="connsiteX56" fmla="*/ 9193444 w 12193200"/>
              <a:gd name="connsiteY56" fmla="*/ 3524503 h 6857999"/>
              <a:gd name="connsiteX57" fmla="*/ 9193444 w 12193200"/>
              <a:gd name="connsiteY57" fmla="*/ 4998966 h 6857999"/>
              <a:gd name="connsiteX58" fmla="*/ 12001406 w 12193200"/>
              <a:gd name="connsiteY58" fmla="*/ 4998966 h 6857999"/>
              <a:gd name="connsiteX59" fmla="*/ 12001406 w 12193200"/>
              <a:gd name="connsiteY59" fmla="*/ 3524503 h 6857999"/>
              <a:gd name="connsiteX60" fmla="*/ 9006666 w 12193200"/>
              <a:gd name="connsiteY60" fmla="*/ 3524503 h 6857999"/>
              <a:gd name="connsiteX61" fmla="*/ 9006666 w 12193200"/>
              <a:gd name="connsiteY61" fmla="*/ 4998966 h 6857999"/>
              <a:gd name="connsiteX62" fmla="*/ 9186244 w 12193200"/>
              <a:gd name="connsiteY62" fmla="*/ 4998966 h 6857999"/>
              <a:gd name="connsiteX63" fmla="*/ 9186244 w 12193200"/>
              <a:gd name="connsiteY63" fmla="*/ 3524503 h 6857999"/>
              <a:gd name="connsiteX64" fmla="*/ 6191504 w 12193200"/>
              <a:gd name="connsiteY64" fmla="*/ 3524503 h 6857999"/>
              <a:gd name="connsiteX65" fmla="*/ 6191504 w 12193200"/>
              <a:gd name="connsiteY65" fmla="*/ 4998966 h 6857999"/>
              <a:gd name="connsiteX66" fmla="*/ 8999466 w 12193200"/>
              <a:gd name="connsiteY66" fmla="*/ 4998966 h 6857999"/>
              <a:gd name="connsiteX67" fmla="*/ 8999466 w 12193200"/>
              <a:gd name="connsiteY67" fmla="*/ 3524503 h 6857999"/>
              <a:gd name="connsiteX68" fmla="*/ 6006316 w 12193200"/>
              <a:gd name="connsiteY68" fmla="*/ 3524503 h 6857999"/>
              <a:gd name="connsiteX69" fmla="*/ 6006316 w 12193200"/>
              <a:gd name="connsiteY69" fmla="*/ 4998966 h 6857999"/>
              <a:gd name="connsiteX70" fmla="*/ 6184304 w 12193200"/>
              <a:gd name="connsiteY70" fmla="*/ 4998966 h 6857999"/>
              <a:gd name="connsiteX71" fmla="*/ 6184304 w 12193200"/>
              <a:gd name="connsiteY71" fmla="*/ 3524503 h 6857999"/>
              <a:gd name="connsiteX72" fmla="*/ 3191152 w 12193200"/>
              <a:gd name="connsiteY72" fmla="*/ 3524503 h 6857999"/>
              <a:gd name="connsiteX73" fmla="*/ 3191152 w 12193200"/>
              <a:gd name="connsiteY73" fmla="*/ 4998966 h 6857999"/>
              <a:gd name="connsiteX74" fmla="*/ 5999116 w 12193200"/>
              <a:gd name="connsiteY74" fmla="*/ 4998966 h 6857999"/>
              <a:gd name="connsiteX75" fmla="*/ 5999116 w 12193200"/>
              <a:gd name="connsiteY75" fmla="*/ 3524503 h 6857999"/>
              <a:gd name="connsiteX76" fmla="*/ 3004803 w 12193200"/>
              <a:gd name="connsiteY76" fmla="*/ 3524503 h 6857999"/>
              <a:gd name="connsiteX77" fmla="*/ 3004803 w 12193200"/>
              <a:gd name="connsiteY77" fmla="*/ 4998966 h 6857999"/>
              <a:gd name="connsiteX78" fmla="*/ 3183952 w 12193200"/>
              <a:gd name="connsiteY78" fmla="*/ 4998966 h 6857999"/>
              <a:gd name="connsiteX79" fmla="*/ 3183952 w 12193200"/>
              <a:gd name="connsiteY79" fmla="*/ 3524503 h 6857999"/>
              <a:gd name="connsiteX80" fmla="*/ 190221 w 12193200"/>
              <a:gd name="connsiteY80" fmla="*/ 3524503 h 6857999"/>
              <a:gd name="connsiteX81" fmla="*/ 190221 w 12193200"/>
              <a:gd name="connsiteY81" fmla="*/ 4998966 h 6857999"/>
              <a:gd name="connsiteX82" fmla="*/ 2997602 w 12193200"/>
              <a:gd name="connsiteY82" fmla="*/ 4998966 h 6857999"/>
              <a:gd name="connsiteX83" fmla="*/ 2997602 w 12193200"/>
              <a:gd name="connsiteY83" fmla="*/ 3524503 h 6857999"/>
              <a:gd name="connsiteX84" fmla="*/ 9193444 w 12193200"/>
              <a:gd name="connsiteY84" fmla="*/ 3339315 h 6857999"/>
              <a:gd name="connsiteX85" fmla="*/ 9193444 w 12193200"/>
              <a:gd name="connsiteY85" fmla="*/ 3517303 h 6857999"/>
              <a:gd name="connsiteX86" fmla="*/ 12001406 w 12193200"/>
              <a:gd name="connsiteY86" fmla="*/ 3517303 h 6857999"/>
              <a:gd name="connsiteX87" fmla="*/ 12001406 w 12193200"/>
              <a:gd name="connsiteY87" fmla="*/ 3339315 h 6857999"/>
              <a:gd name="connsiteX88" fmla="*/ 9006666 w 12193200"/>
              <a:gd name="connsiteY88" fmla="*/ 3339315 h 6857999"/>
              <a:gd name="connsiteX89" fmla="*/ 9006666 w 12193200"/>
              <a:gd name="connsiteY89" fmla="*/ 3517303 h 6857999"/>
              <a:gd name="connsiteX90" fmla="*/ 9186244 w 12193200"/>
              <a:gd name="connsiteY90" fmla="*/ 3517303 h 6857999"/>
              <a:gd name="connsiteX91" fmla="*/ 9186244 w 12193200"/>
              <a:gd name="connsiteY91" fmla="*/ 3339315 h 6857999"/>
              <a:gd name="connsiteX92" fmla="*/ 6191504 w 12193200"/>
              <a:gd name="connsiteY92" fmla="*/ 3339315 h 6857999"/>
              <a:gd name="connsiteX93" fmla="*/ 6191504 w 12193200"/>
              <a:gd name="connsiteY93" fmla="*/ 3517303 h 6857999"/>
              <a:gd name="connsiteX94" fmla="*/ 8999466 w 12193200"/>
              <a:gd name="connsiteY94" fmla="*/ 3517303 h 6857999"/>
              <a:gd name="connsiteX95" fmla="*/ 8999466 w 12193200"/>
              <a:gd name="connsiteY95" fmla="*/ 3339315 h 6857999"/>
              <a:gd name="connsiteX96" fmla="*/ 6006316 w 12193200"/>
              <a:gd name="connsiteY96" fmla="*/ 3339315 h 6857999"/>
              <a:gd name="connsiteX97" fmla="*/ 6006316 w 12193200"/>
              <a:gd name="connsiteY97" fmla="*/ 3517303 h 6857999"/>
              <a:gd name="connsiteX98" fmla="*/ 6184304 w 12193200"/>
              <a:gd name="connsiteY98" fmla="*/ 3517303 h 6857999"/>
              <a:gd name="connsiteX99" fmla="*/ 6184304 w 12193200"/>
              <a:gd name="connsiteY99" fmla="*/ 3339315 h 6857999"/>
              <a:gd name="connsiteX100" fmla="*/ 3191152 w 12193200"/>
              <a:gd name="connsiteY100" fmla="*/ 3339315 h 6857999"/>
              <a:gd name="connsiteX101" fmla="*/ 3191152 w 12193200"/>
              <a:gd name="connsiteY101" fmla="*/ 3517303 h 6857999"/>
              <a:gd name="connsiteX102" fmla="*/ 5999116 w 12193200"/>
              <a:gd name="connsiteY102" fmla="*/ 3517303 h 6857999"/>
              <a:gd name="connsiteX103" fmla="*/ 5999116 w 12193200"/>
              <a:gd name="connsiteY103" fmla="*/ 3339315 h 6857999"/>
              <a:gd name="connsiteX104" fmla="*/ 3004803 w 12193200"/>
              <a:gd name="connsiteY104" fmla="*/ 3339315 h 6857999"/>
              <a:gd name="connsiteX105" fmla="*/ 3004803 w 12193200"/>
              <a:gd name="connsiteY105" fmla="*/ 3517303 h 6857999"/>
              <a:gd name="connsiteX106" fmla="*/ 3183952 w 12193200"/>
              <a:gd name="connsiteY106" fmla="*/ 3517303 h 6857999"/>
              <a:gd name="connsiteX107" fmla="*/ 3183952 w 12193200"/>
              <a:gd name="connsiteY107" fmla="*/ 3339315 h 6857999"/>
              <a:gd name="connsiteX108" fmla="*/ 190221 w 12193200"/>
              <a:gd name="connsiteY108" fmla="*/ 3339315 h 6857999"/>
              <a:gd name="connsiteX109" fmla="*/ 190221 w 12193200"/>
              <a:gd name="connsiteY109" fmla="*/ 3517303 h 6857999"/>
              <a:gd name="connsiteX110" fmla="*/ 2997602 w 12193200"/>
              <a:gd name="connsiteY110" fmla="*/ 3517303 h 6857999"/>
              <a:gd name="connsiteX111" fmla="*/ 2997602 w 12193200"/>
              <a:gd name="connsiteY111" fmla="*/ 3339315 h 6857999"/>
              <a:gd name="connsiteX112" fmla="*/ 9193444 w 12193200"/>
              <a:gd name="connsiteY112" fmla="*/ 1859240 h 6857999"/>
              <a:gd name="connsiteX113" fmla="*/ 9193444 w 12193200"/>
              <a:gd name="connsiteY113" fmla="*/ 3332115 h 6857999"/>
              <a:gd name="connsiteX114" fmla="*/ 12001406 w 12193200"/>
              <a:gd name="connsiteY114" fmla="*/ 3332115 h 6857999"/>
              <a:gd name="connsiteX115" fmla="*/ 12001406 w 12193200"/>
              <a:gd name="connsiteY115" fmla="*/ 1859240 h 6857999"/>
              <a:gd name="connsiteX116" fmla="*/ 9006666 w 12193200"/>
              <a:gd name="connsiteY116" fmla="*/ 1859240 h 6857999"/>
              <a:gd name="connsiteX117" fmla="*/ 9006666 w 12193200"/>
              <a:gd name="connsiteY117" fmla="*/ 3332115 h 6857999"/>
              <a:gd name="connsiteX118" fmla="*/ 9186244 w 12193200"/>
              <a:gd name="connsiteY118" fmla="*/ 3332115 h 6857999"/>
              <a:gd name="connsiteX119" fmla="*/ 9186244 w 12193200"/>
              <a:gd name="connsiteY119" fmla="*/ 1859240 h 6857999"/>
              <a:gd name="connsiteX120" fmla="*/ 6191504 w 12193200"/>
              <a:gd name="connsiteY120" fmla="*/ 1859240 h 6857999"/>
              <a:gd name="connsiteX121" fmla="*/ 6191504 w 12193200"/>
              <a:gd name="connsiteY121" fmla="*/ 3332115 h 6857999"/>
              <a:gd name="connsiteX122" fmla="*/ 8999466 w 12193200"/>
              <a:gd name="connsiteY122" fmla="*/ 3332115 h 6857999"/>
              <a:gd name="connsiteX123" fmla="*/ 8999466 w 12193200"/>
              <a:gd name="connsiteY123" fmla="*/ 1859240 h 6857999"/>
              <a:gd name="connsiteX124" fmla="*/ 6006316 w 12193200"/>
              <a:gd name="connsiteY124" fmla="*/ 1859240 h 6857999"/>
              <a:gd name="connsiteX125" fmla="*/ 6006316 w 12193200"/>
              <a:gd name="connsiteY125" fmla="*/ 3332115 h 6857999"/>
              <a:gd name="connsiteX126" fmla="*/ 6184304 w 12193200"/>
              <a:gd name="connsiteY126" fmla="*/ 3332115 h 6857999"/>
              <a:gd name="connsiteX127" fmla="*/ 6184304 w 12193200"/>
              <a:gd name="connsiteY127" fmla="*/ 1859240 h 6857999"/>
              <a:gd name="connsiteX128" fmla="*/ 3191152 w 12193200"/>
              <a:gd name="connsiteY128" fmla="*/ 1859240 h 6857999"/>
              <a:gd name="connsiteX129" fmla="*/ 3191152 w 12193200"/>
              <a:gd name="connsiteY129" fmla="*/ 3332115 h 6857999"/>
              <a:gd name="connsiteX130" fmla="*/ 5999116 w 12193200"/>
              <a:gd name="connsiteY130" fmla="*/ 3332115 h 6857999"/>
              <a:gd name="connsiteX131" fmla="*/ 5999116 w 12193200"/>
              <a:gd name="connsiteY131" fmla="*/ 1859240 h 6857999"/>
              <a:gd name="connsiteX132" fmla="*/ 3004803 w 12193200"/>
              <a:gd name="connsiteY132" fmla="*/ 1859240 h 6857999"/>
              <a:gd name="connsiteX133" fmla="*/ 3004803 w 12193200"/>
              <a:gd name="connsiteY133" fmla="*/ 3332115 h 6857999"/>
              <a:gd name="connsiteX134" fmla="*/ 3183952 w 12193200"/>
              <a:gd name="connsiteY134" fmla="*/ 3332115 h 6857999"/>
              <a:gd name="connsiteX135" fmla="*/ 3183952 w 12193200"/>
              <a:gd name="connsiteY135" fmla="*/ 1859240 h 6857999"/>
              <a:gd name="connsiteX136" fmla="*/ 190221 w 12193200"/>
              <a:gd name="connsiteY136" fmla="*/ 1859240 h 6857999"/>
              <a:gd name="connsiteX137" fmla="*/ 190221 w 12193200"/>
              <a:gd name="connsiteY137" fmla="*/ 3332115 h 6857999"/>
              <a:gd name="connsiteX138" fmla="*/ 2997602 w 12193200"/>
              <a:gd name="connsiteY138" fmla="*/ 3332115 h 6857999"/>
              <a:gd name="connsiteX139" fmla="*/ 2997602 w 12193200"/>
              <a:gd name="connsiteY139" fmla="*/ 1859240 h 6857999"/>
              <a:gd name="connsiteX140" fmla="*/ 9193444 w 12193200"/>
              <a:gd name="connsiteY140" fmla="*/ 1671302 h 6857999"/>
              <a:gd name="connsiteX141" fmla="*/ 9193444 w 12193200"/>
              <a:gd name="connsiteY141" fmla="*/ 1852040 h 6857999"/>
              <a:gd name="connsiteX142" fmla="*/ 12001406 w 12193200"/>
              <a:gd name="connsiteY142" fmla="*/ 1852040 h 6857999"/>
              <a:gd name="connsiteX143" fmla="*/ 12001406 w 12193200"/>
              <a:gd name="connsiteY143" fmla="*/ 1671302 h 6857999"/>
              <a:gd name="connsiteX144" fmla="*/ 9006666 w 12193200"/>
              <a:gd name="connsiteY144" fmla="*/ 1671302 h 6857999"/>
              <a:gd name="connsiteX145" fmla="*/ 9006666 w 12193200"/>
              <a:gd name="connsiteY145" fmla="*/ 1852040 h 6857999"/>
              <a:gd name="connsiteX146" fmla="*/ 9186244 w 12193200"/>
              <a:gd name="connsiteY146" fmla="*/ 1852040 h 6857999"/>
              <a:gd name="connsiteX147" fmla="*/ 9186244 w 12193200"/>
              <a:gd name="connsiteY147" fmla="*/ 1671302 h 6857999"/>
              <a:gd name="connsiteX148" fmla="*/ 6191504 w 12193200"/>
              <a:gd name="connsiteY148" fmla="*/ 1671302 h 6857999"/>
              <a:gd name="connsiteX149" fmla="*/ 6191504 w 12193200"/>
              <a:gd name="connsiteY149" fmla="*/ 1852040 h 6857999"/>
              <a:gd name="connsiteX150" fmla="*/ 8999466 w 12193200"/>
              <a:gd name="connsiteY150" fmla="*/ 1852040 h 6857999"/>
              <a:gd name="connsiteX151" fmla="*/ 8999466 w 12193200"/>
              <a:gd name="connsiteY151" fmla="*/ 1671302 h 6857999"/>
              <a:gd name="connsiteX152" fmla="*/ 6006316 w 12193200"/>
              <a:gd name="connsiteY152" fmla="*/ 1671302 h 6857999"/>
              <a:gd name="connsiteX153" fmla="*/ 6006316 w 12193200"/>
              <a:gd name="connsiteY153" fmla="*/ 1852040 h 6857999"/>
              <a:gd name="connsiteX154" fmla="*/ 6184304 w 12193200"/>
              <a:gd name="connsiteY154" fmla="*/ 1852040 h 6857999"/>
              <a:gd name="connsiteX155" fmla="*/ 6184304 w 12193200"/>
              <a:gd name="connsiteY155" fmla="*/ 1671302 h 6857999"/>
              <a:gd name="connsiteX156" fmla="*/ 3191152 w 12193200"/>
              <a:gd name="connsiteY156" fmla="*/ 1671302 h 6857999"/>
              <a:gd name="connsiteX157" fmla="*/ 3191152 w 12193200"/>
              <a:gd name="connsiteY157" fmla="*/ 1852040 h 6857999"/>
              <a:gd name="connsiteX158" fmla="*/ 5999116 w 12193200"/>
              <a:gd name="connsiteY158" fmla="*/ 1852040 h 6857999"/>
              <a:gd name="connsiteX159" fmla="*/ 5999116 w 12193200"/>
              <a:gd name="connsiteY159" fmla="*/ 1671302 h 6857999"/>
              <a:gd name="connsiteX160" fmla="*/ 3004803 w 12193200"/>
              <a:gd name="connsiteY160" fmla="*/ 1671302 h 6857999"/>
              <a:gd name="connsiteX161" fmla="*/ 3004803 w 12193200"/>
              <a:gd name="connsiteY161" fmla="*/ 1852040 h 6857999"/>
              <a:gd name="connsiteX162" fmla="*/ 3183952 w 12193200"/>
              <a:gd name="connsiteY162" fmla="*/ 1852040 h 6857999"/>
              <a:gd name="connsiteX163" fmla="*/ 3183952 w 12193200"/>
              <a:gd name="connsiteY163" fmla="*/ 1671302 h 6857999"/>
              <a:gd name="connsiteX164" fmla="*/ 190221 w 12193200"/>
              <a:gd name="connsiteY164" fmla="*/ 1671302 h 6857999"/>
              <a:gd name="connsiteX165" fmla="*/ 190221 w 12193200"/>
              <a:gd name="connsiteY165" fmla="*/ 1852040 h 6857999"/>
              <a:gd name="connsiteX166" fmla="*/ 2997602 w 12193200"/>
              <a:gd name="connsiteY166" fmla="*/ 1852040 h 6857999"/>
              <a:gd name="connsiteX167" fmla="*/ 2997602 w 12193200"/>
              <a:gd name="connsiteY167" fmla="*/ 1671302 h 6857999"/>
              <a:gd name="connsiteX168" fmla="*/ 9193444 w 12193200"/>
              <a:gd name="connsiteY168" fmla="*/ 190219 h 6857999"/>
              <a:gd name="connsiteX169" fmla="*/ 9193444 w 12193200"/>
              <a:gd name="connsiteY169" fmla="*/ 1664102 h 6857999"/>
              <a:gd name="connsiteX170" fmla="*/ 12001406 w 12193200"/>
              <a:gd name="connsiteY170" fmla="*/ 1664102 h 6857999"/>
              <a:gd name="connsiteX171" fmla="*/ 12001406 w 12193200"/>
              <a:gd name="connsiteY171" fmla="*/ 190219 h 6857999"/>
              <a:gd name="connsiteX172" fmla="*/ 9006666 w 12193200"/>
              <a:gd name="connsiteY172" fmla="*/ 190219 h 6857999"/>
              <a:gd name="connsiteX173" fmla="*/ 9006666 w 12193200"/>
              <a:gd name="connsiteY173" fmla="*/ 1664102 h 6857999"/>
              <a:gd name="connsiteX174" fmla="*/ 9186244 w 12193200"/>
              <a:gd name="connsiteY174" fmla="*/ 1664102 h 6857999"/>
              <a:gd name="connsiteX175" fmla="*/ 9186244 w 12193200"/>
              <a:gd name="connsiteY175" fmla="*/ 190219 h 6857999"/>
              <a:gd name="connsiteX176" fmla="*/ 6191504 w 12193200"/>
              <a:gd name="connsiteY176" fmla="*/ 190219 h 6857999"/>
              <a:gd name="connsiteX177" fmla="*/ 6191504 w 12193200"/>
              <a:gd name="connsiteY177" fmla="*/ 1664102 h 6857999"/>
              <a:gd name="connsiteX178" fmla="*/ 8999466 w 12193200"/>
              <a:gd name="connsiteY178" fmla="*/ 1664102 h 6857999"/>
              <a:gd name="connsiteX179" fmla="*/ 8999466 w 12193200"/>
              <a:gd name="connsiteY179" fmla="*/ 190219 h 6857999"/>
              <a:gd name="connsiteX180" fmla="*/ 6006316 w 12193200"/>
              <a:gd name="connsiteY180" fmla="*/ 190219 h 6857999"/>
              <a:gd name="connsiteX181" fmla="*/ 6006316 w 12193200"/>
              <a:gd name="connsiteY181" fmla="*/ 1664102 h 6857999"/>
              <a:gd name="connsiteX182" fmla="*/ 6184304 w 12193200"/>
              <a:gd name="connsiteY182" fmla="*/ 1664102 h 6857999"/>
              <a:gd name="connsiteX183" fmla="*/ 6184304 w 12193200"/>
              <a:gd name="connsiteY183" fmla="*/ 190219 h 6857999"/>
              <a:gd name="connsiteX184" fmla="*/ 3191152 w 12193200"/>
              <a:gd name="connsiteY184" fmla="*/ 190219 h 6857999"/>
              <a:gd name="connsiteX185" fmla="*/ 3191152 w 12193200"/>
              <a:gd name="connsiteY185" fmla="*/ 1664102 h 6857999"/>
              <a:gd name="connsiteX186" fmla="*/ 5999116 w 12193200"/>
              <a:gd name="connsiteY186" fmla="*/ 1664102 h 6857999"/>
              <a:gd name="connsiteX187" fmla="*/ 5999116 w 12193200"/>
              <a:gd name="connsiteY187" fmla="*/ 190219 h 6857999"/>
              <a:gd name="connsiteX188" fmla="*/ 3004803 w 12193200"/>
              <a:gd name="connsiteY188" fmla="*/ 190219 h 6857999"/>
              <a:gd name="connsiteX189" fmla="*/ 3004803 w 12193200"/>
              <a:gd name="connsiteY189" fmla="*/ 1664102 h 6857999"/>
              <a:gd name="connsiteX190" fmla="*/ 3183952 w 12193200"/>
              <a:gd name="connsiteY190" fmla="*/ 1664102 h 6857999"/>
              <a:gd name="connsiteX191" fmla="*/ 3183952 w 12193200"/>
              <a:gd name="connsiteY191" fmla="*/ 190219 h 6857999"/>
              <a:gd name="connsiteX192" fmla="*/ 190221 w 12193200"/>
              <a:gd name="connsiteY192" fmla="*/ 190219 h 6857999"/>
              <a:gd name="connsiteX193" fmla="*/ 190221 w 12193200"/>
              <a:gd name="connsiteY193" fmla="*/ 1664102 h 6857999"/>
              <a:gd name="connsiteX194" fmla="*/ 2997602 w 12193200"/>
              <a:gd name="connsiteY194" fmla="*/ 1664102 h 6857999"/>
              <a:gd name="connsiteX195" fmla="*/ 2997602 w 12193200"/>
              <a:gd name="connsiteY195" fmla="*/ 190219 h 6857999"/>
              <a:gd name="connsiteX196" fmla="*/ 183021 w 12193200"/>
              <a:gd name="connsiteY196" fmla="*/ 0 h 6857999"/>
              <a:gd name="connsiteX197" fmla="*/ 190221 w 12193200"/>
              <a:gd name="connsiteY197" fmla="*/ 0 h 6857999"/>
              <a:gd name="connsiteX198" fmla="*/ 190221 w 12193200"/>
              <a:gd name="connsiteY198" fmla="*/ 183019 h 6857999"/>
              <a:gd name="connsiteX199" fmla="*/ 2997602 w 12193200"/>
              <a:gd name="connsiteY199" fmla="*/ 183019 h 6857999"/>
              <a:gd name="connsiteX200" fmla="*/ 2997602 w 12193200"/>
              <a:gd name="connsiteY200" fmla="*/ 0 h 6857999"/>
              <a:gd name="connsiteX201" fmla="*/ 3004803 w 12193200"/>
              <a:gd name="connsiteY201" fmla="*/ 0 h 6857999"/>
              <a:gd name="connsiteX202" fmla="*/ 3004803 w 12193200"/>
              <a:gd name="connsiteY202" fmla="*/ 183019 h 6857999"/>
              <a:gd name="connsiteX203" fmla="*/ 3183952 w 12193200"/>
              <a:gd name="connsiteY203" fmla="*/ 183019 h 6857999"/>
              <a:gd name="connsiteX204" fmla="*/ 3183952 w 12193200"/>
              <a:gd name="connsiteY204" fmla="*/ 0 h 6857999"/>
              <a:gd name="connsiteX205" fmla="*/ 3191152 w 12193200"/>
              <a:gd name="connsiteY205" fmla="*/ 0 h 6857999"/>
              <a:gd name="connsiteX206" fmla="*/ 3191152 w 12193200"/>
              <a:gd name="connsiteY206" fmla="*/ 183019 h 6857999"/>
              <a:gd name="connsiteX207" fmla="*/ 5999116 w 12193200"/>
              <a:gd name="connsiteY207" fmla="*/ 183019 h 6857999"/>
              <a:gd name="connsiteX208" fmla="*/ 5999116 w 12193200"/>
              <a:gd name="connsiteY208" fmla="*/ 0 h 6857999"/>
              <a:gd name="connsiteX209" fmla="*/ 6006316 w 12193200"/>
              <a:gd name="connsiteY209" fmla="*/ 0 h 6857999"/>
              <a:gd name="connsiteX210" fmla="*/ 6006316 w 12193200"/>
              <a:gd name="connsiteY210" fmla="*/ 183019 h 6857999"/>
              <a:gd name="connsiteX211" fmla="*/ 6184304 w 12193200"/>
              <a:gd name="connsiteY211" fmla="*/ 183019 h 6857999"/>
              <a:gd name="connsiteX212" fmla="*/ 6184304 w 12193200"/>
              <a:gd name="connsiteY212" fmla="*/ 0 h 6857999"/>
              <a:gd name="connsiteX213" fmla="*/ 6191504 w 12193200"/>
              <a:gd name="connsiteY213" fmla="*/ 0 h 6857999"/>
              <a:gd name="connsiteX214" fmla="*/ 6191504 w 12193200"/>
              <a:gd name="connsiteY214" fmla="*/ 183019 h 6857999"/>
              <a:gd name="connsiteX215" fmla="*/ 8999466 w 12193200"/>
              <a:gd name="connsiteY215" fmla="*/ 183019 h 6857999"/>
              <a:gd name="connsiteX216" fmla="*/ 8999466 w 12193200"/>
              <a:gd name="connsiteY216" fmla="*/ 0 h 6857999"/>
              <a:gd name="connsiteX217" fmla="*/ 9006666 w 12193200"/>
              <a:gd name="connsiteY217" fmla="*/ 0 h 6857999"/>
              <a:gd name="connsiteX218" fmla="*/ 9006666 w 12193200"/>
              <a:gd name="connsiteY218" fmla="*/ 183019 h 6857999"/>
              <a:gd name="connsiteX219" fmla="*/ 9186244 w 12193200"/>
              <a:gd name="connsiteY219" fmla="*/ 183019 h 6857999"/>
              <a:gd name="connsiteX220" fmla="*/ 9186244 w 12193200"/>
              <a:gd name="connsiteY220" fmla="*/ 1 h 6857999"/>
              <a:gd name="connsiteX221" fmla="*/ 9193444 w 12193200"/>
              <a:gd name="connsiteY221" fmla="*/ 1 h 6857999"/>
              <a:gd name="connsiteX222" fmla="*/ 9193444 w 12193200"/>
              <a:gd name="connsiteY222" fmla="*/ 183019 h 6857999"/>
              <a:gd name="connsiteX223" fmla="*/ 12001406 w 12193200"/>
              <a:gd name="connsiteY223" fmla="*/ 183019 h 6857999"/>
              <a:gd name="connsiteX224" fmla="*/ 12001406 w 12193200"/>
              <a:gd name="connsiteY224" fmla="*/ 1 h 6857999"/>
              <a:gd name="connsiteX225" fmla="*/ 12008606 w 12193200"/>
              <a:gd name="connsiteY225" fmla="*/ 1 h 6857999"/>
              <a:gd name="connsiteX226" fmla="*/ 12008606 w 12193200"/>
              <a:gd name="connsiteY226" fmla="*/ 183019 h 6857999"/>
              <a:gd name="connsiteX227" fmla="*/ 12193200 w 12193200"/>
              <a:gd name="connsiteY227" fmla="*/ 183019 h 6857999"/>
              <a:gd name="connsiteX228" fmla="*/ 12193200 w 12193200"/>
              <a:gd name="connsiteY228" fmla="*/ 190219 h 6857999"/>
              <a:gd name="connsiteX229" fmla="*/ 12008606 w 12193200"/>
              <a:gd name="connsiteY229" fmla="*/ 190219 h 6857999"/>
              <a:gd name="connsiteX230" fmla="*/ 12008606 w 12193200"/>
              <a:gd name="connsiteY230" fmla="*/ 1664102 h 6857999"/>
              <a:gd name="connsiteX231" fmla="*/ 12193200 w 12193200"/>
              <a:gd name="connsiteY231" fmla="*/ 1664102 h 6857999"/>
              <a:gd name="connsiteX232" fmla="*/ 12193200 w 12193200"/>
              <a:gd name="connsiteY232" fmla="*/ 1671302 h 6857999"/>
              <a:gd name="connsiteX233" fmla="*/ 12008606 w 12193200"/>
              <a:gd name="connsiteY233" fmla="*/ 1671302 h 6857999"/>
              <a:gd name="connsiteX234" fmla="*/ 12008606 w 12193200"/>
              <a:gd name="connsiteY234" fmla="*/ 1852040 h 6857999"/>
              <a:gd name="connsiteX235" fmla="*/ 12193200 w 12193200"/>
              <a:gd name="connsiteY235" fmla="*/ 1852040 h 6857999"/>
              <a:gd name="connsiteX236" fmla="*/ 12193200 w 12193200"/>
              <a:gd name="connsiteY236" fmla="*/ 1859240 h 6857999"/>
              <a:gd name="connsiteX237" fmla="*/ 12008606 w 12193200"/>
              <a:gd name="connsiteY237" fmla="*/ 1859240 h 6857999"/>
              <a:gd name="connsiteX238" fmla="*/ 12008606 w 12193200"/>
              <a:gd name="connsiteY238" fmla="*/ 3332115 h 6857999"/>
              <a:gd name="connsiteX239" fmla="*/ 12193200 w 12193200"/>
              <a:gd name="connsiteY239" fmla="*/ 3332115 h 6857999"/>
              <a:gd name="connsiteX240" fmla="*/ 12193200 w 12193200"/>
              <a:gd name="connsiteY240" fmla="*/ 3339315 h 6857999"/>
              <a:gd name="connsiteX241" fmla="*/ 12008606 w 12193200"/>
              <a:gd name="connsiteY241" fmla="*/ 3339315 h 6857999"/>
              <a:gd name="connsiteX242" fmla="*/ 12008606 w 12193200"/>
              <a:gd name="connsiteY242" fmla="*/ 3517303 h 6857999"/>
              <a:gd name="connsiteX243" fmla="*/ 12193200 w 12193200"/>
              <a:gd name="connsiteY243" fmla="*/ 3517303 h 6857999"/>
              <a:gd name="connsiteX244" fmla="*/ 12193200 w 12193200"/>
              <a:gd name="connsiteY244" fmla="*/ 3524503 h 6857999"/>
              <a:gd name="connsiteX245" fmla="*/ 12008606 w 12193200"/>
              <a:gd name="connsiteY245" fmla="*/ 3524503 h 6857999"/>
              <a:gd name="connsiteX246" fmla="*/ 12008606 w 12193200"/>
              <a:gd name="connsiteY246" fmla="*/ 4998966 h 6857999"/>
              <a:gd name="connsiteX247" fmla="*/ 12193200 w 12193200"/>
              <a:gd name="connsiteY247" fmla="*/ 4998966 h 6857999"/>
              <a:gd name="connsiteX248" fmla="*/ 12193200 w 12193200"/>
              <a:gd name="connsiteY248" fmla="*/ 5006166 h 6857999"/>
              <a:gd name="connsiteX249" fmla="*/ 12008606 w 12193200"/>
              <a:gd name="connsiteY249" fmla="*/ 5006166 h 6857999"/>
              <a:gd name="connsiteX250" fmla="*/ 12008606 w 12193200"/>
              <a:gd name="connsiteY250" fmla="*/ 5185743 h 6857999"/>
              <a:gd name="connsiteX251" fmla="*/ 12193200 w 12193200"/>
              <a:gd name="connsiteY251" fmla="*/ 5185743 h 6857999"/>
              <a:gd name="connsiteX252" fmla="*/ 12193200 w 12193200"/>
              <a:gd name="connsiteY252" fmla="*/ 5192943 h 6857999"/>
              <a:gd name="connsiteX253" fmla="*/ 12008606 w 12193200"/>
              <a:gd name="connsiteY253" fmla="*/ 5192943 h 6857999"/>
              <a:gd name="connsiteX254" fmla="*/ 12008606 w 12193200"/>
              <a:gd name="connsiteY254" fmla="*/ 6668993 h 6857999"/>
              <a:gd name="connsiteX255" fmla="*/ 12193200 w 12193200"/>
              <a:gd name="connsiteY255" fmla="*/ 6668993 h 6857999"/>
              <a:gd name="connsiteX256" fmla="*/ 12193200 w 12193200"/>
              <a:gd name="connsiteY256" fmla="*/ 6676193 h 6857999"/>
              <a:gd name="connsiteX257" fmla="*/ 12008606 w 12193200"/>
              <a:gd name="connsiteY257" fmla="*/ 6676193 h 6857999"/>
              <a:gd name="connsiteX258" fmla="*/ 12008606 w 12193200"/>
              <a:gd name="connsiteY258" fmla="*/ 6857999 h 6857999"/>
              <a:gd name="connsiteX259" fmla="*/ 12001406 w 12193200"/>
              <a:gd name="connsiteY259" fmla="*/ 6857999 h 6857999"/>
              <a:gd name="connsiteX260" fmla="*/ 12001406 w 12193200"/>
              <a:gd name="connsiteY260" fmla="*/ 6676193 h 6857999"/>
              <a:gd name="connsiteX261" fmla="*/ 9193444 w 12193200"/>
              <a:gd name="connsiteY261" fmla="*/ 6676193 h 6857999"/>
              <a:gd name="connsiteX262" fmla="*/ 9193444 w 12193200"/>
              <a:gd name="connsiteY262" fmla="*/ 6857999 h 6857999"/>
              <a:gd name="connsiteX263" fmla="*/ 9186244 w 12193200"/>
              <a:gd name="connsiteY263" fmla="*/ 6857999 h 6857999"/>
              <a:gd name="connsiteX264" fmla="*/ 9186244 w 12193200"/>
              <a:gd name="connsiteY264" fmla="*/ 6676193 h 6857999"/>
              <a:gd name="connsiteX265" fmla="*/ 9006666 w 12193200"/>
              <a:gd name="connsiteY265" fmla="*/ 6676193 h 6857999"/>
              <a:gd name="connsiteX266" fmla="*/ 9006666 w 12193200"/>
              <a:gd name="connsiteY266" fmla="*/ 6857999 h 6857999"/>
              <a:gd name="connsiteX267" fmla="*/ 8999466 w 12193200"/>
              <a:gd name="connsiteY267" fmla="*/ 6857999 h 6857999"/>
              <a:gd name="connsiteX268" fmla="*/ 8999466 w 12193200"/>
              <a:gd name="connsiteY268" fmla="*/ 6676193 h 6857999"/>
              <a:gd name="connsiteX269" fmla="*/ 6191504 w 12193200"/>
              <a:gd name="connsiteY269" fmla="*/ 6676193 h 6857999"/>
              <a:gd name="connsiteX270" fmla="*/ 6191504 w 12193200"/>
              <a:gd name="connsiteY270" fmla="*/ 6857999 h 6857999"/>
              <a:gd name="connsiteX271" fmla="*/ 6184304 w 12193200"/>
              <a:gd name="connsiteY271" fmla="*/ 6857999 h 6857999"/>
              <a:gd name="connsiteX272" fmla="*/ 6184304 w 12193200"/>
              <a:gd name="connsiteY272" fmla="*/ 6676193 h 6857999"/>
              <a:gd name="connsiteX273" fmla="*/ 6006316 w 12193200"/>
              <a:gd name="connsiteY273" fmla="*/ 6676193 h 6857999"/>
              <a:gd name="connsiteX274" fmla="*/ 6006316 w 12193200"/>
              <a:gd name="connsiteY274" fmla="*/ 6857999 h 6857999"/>
              <a:gd name="connsiteX275" fmla="*/ 5999116 w 12193200"/>
              <a:gd name="connsiteY275" fmla="*/ 6857999 h 6857999"/>
              <a:gd name="connsiteX276" fmla="*/ 5999116 w 12193200"/>
              <a:gd name="connsiteY276" fmla="*/ 6676193 h 6857999"/>
              <a:gd name="connsiteX277" fmla="*/ 3191152 w 12193200"/>
              <a:gd name="connsiteY277" fmla="*/ 6676193 h 6857999"/>
              <a:gd name="connsiteX278" fmla="*/ 3191152 w 12193200"/>
              <a:gd name="connsiteY278" fmla="*/ 6857999 h 6857999"/>
              <a:gd name="connsiteX279" fmla="*/ 3183952 w 12193200"/>
              <a:gd name="connsiteY279" fmla="*/ 6857999 h 6857999"/>
              <a:gd name="connsiteX280" fmla="*/ 3183952 w 12193200"/>
              <a:gd name="connsiteY280" fmla="*/ 6676193 h 6857999"/>
              <a:gd name="connsiteX281" fmla="*/ 3004803 w 12193200"/>
              <a:gd name="connsiteY281" fmla="*/ 6676193 h 6857999"/>
              <a:gd name="connsiteX282" fmla="*/ 3004803 w 12193200"/>
              <a:gd name="connsiteY282" fmla="*/ 6857999 h 6857999"/>
              <a:gd name="connsiteX283" fmla="*/ 2997602 w 12193200"/>
              <a:gd name="connsiteY283" fmla="*/ 6857999 h 6857999"/>
              <a:gd name="connsiteX284" fmla="*/ 2997602 w 12193200"/>
              <a:gd name="connsiteY284" fmla="*/ 6676193 h 6857999"/>
              <a:gd name="connsiteX285" fmla="*/ 190221 w 12193200"/>
              <a:gd name="connsiteY285" fmla="*/ 6676193 h 6857999"/>
              <a:gd name="connsiteX286" fmla="*/ 190221 w 12193200"/>
              <a:gd name="connsiteY286" fmla="*/ 6857999 h 6857999"/>
              <a:gd name="connsiteX287" fmla="*/ 183021 w 12193200"/>
              <a:gd name="connsiteY287" fmla="*/ 6857999 h 6857999"/>
              <a:gd name="connsiteX288" fmla="*/ 183021 w 12193200"/>
              <a:gd name="connsiteY288" fmla="*/ 6676193 h 6857999"/>
              <a:gd name="connsiteX289" fmla="*/ 0 w 12193200"/>
              <a:gd name="connsiteY289" fmla="*/ 6676193 h 6857999"/>
              <a:gd name="connsiteX290" fmla="*/ 0 w 12193200"/>
              <a:gd name="connsiteY290" fmla="*/ 6668993 h 6857999"/>
              <a:gd name="connsiteX291" fmla="*/ 183021 w 12193200"/>
              <a:gd name="connsiteY291" fmla="*/ 6668993 h 6857999"/>
              <a:gd name="connsiteX292" fmla="*/ 183021 w 12193200"/>
              <a:gd name="connsiteY292" fmla="*/ 5192943 h 6857999"/>
              <a:gd name="connsiteX293" fmla="*/ 0 w 12193200"/>
              <a:gd name="connsiteY293" fmla="*/ 5192943 h 6857999"/>
              <a:gd name="connsiteX294" fmla="*/ 0 w 12193200"/>
              <a:gd name="connsiteY294" fmla="*/ 5185743 h 6857999"/>
              <a:gd name="connsiteX295" fmla="*/ 183021 w 12193200"/>
              <a:gd name="connsiteY295" fmla="*/ 5185743 h 6857999"/>
              <a:gd name="connsiteX296" fmla="*/ 183021 w 12193200"/>
              <a:gd name="connsiteY296" fmla="*/ 5006166 h 6857999"/>
              <a:gd name="connsiteX297" fmla="*/ 1 w 12193200"/>
              <a:gd name="connsiteY297" fmla="*/ 5006166 h 6857999"/>
              <a:gd name="connsiteX298" fmla="*/ 1 w 12193200"/>
              <a:gd name="connsiteY298" fmla="*/ 4998966 h 6857999"/>
              <a:gd name="connsiteX299" fmla="*/ 183021 w 12193200"/>
              <a:gd name="connsiteY299" fmla="*/ 4998966 h 6857999"/>
              <a:gd name="connsiteX300" fmla="*/ 183021 w 12193200"/>
              <a:gd name="connsiteY300" fmla="*/ 3524503 h 6857999"/>
              <a:gd name="connsiteX301" fmla="*/ 1 w 12193200"/>
              <a:gd name="connsiteY301" fmla="*/ 3524503 h 6857999"/>
              <a:gd name="connsiteX302" fmla="*/ 1 w 12193200"/>
              <a:gd name="connsiteY302" fmla="*/ 3517303 h 6857999"/>
              <a:gd name="connsiteX303" fmla="*/ 183021 w 12193200"/>
              <a:gd name="connsiteY303" fmla="*/ 3517303 h 6857999"/>
              <a:gd name="connsiteX304" fmla="*/ 183021 w 12193200"/>
              <a:gd name="connsiteY304" fmla="*/ 3339315 h 6857999"/>
              <a:gd name="connsiteX305" fmla="*/ 1 w 12193200"/>
              <a:gd name="connsiteY305" fmla="*/ 3339315 h 6857999"/>
              <a:gd name="connsiteX306" fmla="*/ 1 w 12193200"/>
              <a:gd name="connsiteY306" fmla="*/ 3332115 h 6857999"/>
              <a:gd name="connsiteX307" fmla="*/ 183021 w 12193200"/>
              <a:gd name="connsiteY307" fmla="*/ 3332115 h 6857999"/>
              <a:gd name="connsiteX308" fmla="*/ 183021 w 12193200"/>
              <a:gd name="connsiteY308" fmla="*/ 1859240 h 6857999"/>
              <a:gd name="connsiteX309" fmla="*/ 1 w 12193200"/>
              <a:gd name="connsiteY309" fmla="*/ 1859240 h 6857999"/>
              <a:gd name="connsiteX310" fmla="*/ 1 w 12193200"/>
              <a:gd name="connsiteY310" fmla="*/ 1852040 h 6857999"/>
              <a:gd name="connsiteX311" fmla="*/ 183021 w 12193200"/>
              <a:gd name="connsiteY311" fmla="*/ 1852040 h 6857999"/>
              <a:gd name="connsiteX312" fmla="*/ 183021 w 12193200"/>
              <a:gd name="connsiteY312" fmla="*/ 1671302 h 6857999"/>
              <a:gd name="connsiteX313" fmla="*/ 1 w 12193200"/>
              <a:gd name="connsiteY313" fmla="*/ 1671302 h 6857999"/>
              <a:gd name="connsiteX314" fmla="*/ 1 w 12193200"/>
              <a:gd name="connsiteY314" fmla="*/ 1664102 h 6857999"/>
              <a:gd name="connsiteX315" fmla="*/ 183021 w 12193200"/>
              <a:gd name="connsiteY315" fmla="*/ 1664102 h 6857999"/>
              <a:gd name="connsiteX316" fmla="*/ 183021 w 12193200"/>
              <a:gd name="connsiteY316" fmla="*/ 190219 h 6857999"/>
              <a:gd name="connsiteX317" fmla="*/ 1 w 12193200"/>
              <a:gd name="connsiteY317" fmla="*/ 190219 h 6857999"/>
              <a:gd name="connsiteX318" fmla="*/ 1 w 12193200"/>
              <a:gd name="connsiteY318" fmla="*/ 183019 h 6857999"/>
              <a:gd name="connsiteX319" fmla="*/ 183021 w 12193200"/>
              <a:gd name="connsiteY319" fmla="*/ 1830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12193200" h="6857999">
                <a:moveTo>
                  <a:pt x="9193444" y="5192943"/>
                </a:moveTo>
                <a:lnTo>
                  <a:pt x="9193444" y="6668993"/>
                </a:lnTo>
                <a:lnTo>
                  <a:pt x="12001406" y="6668993"/>
                </a:lnTo>
                <a:lnTo>
                  <a:pt x="12001406" y="5192943"/>
                </a:lnTo>
                <a:close/>
                <a:moveTo>
                  <a:pt x="9006666" y="5192943"/>
                </a:moveTo>
                <a:lnTo>
                  <a:pt x="9006666" y="6668993"/>
                </a:lnTo>
                <a:lnTo>
                  <a:pt x="9186244" y="6668993"/>
                </a:lnTo>
                <a:lnTo>
                  <a:pt x="9186244" y="5192943"/>
                </a:lnTo>
                <a:close/>
                <a:moveTo>
                  <a:pt x="6191504" y="5192943"/>
                </a:moveTo>
                <a:lnTo>
                  <a:pt x="6191504" y="6668993"/>
                </a:lnTo>
                <a:lnTo>
                  <a:pt x="8999466" y="6668993"/>
                </a:lnTo>
                <a:lnTo>
                  <a:pt x="8999466" y="5192943"/>
                </a:lnTo>
                <a:close/>
                <a:moveTo>
                  <a:pt x="6006316" y="5192943"/>
                </a:moveTo>
                <a:lnTo>
                  <a:pt x="6006316" y="6668993"/>
                </a:lnTo>
                <a:lnTo>
                  <a:pt x="6184304" y="6668993"/>
                </a:lnTo>
                <a:lnTo>
                  <a:pt x="6184304" y="5192943"/>
                </a:lnTo>
                <a:close/>
                <a:moveTo>
                  <a:pt x="3191152" y="5192943"/>
                </a:moveTo>
                <a:lnTo>
                  <a:pt x="3191152" y="6668993"/>
                </a:lnTo>
                <a:lnTo>
                  <a:pt x="5999116" y="6668993"/>
                </a:lnTo>
                <a:lnTo>
                  <a:pt x="5999116" y="5192943"/>
                </a:lnTo>
                <a:close/>
                <a:moveTo>
                  <a:pt x="3004803" y="5192943"/>
                </a:moveTo>
                <a:lnTo>
                  <a:pt x="3004803" y="6668993"/>
                </a:lnTo>
                <a:lnTo>
                  <a:pt x="3183952" y="6668993"/>
                </a:lnTo>
                <a:lnTo>
                  <a:pt x="3183952" y="5192943"/>
                </a:lnTo>
                <a:close/>
                <a:moveTo>
                  <a:pt x="190221" y="5192943"/>
                </a:moveTo>
                <a:lnTo>
                  <a:pt x="190221" y="6668993"/>
                </a:lnTo>
                <a:lnTo>
                  <a:pt x="2997602" y="6668993"/>
                </a:lnTo>
                <a:lnTo>
                  <a:pt x="2997602" y="5192943"/>
                </a:lnTo>
                <a:close/>
                <a:moveTo>
                  <a:pt x="9193444" y="5006166"/>
                </a:moveTo>
                <a:lnTo>
                  <a:pt x="9193444" y="5185743"/>
                </a:lnTo>
                <a:lnTo>
                  <a:pt x="12001406" y="5185743"/>
                </a:lnTo>
                <a:lnTo>
                  <a:pt x="12001406" y="5006166"/>
                </a:lnTo>
                <a:close/>
                <a:moveTo>
                  <a:pt x="9006666" y="5006166"/>
                </a:moveTo>
                <a:lnTo>
                  <a:pt x="9006666" y="5185743"/>
                </a:lnTo>
                <a:lnTo>
                  <a:pt x="9186244" y="5185743"/>
                </a:lnTo>
                <a:lnTo>
                  <a:pt x="9186244" y="5006166"/>
                </a:lnTo>
                <a:close/>
                <a:moveTo>
                  <a:pt x="6191504" y="5006166"/>
                </a:moveTo>
                <a:lnTo>
                  <a:pt x="6191504" y="5185743"/>
                </a:lnTo>
                <a:lnTo>
                  <a:pt x="8999466" y="5185743"/>
                </a:lnTo>
                <a:lnTo>
                  <a:pt x="8999466" y="5006166"/>
                </a:lnTo>
                <a:close/>
                <a:moveTo>
                  <a:pt x="6006316" y="5006166"/>
                </a:moveTo>
                <a:lnTo>
                  <a:pt x="6006316" y="5185743"/>
                </a:lnTo>
                <a:lnTo>
                  <a:pt x="6184304" y="5185743"/>
                </a:lnTo>
                <a:lnTo>
                  <a:pt x="6184304" y="5006166"/>
                </a:lnTo>
                <a:close/>
                <a:moveTo>
                  <a:pt x="3191152" y="5006166"/>
                </a:moveTo>
                <a:lnTo>
                  <a:pt x="3191152" y="5185743"/>
                </a:lnTo>
                <a:lnTo>
                  <a:pt x="5999116" y="5185743"/>
                </a:lnTo>
                <a:lnTo>
                  <a:pt x="5999116" y="5006166"/>
                </a:lnTo>
                <a:close/>
                <a:moveTo>
                  <a:pt x="3004803" y="5006166"/>
                </a:moveTo>
                <a:lnTo>
                  <a:pt x="3004803" y="5185743"/>
                </a:lnTo>
                <a:lnTo>
                  <a:pt x="3183952" y="5185743"/>
                </a:lnTo>
                <a:lnTo>
                  <a:pt x="3183952" y="5006166"/>
                </a:lnTo>
                <a:close/>
                <a:moveTo>
                  <a:pt x="190221" y="5006166"/>
                </a:moveTo>
                <a:lnTo>
                  <a:pt x="190221" y="5185743"/>
                </a:lnTo>
                <a:lnTo>
                  <a:pt x="2997602" y="5185743"/>
                </a:lnTo>
                <a:lnTo>
                  <a:pt x="2997602" y="5006166"/>
                </a:lnTo>
                <a:close/>
                <a:moveTo>
                  <a:pt x="9193444" y="3524503"/>
                </a:moveTo>
                <a:lnTo>
                  <a:pt x="9193444" y="4998966"/>
                </a:lnTo>
                <a:lnTo>
                  <a:pt x="12001406" y="4998966"/>
                </a:lnTo>
                <a:lnTo>
                  <a:pt x="12001406" y="3524503"/>
                </a:lnTo>
                <a:close/>
                <a:moveTo>
                  <a:pt x="9006666" y="3524503"/>
                </a:moveTo>
                <a:lnTo>
                  <a:pt x="9006666" y="4998966"/>
                </a:lnTo>
                <a:lnTo>
                  <a:pt x="9186244" y="4998966"/>
                </a:lnTo>
                <a:lnTo>
                  <a:pt x="9186244" y="3524503"/>
                </a:lnTo>
                <a:close/>
                <a:moveTo>
                  <a:pt x="6191504" y="3524503"/>
                </a:moveTo>
                <a:lnTo>
                  <a:pt x="6191504" y="4998966"/>
                </a:lnTo>
                <a:lnTo>
                  <a:pt x="8999466" y="4998966"/>
                </a:lnTo>
                <a:lnTo>
                  <a:pt x="8999466" y="3524503"/>
                </a:lnTo>
                <a:close/>
                <a:moveTo>
                  <a:pt x="6006316" y="3524503"/>
                </a:moveTo>
                <a:lnTo>
                  <a:pt x="6006316" y="4998966"/>
                </a:lnTo>
                <a:lnTo>
                  <a:pt x="6184304" y="4998966"/>
                </a:lnTo>
                <a:lnTo>
                  <a:pt x="6184304" y="3524503"/>
                </a:lnTo>
                <a:close/>
                <a:moveTo>
                  <a:pt x="3191152" y="3524503"/>
                </a:moveTo>
                <a:lnTo>
                  <a:pt x="3191152" y="4998966"/>
                </a:lnTo>
                <a:lnTo>
                  <a:pt x="5999116" y="4998966"/>
                </a:lnTo>
                <a:lnTo>
                  <a:pt x="5999116" y="3524503"/>
                </a:lnTo>
                <a:close/>
                <a:moveTo>
                  <a:pt x="3004803" y="3524503"/>
                </a:moveTo>
                <a:lnTo>
                  <a:pt x="3004803" y="4998966"/>
                </a:lnTo>
                <a:lnTo>
                  <a:pt x="3183952" y="4998966"/>
                </a:lnTo>
                <a:lnTo>
                  <a:pt x="3183952" y="3524503"/>
                </a:lnTo>
                <a:close/>
                <a:moveTo>
                  <a:pt x="190221" y="3524503"/>
                </a:moveTo>
                <a:lnTo>
                  <a:pt x="190221" y="4998966"/>
                </a:lnTo>
                <a:lnTo>
                  <a:pt x="2997602" y="4998966"/>
                </a:lnTo>
                <a:lnTo>
                  <a:pt x="2997602" y="3524503"/>
                </a:lnTo>
                <a:close/>
                <a:moveTo>
                  <a:pt x="9193444" y="3339315"/>
                </a:moveTo>
                <a:lnTo>
                  <a:pt x="9193444" y="3517303"/>
                </a:lnTo>
                <a:lnTo>
                  <a:pt x="12001406" y="3517303"/>
                </a:lnTo>
                <a:lnTo>
                  <a:pt x="12001406" y="3339315"/>
                </a:lnTo>
                <a:close/>
                <a:moveTo>
                  <a:pt x="9006666" y="3339315"/>
                </a:moveTo>
                <a:lnTo>
                  <a:pt x="9006666" y="3517303"/>
                </a:lnTo>
                <a:lnTo>
                  <a:pt x="9186244" y="3517303"/>
                </a:lnTo>
                <a:lnTo>
                  <a:pt x="9186244" y="3339315"/>
                </a:lnTo>
                <a:close/>
                <a:moveTo>
                  <a:pt x="6191504" y="3339315"/>
                </a:moveTo>
                <a:lnTo>
                  <a:pt x="6191504" y="3517303"/>
                </a:lnTo>
                <a:lnTo>
                  <a:pt x="8999466" y="3517303"/>
                </a:lnTo>
                <a:lnTo>
                  <a:pt x="8999466" y="3339315"/>
                </a:lnTo>
                <a:close/>
                <a:moveTo>
                  <a:pt x="6006316" y="3339315"/>
                </a:moveTo>
                <a:lnTo>
                  <a:pt x="6006316" y="3517303"/>
                </a:lnTo>
                <a:lnTo>
                  <a:pt x="6184304" y="3517303"/>
                </a:lnTo>
                <a:lnTo>
                  <a:pt x="6184304" y="3339315"/>
                </a:lnTo>
                <a:close/>
                <a:moveTo>
                  <a:pt x="3191152" y="3339315"/>
                </a:moveTo>
                <a:lnTo>
                  <a:pt x="3191152" y="3517303"/>
                </a:lnTo>
                <a:lnTo>
                  <a:pt x="5999116" y="3517303"/>
                </a:lnTo>
                <a:lnTo>
                  <a:pt x="5999116" y="3339315"/>
                </a:lnTo>
                <a:close/>
                <a:moveTo>
                  <a:pt x="3004803" y="3339315"/>
                </a:moveTo>
                <a:lnTo>
                  <a:pt x="3004803" y="3517303"/>
                </a:lnTo>
                <a:lnTo>
                  <a:pt x="3183952" y="3517303"/>
                </a:lnTo>
                <a:lnTo>
                  <a:pt x="3183952" y="3339315"/>
                </a:lnTo>
                <a:close/>
                <a:moveTo>
                  <a:pt x="190221" y="3339315"/>
                </a:moveTo>
                <a:lnTo>
                  <a:pt x="190221" y="3517303"/>
                </a:lnTo>
                <a:lnTo>
                  <a:pt x="2997602" y="3517303"/>
                </a:lnTo>
                <a:lnTo>
                  <a:pt x="2997602" y="3339315"/>
                </a:lnTo>
                <a:close/>
                <a:moveTo>
                  <a:pt x="9193444" y="1859240"/>
                </a:moveTo>
                <a:lnTo>
                  <a:pt x="9193444" y="3332115"/>
                </a:lnTo>
                <a:lnTo>
                  <a:pt x="12001406" y="3332115"/>
                </a:lnTo>
                <a:lnTo>
                  <a:pt x="12001406" y="1859240"/>
                </a:lnTo>
                <a:close/>
                <a:moveTo>
                  <a:pt x="9006666" y="1859240"/>
                </a:moveTo>
                <a:lnTo>
                  <a:pt x="9006666" y="3332115"/>
                </a:lnTo>
                <a:lnTo>
                  <a:pt x="9186244" y="3332115"/>
                </a:lnTo>
                <a:lnTo>
                  <a:pt x="9186244" y="1859240"/>
                </a:lnTo>
                <a:close/>
                <a:moveTo>
                  <a:pt x="6191504" y="1859240"/>
                </a:moveTo>
                <a:lnTo>
                  <a:pt x="6191504" y="3332115"/>
                </a:lnTo>
                <a:lnTo>
                  <a:pt x="8999466" y="3332115"/>
                </a:lnTo>
                <a:lnTo>
                  <a:pt x="8999466" y="1859240"/>
                </a:lnTo>
                <a:close/>
                <a:moveTo>
                  <a:pt x="6006316" y="1859240"/>
                </a:moveTo>
                <a:lnTo>
                  <a:pt x="6006316" y="3332115"/>
                </a:lnTo>
                <a:lnTo>
                  <a:pt x="6184304" y="3332115"/>
                </a:lnTo>
                <a:lnTo>
                  <a:pt x="6184304" y="1859240"/>
                </a:lnTo>
                <a:close/>
                <a:moveTo>
                  <a:pt x="3191152" y="1859240"/>
                </a:moveTo>
                <a:lnTo>
                  <a:pt x="3191152" y="3332115"/>
                </a:lnTo>
                <a:lnTo>
                  <a:pt x="5999116" y="3332115"/>
                </a:lnTo>
                <a:lnTo>
                  <a:pt x="5999116" y="1859240"/>
                </a:lnTo>
                <a:close/>
                <a:moveTo>
                  <a:pt x="3004803" y="1859240"/>
                </a:moveTo>
                <a:lnTo>
                  <a:pt x="3004803" y="3332115"/>
                </a:lnTo>
                <a:lnTo>
                  <a:pt x="3183952" y="3332115"/>
                </a:lnTo>
                <a:lnTo>
                  <a:pt x="3183952" y="1859240"/>
                </a:lnTo>
                <a:close/>
                <a:moveTo>
                  <a:pt x="190221" y="1859240"/>
                </a:moveTo>
                <a:lnTo>
                  <a:pt x="190221" y="3332115"/>
                </a:lnTo>
                <a:lnTo>
                  <a:pt x="2997602" y="3332115"/>
                </a:lnTo>
                <a:lnTo>
                  <a:pt x="2997602" y="1859240"/>
                </a:lnTo>
                <a:close/>
                <a:moveTo>
                  <a:pt x="9193444" y="1671302"/>
                </a:moveTo>
                <a:lnTo>
                  <a:pt x="9193444" y="1852040"/>
                </a:lnTo>
                <a:lnTo>
                  <a:pt x="12001406" y="1852040"/>
                </a:lnTo>
                <a:lnTo>
                  <a:pt x="12001406" y="1671302"/>
                </a:lnTo>
                <a:close/>
                <a:moveTo>
                  <a:pt x="9006666" y="1671302"/>
                </a:moveTo>
                <a:lnTo>
                  <a:pt x="9006666" y="1852040"/>
                </a:lnTo>
                <a:lnTo>
                  <a:pt x="9186244" y="1852040"/>
                </a:lnTo>
                <a:lnTo>
                  <a:pt x="9186244" y="1671302"/>
                </a:lnTo>
                <a:close/>
                <a:moveTo>
                  <a:pt x="6191504" y="1671302"/>
                </a:moveTo>
                <a:lnTo>
                  <a:pt x="6191504" y="1852040"/>
                </a:lnTo>
                <a:lnTo>
                  <a:pt x="8999466" y="1852040"/>
                </a:lnTo>
                <a:lnTo>
                  <a:pt x="8999466" y="1671302"/>
                </a:lnTo>
                <a:close/>
                <a:moveTo>
                  <a:pt x="6006316" y="1671302"/>
                </a:moveTo>
                <a:lnTo>
                  <a:pt x="6006316" y="1852040"/>
                </a:lnTo>
                <a:lnTo>
                  <a:pt x="6184304" y="1852040"/>
                </a:lnTo>
                <a:lnTo>
                  <a:pt x="6184304" y="1671302"/>
                </a:lnTo>
                <a:close/>
                <a:moveTo>
                  <a:pt x="3191152" y="1671302"/>
                </a:moveTo>
                <a:lnTo>
                  <a:pt x="3191152" y="1852040"/>
                </a:lnTo>
                <a:lnTo>
                  <a:pt x="5999116" y="1852040"/>
                </a:lnTo>
                <a:lnTo>
                  <a:pt x="5999116" y="1671302"/>
                </a:lnTo>
                <a:close/>
                <a:moveTo>
                  <a:pt x="3004803" y="1671302"/>
                </a:moveTo>
                <a:lnTo>
                  <a:pt x="3004803" y="1852040"/>
                </a:lnTo>
                <a:lnTo>
                  <a:pt x="3183952" y="1852040"/>
                </a:lnTo>
                <a:lnTo>
                  <a:pt x="3183952" y="1671302"/>
                </a:lnTo>
                <a:close/>
                <a:moveTo>
                  <a:pt x="190221" y="1671302"/>
                </a:moveTo>
                <a:lnTo>
                  <a:pt x="190221" y="1852040"/>
                </a:lnTo>
                <a:lnTo>
                  <a:pt x="2997602" y="1852040"/>
                </a:lnTo>
                <a:lnTo>
                  <a:pt x="2997602" y="1671302"/>
                </a:lnTo>
                <a:close/>
                <a:moveTo>
                  <a:pt x="9193444" y="190219"/>
                </a:moveTo>
                <a:lnTo>
                  <a:pt x="9193444" y="1664102"/>
                </a:lnTo>
                <a:lnTo>
                  <a:pt x="12001406" y="1664102"/>
                </a:lnTo>
                <a:lnTo>
                  <a:pt x="12001406" y="190219"/>
                </a:lnTo>
                <a:close/>
                <a:moveTo>
                  <a:pt x="9006666" y="190219"/>
                </a:moveTo>
                <a:lnTo>
                  <a:pt x="9006666" y="1664102"/>
                </a:lnTo>
                <a:lnTo>
                  <a:pt x="9186244" y="1664102"/>
                </a:lnTo>
                <a:lnTo>
                  <a:pt x="9186244" y="190219"/>
                </a:lnTo>
                <a:close/>
                <a:moveTo>
                  <a:pt x="6191504" y="190219"/>
                </a:moveTo>
                <a:lnTo>
                  <a:pt x="6191504" y="1664102"/>
                </a:lnTo>
                <a:lnTo>
                  <a:pt x="8999466" y="1664102"/>
                </a:lnTo>
                <a:lnTo>
                  <a:pt x="8999466" y="190219"/>
                </a:lnTo>
                <a:close/>
                <a:moveTo>
                  <a:pt x="6006316" y="190219"/>
                </a:moveTo>
                <a:lnTo>
                  <a:pt x="6006316" y="1664102"/>
                </a:lnTo>
                <a:lnTo>
                  <a:pt x="6184304" y="1664102"/>
                </a:lnTo>
                <a:lnTo>
                  <a:pt x="6184304" y="190219"/>
                </a:lnTo>
                <a:close/>
                <a:moveTo>
                  <a:pt x="3191152" y="190219"/>
                </a:moveTo>
                <a:lnTo>
                  <a:pt x="3191152" y="1664102"/>
                </a:lnTo>
                <a:lnTo>
                  <a:pt x="5999116" y="1664102"/>
                </a:lnTo>
                <a:lnTo>
                  <a:pt x="5999116" y="190219"/>
                </a:lnTo>
                <a:close/>
                <a:moveTo>
                  <a:pt x="3004803" y="190219"/>
                </a:moveTo>
                <a:lnTo>
                  <a:pt x="3004803" y="1664102"/>
                </a:lnTo>
                <a:lnTo>
                  <a:pt x="3183952" y="1664102"/>
                </a:lnTo>
                <a:lnTo>
                  <a:pt x="3183952" y="190219"/>
                </a:lnTo>
                <a:close/>
                <a:moveTo>
                  <a:pt x="190221" y="190219"/>
                </a:moveTo>
                <a:lnTo>
                  <a:pt x="190221" y="1664102"/>
                </a:lnTo>
                <a:lnTo>
                  <a:pt x="2997602" y="1664102"/>
                </a:lnTo>
                <a:lnTo>
                  <a:pt x="2997602" y="190219"/>
                </a:lnTo>
                <a:close/>
                <a:moveTo>
                  <a:pt x="183021" y="0"/>
                </a:moveTo>
                <a:lnTo>
                  <a:pt x="190221" y="0"/>
                </a:lnTo>
                <a:lnTo>
                  <a:pt x="190221" y="183019"/>
                </a:lnTo>
                <a:lnTo>
                  <a:pt x="2997602" y="183019"/>
                </a:lnTo>
                <a:lnTo>
                  <a:pt x="2997602" y="0"/>
                </a:lnTo>
                <a:lnTo>
                  <a:pt x="3004803" y="0"/>
                </a:lnTo>
                <a:lnTo>
                  <a:pt x="3004803" y="183019"/>
                </a:lnTo>
                <a:lnTo>
                  <a:pt x="3183952" y="183019"/>
                </a:lnTo>
                <a:lnTo>
                  <a:pt x="3183952" y="0"/>
                </a:lnTo>
                <a:lnTo>
                  <a:pt x="3191152" y="0"/>
                </a:lnTo>
                <a:lnTo>
                  <a:pt x="3191152" y="183019"/>
                </a:lnTo>
                <a:lnTo>
                  <a:pt x="5999116" y="183019"/>
                </a:lnTo>
                <a:lnTo>
                  <a:pt x="5999116" y="0"/>
                </a:lnTo>
                <a:lnTo>
                  <a:pt x="6006316" y="0"/>
                </a:lnTo>
                <a:lnTo>
                  <a:pt x="6006316" y="183019"/>
                </a:lnTo>
                <a:lnTo>
                  <a:pt x="6184304" y="183019"/>
                </a:lnTo>
                <a:lnTo>
                  <a:pt x="6184304" y="0"/>
                </a:lnTo>
                <a:lnTo>
                  <a:pt x="6191504" y="0"/>
                </a:lnTo>
                <a:lnTo>
                  <a:pt x="6191504" y="183019"/>
                </a:lnTo>
                <a:lnTo>
                  <a:pt x="8999466" y="183019"/>
                </a:lnTo>
                <a:lnTo>
                  <a:pt x="8999466" y="0"/>
                </a:lnTo>
                <a:lnTo>
                  <a:pt x="9006666" y="0"/>
                </a:lnTo>
                <a:lnTo>
                  <a:pt x="9006666" y="183019"/>
                </a:lnTo>
                <a:lnTo>
                  <a:pt x="9186244" y="183019"/>
                </a:lnTo>
                <a:lnTo>
                  <a:pt x="9186244" y="1"/>
                </a:lnTo>
                <a:lnTo>
                  <a:pt x="9193444" y="1"/>
                </a:lnTo>
                <a:lnTo>
                  <a:pt x="9193444" y="183019"/>
                </a:lnTo>
                <a:lnTo>
                  <a:pt x="12001406" y="183019"/>
                </a:lnTo>
                <a:lnTo>
                  <a:pt x="12001406" y="1"/>
                </a:lnTo>
                <a:lnTo>
                  <a:pt x="12008606" y="1"/>
                </a:lnTo>
                <a:lnTo>
                  <a:pt x="12008606" y="183019"/>
                </a:lnTo>
                <a:lnTo>
                  <a:pt x="12193200" y="183019"/>
                </a:lnTo>
                <a:lnTo>
                  <a:pt x="12193200" y="190219"/>
                </a:lnTo>
                <a:lnTo>
                  <a:pt x="12008606" y="190219"/>
                </a:lnTo>
                <a:lnTo>
                  <a:pt x="12008606" y="1664102"/>
                </a:lnTo>
                <a:lnTo>
                  <a:pt x="12193200" y="1664102"/>
                </a:lnTo>
                <a:lnTo>
                  <a:pt x="12193200" y="1671302"/>
                </a:lnTo>
                <a:lnTo>
                  <a:pt x="12008606" y="1671302"/>
                </a:lnTo>
                <a:lnTo>
                  <a:pt x="12008606" y="1852040"/>
                </a:lnTo>
                <a:lnTo>
                  <a:pt x="12193200" y="1852040"/>
                </a:lnTo>
                <a:lnTo>
                  <a:pt x="12193200" y="1859240"/>
                </a:lnTo>
                <a:lnTo>
                  <a:pt x="12008606" y="1859240"/>
                </a:lnTo>
                <a:lnTo>
                  <a:pt x="12008606" y="3332115"/>
                </a:lnTo>
                <a:lnTo>
                  <a:pt x="12193200" y="3332115"/>
                </a:lnTo>
                <a:lnTo>
                  <a:pt x="12193200" y="3339315"/>
                </a:lnTo>
                <a:lnTo>
                  <a:pt x="12008606" y="3339315"/>
                </a:lnTo>
                <a:lnTo>
                  <a:pt x="12008606" y="3517303"/>
                </a:lnTo>
                <a:lnTo>
                  <a:pt x="12193200" y="3517303"/>
                </a:lnTo>
                <a:lnTo>
                  <a:pt x="12193200" y="3524503"/>
                </a:lnTo>
                <a:lnTo>
                  <a:pt x="12008606" y="3524503"/>
                </a:lnTo>
                <a:lnTo>
                  <a:pt x="12008606" y="4998966"/>
                </a:lnTo>
                <a:lnTo>
                  <a:pt x="12193200" y="4998966"/>
                </a:lnTo>
                <a:lnTo>
                  <a:pt x="12193200" y="5006166"/>
                </a:lnTo>
                <a:lnTo>
                  <a:pt x="12008606" y="5006166"/>
                </a:lnTo>
                <a:lnTo>
                  <a:pt x="12008606" y="5185743"/>
                </a:lnTo>
                <a:lnTo>
                  <a:pt x="12193200" y="5185743"/>
                </a:lnTo>
                <a:lnTo>
                  <a:pt x="12193200" y="5192943"/>
                </a:lnTo>
                <a:lnTo>
                  <a:pt x="12008606" y="5192943"/>
                </a:lnTo>
                <a:lnTo>
                  <a:pt x="12008606" y="6668993"/>
                </a:lnTo>
                <a:lnTo>
                  <a:pt x="12193200" y="6668993"/>
                </a:lnTo>
                <a:lnTo>
                  <a:pt x="12193200" y="6676193"/>
                </a:lnTo>
                <a:lnTo>
                  <a:pt x="12008606" y="6676193"/>
                </a:lnTo>
                <a:lnTo>
                  <a:pt x="12008606" y="6857999"/>
                </a:lnTo>
                <a:lnTo>
                  <a:pt x="12001406" y="6857999"/>
                </a:lnTo>
                <a:lnTo>
                  <a:pt x="12001406" y="6676193"/>
                </a:lnTo>
                <a:lnTo>
                  <a:pt x="9193444" y="6676193"/>
                </a:lnTo>
                <a:lnTo>
                  <a:pt x="9193444" y="6857999"/>
                </a:lnTo>
                <a:lnTo>
                  <a:pt x="9186244" y="6857999"/>
                </a:lnTo>
                <a:lnTo>
                  <a:pt x="9186244" y="6676193"/>
                </a:lnTo>
                <a:lnTo>
                  <a:pt x="9006666" y="6676193"/>
                </a:lnTo>
                <a:lnTo>
                  <a:pt x="9006666" y="6857999"/>
                </a:lnTo>
                <a:lnTo>
                  <a:pt x="8999466" y="6857999"/>
                </a:lnTo>
                <a:lnTo>
                  <a:pt x="8999466" y="6676193"/>
                </a:lnTo>
                <a:lnTo>
                  <a:pt x="6191504" y="6676193"/>
                </a:lnTo>
                <a:lnTo>
                  <a:pt x="6191504" y="6857999"/>
                </a:lnTo>
                <a:lnTo>
                  <a:pt x="6184304" y="6857999"/>
                </a:lnTo>
                <a:lnTo>
                  <a:pt x="6184304" y="6676193"/>
                </a:lnTo>
                <a:lnTo>
                  <a:pt x="6006316" y="6676193"/>
                </a:lnTo>
                <a:lnTo>
                  <a:pt x="6006316" y="6857999"/>
                </a:lnTo>
                <a:lnTo>
                  <a:pt x="5999116" y="6857999"/>
                </a:lnTo>
                <a:lnTo>
                  <a:pt x="5999116" y="6676193"/>
                </a:lnTo>
                <a:lnTo>
                  <a:pt x="3191152" y="6676193"/>
                </a:lnTo>
                <a:lnTo>
                  <a:pt x="3191152" y="6857999"/>
                </a:lnTo>
                <a:lnTo>
                  <a:pt x="3183952" y="6857999"/>
                </a:lnTo>
                <a:lnTo>
                  <a:pt x="3183952" y="6676193"/>
                </a:lnTo>
                <a:lnTo>
                  <a:pt x="3004803" y="6676193"/>
                </a:lnTo>
                <a:lnTo>
                  <a:pt x="3004803" y="6857999"/>
                </a:lnTo>
                <a:lnTo>
                  <a:pt x="2997602" y="6857999"/>
                </a:lnTo>
                <a:lnTo>
                  <a:pt x="2997602" y="6676193"/>
                </a:lnTo>
                <a:lnTo>
                  <a:pt x="190221" y="6676193"/>
                </a:lnTo>
                <a:lnTo>
                  <a:pt x="190221" y="6857999"/>
                </a:lnTo>
                <a:lnTo>
                  <a:pt x="183021" y="6857999"/>
                </a:lnTo>
                <a:lnTo>
                  <a:pt x="183021" y="6676193"/>
                </a:lnTo>
                <a:lnTo>
                  <a:pt x="0" y="6676193"/>
                </a:lnTo>
                <a:lnTo>
                  <a:pt x="0" y="6668993"/>
                </a:lnTo>
                <a:lnTo>
                  <a:pt x="183021" y="6668993"/>
                </a:lnTo>
                <a:lnTo>
                  <a:pt x="183021" y="5192943"/>
                </a:lnTo>
                <a:lnTo>
                  <a:pt x="0" y="5192943"/>
                </a:lnTo>
                <a:lnTo>
                  <a:pt x="0" y="5185743"/>
                </a:lnTo>
                <a:lnTo>
                  <a:pt x="183021" y="5185743"/>
                </a:lnTo>
                <a:lnTo>
                  <a:pt x="183021" y="5006166"/>
                </a:lnTo>
                <a:lnTo>
                  <a:pt x="1" y="5006166"/>
                </a:lnTo>
                <a:lnTo>
                  <a:pt x="1" y="4998966"/>
                </a:lnTo>
                <a:lnTo>
                  <a:pt x="183021" y="4998966"/>
                </a:lnTo>
                <a:lnTo>
                  <a:pt x="183021" y="3524503"/>
                </a:lnTo>
                <a:lnTo>
                  <a:pt x="1" y="3524503"/>
                </a:lnTo>
                <a:lnTo>
                  <a:pt x="1" y="3517303"/>
                </a:lnTo>
                <a:lnTo>
                  <a:pt x="183021" y="3517303"/>
                </a:lnTo>
                <a:lnTo>
                  <a:pt x="183021" y="3339315"/>
                </a:lnTo>
                <a:lnTo>
                  <a:pt x="1" y="3339315"/>
                </a:lnTo>
                <a:lnTo>
                  <a:pt x="1" y="3332115"/>
                </a:lnTo>
                <a:lnTo>
                  <a:pt x="183021" y="3332115"/>
                </a:lnTo>
                <a:lnTo>
                  <a:pt x="183021" y="1859240"/>
                </a:lnTo>
                <a:lnTo>
                  <a:pt x="1" y="1859240"/>
                </a:lnTo>
                <a:lnTo>
                  <a:pt x="1" y="1852040"/>
                </a:lnTo>
                <a:lnTo>
                  <a:pt x="183021" y="1852040"/>
                </a:lnTo>
                <a:lnTo>
                  <a:pt x="183021" y="1671302"/>
                </a:lnTo>
                <a:lnTo>
                  <a:pt x="1" y="1671302"/>
                </a:lnTo>
                <a:lnTo>
                  <a:pt x="1" y="1664102"/>
                </a:lnTo>
                <a:lnTo>
                  <a:pt x="183021" y="1664102"/>
                </a:lnTo>
                <a:lnTo>
                  <a:pt x="183021" y="190219"/>
                </a:lnTo>
                <a:lnTo>
                  <a:pt x="1" y="190219"/>
                </a:lnTo>
                <a:lnTo>
                  <a:pt x="1" y="183019"/>
                </a:lnTo>
                <a:lnTo>
                  <a:pt x="183021" y="183019"/>
                </a:lnTo>
                <a:close/>
              </a:path>
            </a:pathLst>
          </a:custGeom>
          <a:solidFill>
            <a:srgbClr val="2A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F065CCFB-AEB8-FC9C-7290-5BFE3F24F2EE}"/>
              </a:ext>
            </a:extLst>
          </p:cNvPr>
          <p:cNvSpPr/>
          <p:nvPr userDrawn="1"/>
        </p:nvSpPr>
        <p:spPr bwMode="white">
          <a:xfrm>
            <a:off x="3402151" y="1859681"/>
            <a:ext cx="5600562" cy="852381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Web">
            <a:extLst>
              <a:ext uri="{FF2B5EF4-FFF2-40B4-BE49-F238E27FC236}">
                <a16:creationId xmlns:a16="http://schemas.microsoft.com/office/drawing/2014/main" id="{559B566B-FF51-B6E9-46D9-4F51291708A7}"/>
              </a:ext>
            </a:extLst>
          </p:cNvPr>
          <p:cNvSpPr txBox="1"/>
          <p:nvPr userDrawn="1"/>
        </p:nvSpPr>
        <p:spPr bwMode="white">
          <a:xfrm>
            <a:off x="3375025" y="4871040"/>
            <a:ext cx="2627313" cy="1692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1100" dirty="0">
                <a:solidFill>
                  <a:schemeClr val="tx1"/>
                </a:solidFill>
              </a:rPr>
              <a:t>Netcompany.com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BC7154-1016-99A8-C0CF-7C4527AB66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3375025" y="3335338"/>
            <a:ext cx="2625725" cy="1174127"/>
          </a:xfrm>
        </p:spPr>
        <p:txBody>
          <a:bodyPr lIns="72000" tIns="144000" bIns="0"/>
          <a:lstStyle>
            <a:lvl1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1pPr>
            <a:lvl2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2pPr>
            <a:lvl3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 b="0">
                <a:solidFill>
                  <a:schemeClr val="tx1"/>
                </a:solidFill>
              </a:defRPr>
            </a:lvl3pPr>
            <a:lvl4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4pPr>
            <a:lvl5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5pPr>
            <a:lvl6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6pPr>
            <a:lvl7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7pPr>
            <a:lvl8pPr marL="0" indent="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8pPr>
            <a:lvl9pPr marL="0" indent="0">
              <a:lnSpc>
                <a:spcPct val="118000"/>
              </a:lnSpc>
              <a:buFont typeface="Arial" panose="020B0604020202020204" pitchFamily="34" charset="0"/>
              <a:buChar char="​"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insert contact info</a:t>
            </a:r>
            <a:br>
              <a:rPr lang="en-GB" dirty="0"/>
            </a:br>
            <a:r>
              <a:rPr lang="en-GB" dirty="0"/>
              <a:t>Name</a:t>
            </a:r>
            <a:br>
              <a:rPr lang="en-GB" dirty="0"/>
            </a:br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Email</a:t>
            </a:r>
            <a:br>
              <a:rPr lang="en-GB" dirty="0"/>
            </a:br>
            <a:r>
              <a:rPr lang="en-GB" dirty="0"/>
              <a:t>Phone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93690-B712-79F0-15AE-DD3CAD0A960E}"/>
              </a:ext>
            </a:extLst>
          </p:cNvPr>
          <p:cNvSpPr/>
          <p:nvPr userDrawn="1"/>
        </p:nvSpPr>
        <p:spPr>
          <a:xfrm>
            <a:off x="2999775" y="1670051"/>
            <a:ext cx="187925" cy="35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1200768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50">
          <p15:clr>
            <a:srgbClr val="A4A3A4"/>
          </p15:clr>
        </p15:guide>
        <p15:guide id="2" orient="horz" pos="1168">
          <p15:clr>
            <a:srgbClr val="A4A3A4"/>
          </p15:clr>
        </p15:guide>
        <p15:guide id="3" orient="horz" pos="2101">
          <p15:clr>
            <a:srgbClr val="A4A3A4"/>
          </p15:clr>
        </p15:guide>
        <p15:guide id="4" orient="horz" pos="2218">
          <p15:clr>
            <a:srgbClr val="A4A3A4"/>
          </p15:clr>
        </p15:guide>
        <p15:guide id="5" orient="horz" pos="3151">
          <p15:clr>
            <a:srgbClr val="A4A3A4"/>
          </p15:clr>
        </p15:guide>
        <p15:guide id="6" orient="horz" pos="3269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">
            <a:extLst>
              <a:ext uri="{FF2B5EF4-FFF2-40B4-BE49-F238E27FC236}">
                <a16:creationId xmlns:a16="http://schemas.microsoft.com/office/drawing/2014/main" id="{785B307A-AB45-058D-4FCF-F6CA8E8CC324}"/>
              </a:ext>
            </a:extLst>
          </p:cNvPr>
          <p:cNvSpPr/>
          <p:nvPr userDrawn="1"/>
        </p:nvSpPr>
        <p:spPr>
          <a:xfrm>
            <a:off x="-598" y="0"/>
            <a:ext cx="12193199" cy="6858000"/>
          </a:xfrm>
          <a:custGeom>
            <a:avLst/>
            <a:gdLst>
              <a:gd name="connsiteX0" fmla="*/ 190218 w 12193199"/>
              <a:gd name="connsiteY0" fmla="*/ 190219 h 6858000"/>
              <a:gd name="connsiteX1" fmla="*/ 190218 w 12193199"/>
              <a:gd name="connsiteY1" fmla="*/ 6667781 h 6858000"/>
              <a:gd name="connsiteX2" fmla="*/ 12001837 w 12193199"/>
              <a:gd name="connsiteY2" fmla="*/ 6667781 h 6858000"/>
              <a:gd name="connsiteX3" fmla="*/ 12001837 w 12193199"/>
              <a:gd name="connsiteY3" fmla="*/ 190219 h 6858000"/>
              <a:gd name="connsiteX4" fmla="*/ 12001837 w 12193199"/>
              <a:gd name="connsiteY4" fmla="*/ 0 h 6858000"/>
              <a:gd name="connsiteX5" fmla="*/ 12009037 w 12193199"/>
              <a:gd name="connsiteY5" fmla="*/ 0 h 6858000"/>
              <a:gd name="connsiteX6" fmla="*/ 12009037 w 12193199"/>
              <a:gd name="connsiteY6" fmla="*/ 183019 h 6858000"/>
              <a:gd name="connsiteX7" fmla="*/ 12193199 w 12193199"/>
              <a:gd name="connsiteY7" fmla="*/ 183019 h 6858000"/>
              <a:gd name="connsiteX8" fmla="*/ 12193199 w 12193199"/>
              <a:gd name="connsiteY8" fmla="*/ 190219 h 6858000"/>
              <a:gd name="connsiteX9" fmla="*/ 12009037 w 12193199"/>
              <a:gd name="connsiteY9" fmla="*/ 190219 h 6858000"/>
              <a:gd name="connsiteX10" fmla="*/ 12009037 w 12193199"/>
              <a:gd name="connsiteY10" fmla="*/ 6667781 h 6858000"/>
              <a:gd name="connsiteX11" fmla="*/ 12193199 w 12193199"/>
              <a:gd name="connsiteY11" fmla="*/ 6667781 h 6858000"/>
              <a:gd name="connsiteX12" fmla="*/ 12193199 w 12193199"/>
              <a:gd name="connsiteY12" fmla="*/ 6674981 h 6858000"/>
              <a:gd name="connsiteX13" fmla="*/ 12009037 w 12193199"/>
              <a:gd name="connsiteY13" fmla="*/ 6674981 h 6858000"/>
              <a:gd name="connsiteX14" fmla="*/ 12009037 w 12193199"/>
              <a:gd name="connsiteY14" fmla="*/ 6858000 h 6858000"/>
              <a:gd name="connsiteX15" fmla="*/ 12001837 w 12193199"/>
              <a:gd name="connsiteY15" fmla="*/ 6858000 h 6858000"/>
              <a:gd name="connsiteX16" fmla="*/ 12001837 w 12193199"/>
              <a:gd name="connsiteY16" fmla="*/ 6674981 h 6858000"/>
              <a:gd name="connsiteX17" fmla="*/ 190218 w 12193199"/>
              <a:gd name="connsiteY17" fmla="*/ 6674981 h 6858000"/>
              <a:gd name="connsiteX18" fmla="*/ 190218 w 12193199"/>
              <a:gd name="connsiteY18" fmla="*/ 6858000 h 6858000"/>
              <a:gd name="connsiteX19" fmla="*/ 183018 w 12193199"/>
              <a:gd name="connsiteY19" fmla="*/ 6858000 h 6858000"/>
              <a:gd name="connsiteX20" fmla="*/ 183018 w 12193199"/>
              <a:gd name="connsiteY20" fmla="*/ 6674981 h 6858000"/>
              <a:gd name="connsiteX21" fmla="*/ 0 w 12193199"/>
              <a:gd name="connsiteY21" fmla="*/ 6674981 h 6858000"/>
              <a:gd name="connsiteX22" fmla="*/ 0 w 12193199"/>
              <a:gd name="connsiteY22" fmla="*/ 6667781 h 6858000"/>
              <a:gd name="connsiteX23" fmla="*/ 183018 w 12193199"/>
              <a:gd name="connsiteY23" fmla="*/ 6667781 h 6858000"/>
              <a:gd name="connsiteX24" fmla="*/ 183018 w 12193199"/>
              <a:gd name="connsiteY24" fmla="*/ 190219 h 6858000"/>
              <a:gd name="connsiteX25" fmla="*/ 0 w 12193199"/>
              <a:gd name="connsiteY25" fmla="*/ 190219 h 6858000"/>
              <a:gd name="connsiteX26" fmla="*/ 0 w 12193199"/>
              <a:gd name="connsiteY26" fmla="*/ 183019 h 6858000"/>
              <a:gd name="connsiteX27" fmla="*/ 183018 w 12193199"/>
              <a:gd name="connsiteY27" fmla="*/ 183019 h 6858000"/>
              <a:gd name="connsiteX28" fmla="*/ 183018 w 12193199"/>
              <a:gd name="connsiteY28" fmla="*/ 0 h 6858000"/>
              <a:gd name="connsiteX29" fmla="*/ 190218 w 12193199"/>
              <a:gd name="connsiteY29" fmla="*/ 0 h 6858000"/>
              <a:gd name="connsiteX30" fmla="*/ 190218 w 12193199"/>
              <a:gd name="connsiteY30" fmla="*/ 183019 h 6858000"/>
              <a:gd name="connsiteX31" fmla="*/ 12001837 w 12193199"/>
              <a:gd name="connsiteY31" fmla="*/ 1830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93199" h="6858000">
                <a:moveTo>
                  <a:pt x="190218" y="190219"/>
                </a:moveTo>
                <a:lnTo>
                  <a:pt x="190218" y="6667781"/>
                </a:lnTo>
                <a:lnTo>
                  <a:pt x="12001837" y="6667781"/>
                </a:lnTo>
                <a:lnTo>
                  <a:pt x="12001837" y="190219"/>
                </a:lnTo>
                <a:close/>
                <a:moveTo>
                  <a:pt x="12001837" y="0"/>
                </a:moveTo>
                <a:lnTo>
                  <a:pt x="12009037" y="0"/>
                </a:lnTo>
                <a:lnTo>
                  <a:pt x="12009037" y="183019"/>
                </a:lnTo>
                <a:lnTo>
                  <a:pt x="12193199" y="183019"/>
                </a:lnTo>
                <a:lnTo>
                  <a:pt x="12193199" y="190219"/>
                </a:lnTo>
                <a:lnTo>
                  <a:pt x="12009037" y="190219"/>
                </a:lnTo>
                <a:lnTo>
                  <a:pt x="12009037" y="6667781"/>
                </a:lnTo>
                <a:lnTo>
                  <a:pt x="12193199" y="6667781"/>
                </a:lnTo>
                <a:lnTo>
                  <a:pt x="12193199" y="6674981"/>
                </a:lnTo>
                <a:lnTo>
                  <a:pt x="12009037" y="6674981"/>
                </a:lnTo>
                <a:lnTo>
                  <a:pt x="12009037" y="6858000"/>
                </a:lnTo>
                <a:lnTo>
                  <a:pt x="12001837" y="6858000"/>
                </a:lnTo>
                <a:lnTo>
                  <a:pt x="12001837" y="6674981"/>
                </a:lnTo>
                <a:lnTo>
                  <a:pt x="190218" y="6674981"/>
                </a:lnTo>
                <a:lnTo>
                  <a:pt x="190218" y="6858000"/>
                </a:lnTo>
                <a:lnTo>
                  <a:pt x="183018" y="6858000"/>
                </a:lnTo>
                <a:lnTo>
                  <a:pt x="183018" y="6674981"/>
                </a:lnTo>
                <a:lnTo>
                  <a:pt x="0" y="6674981"/>
                </a:lnTo>
                <a:lnTo>
                  <a:pt x="0" y="6667781"/>
                </a:lnTo>
                <a:lnTo>
                  <a:pt x="183018" y="6667781"/>
                </a:lnTo>
                <a:lnTo>
                  <a:pt x="183018" y="190219"/>
                </a:lnTo>
                <a:lnTo>
                  <a:pt x="0" y="190219"/>
                </a:lnTo>
                <a:lnTo>
                  <a:pt x="0" y="183019"/>
                </a:lnTo>
                <a:lnTo>
                  <a:pt x="183018" y="183019"/>
                </a:lnTo>
                <a:lnTo>
                  <a:pt x="183018" y="0"/>
                </a:lnTo>
                <a:lnTo>
                  <a:pt x="190218" y="0"/>
                </a:lnTo>
                <a:lnTo>
                  <a:pt x="190218" y="183019"/>
                </a:lnTo>
                <a:lnTo>
                  <a:pt x="12001837" y="183019"/>
                </a:lnTo>
                <a:close/>
              </a:path>
            </a:pathLst>
          </a:custGeom>
          <a:solidFill>
            <a:srgbClr val="E7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185737"/>
            <a:ext cx="11818937" cy="9477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8" y="1438275"/>
            <a:ext cx="11818937" cy="4562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 level 1 Coral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Body</a:t>
            </a:r>
          </a:p>
          <a:p>
            <a:pPr lvl="4"/>
            <a:r>
              <a:rPr lang="en-GB" noProof="0" dirty="0"/>
              <a:t>Level 5, Header</a:t>
            </a:r>
          </a:p>
          <a:p>
            <a:pPr lvl="5"/>
            <a:r>
              <a:rPr lang="en-GB" noProof="0" dirty="0"/>
              <a:t>Level 6, Body</a:t>
            </a:r>
          </a:p>
          <a:p>
            <a:pPr lvl="6"/>
            <a:r>
              <a:rPr lang="en-GB" noProof="0" dirty="0"/>
              <a:t>Level 7, Small Text</a:t>
            </a:r>
          </a:p>
          <a:p>
            <a:pPr lvl="7"/>
            <a:r>
              <a:rPr lang="en-GB" noProof="0" dirty="0"/>
              <a:t>Level 8, Headline</a:t>
            </a:r>
          </a:p>
          <a:p>
            <a:pPr lvl="8"/>
            <a:r>
              <a:rPr lang="en-GB" noProof="0" dirty="0"/>
              <a:t>Level 9, Headline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4314" y="6474619"/>
            <a:ext cx="360360" cy="196056"/>
          </a:xfrm>
          <a:prstGeom prst="rect">
            <a:avLst/>
          </a:prstGeom>
        </p:spPr>
        <p:txBody>
          <a:bodyPr vert="horz" lIns="0" tIns="252000" rIns="0" bIns="0" rtlCol="0" anchor="b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AB2BF0-A651-AD5C-42CC-145B1AD52D70}"/>
              </a:ext>
            </a:extLst>
          </p:cNvPr>
          <p:cNvSpPr/>
          <p:nvPr userDrawn="1"/>
        </p:nvSpPr>
        <p:spPr>
          <a:xfrm>
            <a:off x="190800" y="6556701"/>
            <a:ext cx="936626" cy="142550"/>
          </a:xfrm>
          <a:custGeom>
            <a:avLst/>
            <a:gdLst>
              <a:gd name="connsiteX0" fmla="*/ 5882163 w 7505700"/>
              <a:gd name="connsiteY0" fmla="*/ 551211 h 1142333"/>
              <a:gd name="connsiteX1" fmla="*/ 5731859 w 7505700"/>
              <a:gd name="connsiteY1" fmla="*/ 611314 h 1142333"/>
              <a:gd name="connsiteX2" fmla="*/ 5541454 w 7505700"/>
              <a:gd name="connsiteY2" fmla="*/ 721518 h 1142333"/>
              <a:gd name="connsiteX3" fmla="*/ 5671756 w 7505700"/>
              <a:gd name="connsiteY3" fmla="*/ 821721 h 1142333"/>
              <a:gd name="connsiteX4" fmla="*/ 5882163 w 7505700"/>
              <a:gd name="connsiteY4" fmla="*/ 581215 h 1142333"/>
              <a:gd name="connsiteX5" fmla="*/ 1202531 w 7505700"/>
              <a:gd name="connsiteY5" fmla="*/ 280606 h 1142333"/>
              <a:gd name="connsiteX6" fmla="*/ 992124 w 7505700"/>
              <a:gd name="connsiteY6" fmla="*/ 491014 h 1142333"/>
              <a:gd name="connsiteX7" fmla="*/ 1402937 w 7505700"/>
              <a:gd name="connsiteY7" fmla="*/ 491014 h 1142333"/>
              <a:gd name="connsiteX8" fmla="*/ 1202531 w 7505700"/>
              <a:gd name="connsiteY8" fmla="*/ 280606 h 1142333"/>
              <a:gd name="connsiteX9" fmla="*/ 3106579 w 7505700"/>
              <a:gd name="connsiteY9" fmla="*/ 280511 h 1142333"/>
              <a:gd name="connsiteX10" fmla="*/ 2886075 w 7505700"/>
              <a:gd name="connsiteY10" fmla="*/ 551116 h 1142333"/>
              <a:gd name="connsiteX11" fmla="*/ 3106579 w 7505700"/>
              <a:gd name="connsiteY11" fmla="*/ 821721 h 1142333"/>
              <a:gd name="connsiteX12" fmla="*/ 3316986 w 7505700"/>
              <a:gd name="connsiteY12" fmla="*/ 551116 h 1142333"/>
              <a:gd name="connsiteX13" fmla="*/ 3106579 w 7505700"/>
              <a:gd name="connsiteY13" fmla="*/ 280511 h 1142333"/>
              <a:gd name="connsiteX14" fmla="*/ 5020532 w 7505700"/>
              <a:gd name="connsiteY14" fmla="*/ 270509 h 1142333"/>
              <a:gd name="connsiteX15" fmla="*/ 4800028 w 7505700"/>
              <a:gd name="connsiteY15" fmla="*/ 551116 h 1142333"/>
              <a:gd name="connsiteX16" fmla="*/ 5020532 w 7505700"/>
              <a:gd name="connsiteY16" fmla="*/ 821721 h 1142333"/>
              <a:gd name="connsiteX17" fmla="*/ 5220938 w 7505700"/>
              <a:gd name="connsiteY17" fmla="*/ 541115 h 1142333"/>
              <a:gd name="connsiteX18" fmla="*/ 5020532 w 7505700"/>
              <a:gd name="connsiteY18" fmla="*/ 270509 h 1142333"/>
              <a:gd name="connsiteX19" fmla="*/ 6824376 w 7505700"/>
              <a:gd name="connsiteY19" fmla="*/ 190404 h 1142333"/>
              <a:gd name="connsiteX20" fmla="*/ 6964680 w 7505700"/>
              <a:gd name="connsiteY20" fmla="*/ 190404 h 1142333"/>
              <a:gd name="connsiteX21" fmla="*/ 7135082 w 7505700"/>
              <a:gd name="connsiteY21" fmla="*/ 661415 h 1142333"/>
              <a:gd name="connsiteX22" fmla="*/ 7165181 w 7505700"/>
              <a:gd name="connsiteY22" fmla="*/ 791717 h 1142333"/>
              <a:gd name="connsiteX23" fmla="*/ 7175182 w 7505700"/>
              <a:gd name="connsiteY23" fmla="*/ 791717 h 1142333"/>
              <a:gd name="connsiteX24" fmla="*/ 7205281 w 7505700"/>
              <a:gd name="connsiteY24" fmla="*/ 661415 h 1142333"/>
              <a:gd name="connsiteX25" fmla="*/ 7375683 w 7505700"/>
              <a:gd name="connsiteY25" fmla="*/ 190404 h 1142333"/>
              <a:gd name="connsiteX26" fmla="*/ 7505700 w 7505700"/>
              <a:gd name="connsiteY26" fmla="*/ 190404 h 1142333"/>
              <a:gd name="connsiteX27" fmla="*/ 7245191 w 7505700"/>
              <a:gd name="connsiteY27" fmla="*/ 881824 h 1142333"/>
              <a:gd name="connsiteX28" fmla="*/ 6954583 w 7505700"/>
              <a:gd name="connsiteY28" fmla="*/ 1142333 h 1142333"/>
              <a:gd name="connsiteX29" fmla="*/ 6864381 w 7505700"/>
              <a:gd name="connsiteY29" fmla="*/ 1122330 h 1142333"/>
              <a:gd name="connsiteX30" fmla="*/ 6864381 w 7505700"/>
              <a:gd name="connsiteY30" fmla="*/ 1022127 h 1142333"/>
              <a:gd name="connsiteX31" fmla="*/ 6944582 w 7505700"/>
              <a:gd name="connsiteY31" fmla="*/ 1042130 h 1142333"/>
              <a:gd name="connsiteX32" fmla="*/ 7114984 w 7505700"/>
              <a:gd name="connsiteY32" fmla="*/ 921924 h 1142333"/>
              <a:gd name="connsiteX33" fmla="*/ 6533769 w 7505700"/>
              <a:gd name="connsiteY33" fmla="*/ 180403 h 1142333"/>
              <a:gd name="connsiteX34" fmla="*/ 6774275 w 7505700"/>
              <a:gd name="connsiteY34" fmla="*/ 420909 h 1142333"/>
              <a:gd name="connsiteX35" fmla="*/ 6774180 w 7505700"/>
              <a:gd name="connsiteY35" fmla="*/ 420909 h 1142333"/>
              <a:gd name="connsiteX36" fmla="*/ 6774180 w 7505700"/>
              <a:gd name="connsiteY36" fmla="*/ 901922 h 1142333"/>
              <a:gd name="connsiteX37" fmla="*/ 6653974 w 7505700"/>
              <a:gd name="connsiteY37" fmla="*/ 901922 h 1142333"/>
              <a:gd name="connsiteX38" fmla="*/ 6653974 w 7505700"/>
              <a:gd name="connsiteY38" fmla="*/ 451008 h 1142333"/>
              <a:gd name="connsiteX39" fmla="*/ 6503669 w 7505700"/>
              <a:gd name="connsiteY39" fmla="*/ 280606 h 1142333"/>
              <a:gd name="connsiteX40" fmla="*/ 6303263 w 7505700"/>
              <a:gd name="connsiteY40" fmla="*/ 541115 h 1142333"/>
              <a:gd name="connsiteX41" fmla="*/ 6303263 w 7505700"/>
              <a:gd name="connsiteY41" fmla="*/ 901827 h 1142333"/>
              <a:gd name="connsiteX42" fmla="*/ 6183058 w 7505700"/>
              <a:gd name="connsiteY42" fmla="*/ 901827 h 1142333"/>
              <a:gd name="connsiteX43" fmla="*/ 6183058 w 7505700"/>
              <a:gd name="connsiteY43" fmla="*/ 190404 h 1142333"/>
              <a:gd name="connsiteX44" fmla="*/ 6303263 w 7505700"/>
              <a:gd name="connsiteY44" fmla="*/ 190404 h 1142333"/>
              <a:gd name="connsiteX45" fmla="*/ 6303263 w 7505700"/>
              <a:gd name="connsiteY45" fmla="*/ 360807 h 1142333"/>
              <a:gd name="connsiteX46" fmla="*/ 6533769 w 7505700"/>
              <a:gd name="connsiteY46" fmla="*/ 180403 h 1142333"/>
              <a:gd name="connsiteX47" fmla="*/ 5731859 w 7505700"/>
              <a:gd name="connsiteY47" fmla="*/ 180403 h 1142333"/>
              <a:gd name="connsiteX48" fmla="*/ 6012465 w 7505700"/>
              <a:gd name="connsiteY48" fmla="*/ 420909 h 1142333"/>
              <a:gd name="connsiteX49" fmla="*/ 6012465 w 7505700"/>
              <a:gd name="connsiteY49" fmla="*/ 741616 h 1142333"/>
              <a:gd name="connsiteX50" fmla="*/ 6062566 w 7505700"/>
              <a:gd name="connsiteY50" fmla="*/ 821817 h 1142333"/>
              <a:gd name="connsiteX51" fmla="*/ 6122669 w 7505700"/>
              <a:gd name="connsiteY51" fmla="*/ 811815 h 1142333"/>
              <a:gd name="connsiteX52" fmla="*/ 6122765 w 7505700"/>
              <a:gd name="connsiteY52" fmla="*/ 811720 h 1142333"/>
              <a:gd name="connsiteX53" fmla="*/ 6122765 w 7505700"/>
              <a:gd name="connsiteY53" fmla="*/ 901922 h 1142333"/>
              <a:gd name="connsiteX54" fmla="*/ 6032563 w 7505700"/>
              <a:gd name="connsiteY54" fmla="*/ 911923 h 1142333"/>
              <a:gd name="connsiteX55" fmla="*/ 5892259 w 7505700"/>
              <a:gd name="connsiteY55" fmla="*/ 771620 h 1142333"/>
              <a:gd name="connsiteX56" fmla="*/ 5892259 w 7505700"/>
              <a:gd name="connsiteY56" fmla="*/ 741521 h 1142333"/>
              <a:gd name="connsiteX57" fmla="*/ 5882258 w 7505700"/>
              <a:gd name="connsiteY57" fmla="*/ 741521 h 1142333"/>
              <a:gd name="connsiteX58" fmla="*/ 5641752 w 7505700"/>
              <a:gd name="connsiteY58" fmla="*/ 921924 h 1142333"/>
              <a:gd name="connsiteX59" fmla="*/ 5421248 w 7505700"/>
              <a:gd name="connsiteY59" fmla="*/ 731520 h 1142333"/>
              <a:gd name="connsiteX60" fmla="*/ 5711856 w 7505700"/>
              <a:gd name="connsiteY60" fmla="*/ 521112 h 1142333"/>
              <a:gd name="connsiteX61" fmla="*/ 5882258 w 7505700"/>
              <a:gd name="connsiteY61" fmla="*/ 390810 h 1142333"/>
              <a:gd name="connsiteX62" fmla="*/ 5731954 w 7505700"/>
              <a:gd name="connsiteY62" fmla="*/ 270605 h 1142333"/>
              <a:gd name="connsiteX63" fmla="*/ 5561552 w 7505700"/>
              <a:gd name="connsiteY63" fmla="*/ 430911 h 1142333"/>
              <a:gd name="connsiteX64" fmla="*/ 5431250 w 7505700"/>
              <a:gd name="connsiteY64" fmla="*/ 430911 h 1142333"/>
              <a:gd name="connsiteX65" fmla="*/ 5731859 w 7505700"/>
              <a:gd name="connsiteY65" fmla="*/ 180403 h 1142333"/>
              <a:gd name="connsiteX66" fmla="*/ 5050631 w 7505700"/>
              <a:gd name="connsiteY66" fmla="*/ 180403 h 1142333"/>
              <a:gd name="connsiteX67" fmla="*/ 5351240 w 7505700"/>
              <a:gd name="connsiteY67" fmla="*/ 541115 h 1142333"/>
              <a:gd name="connsiteX68" fmla="*/ 5050631 w 7505700"/>
              <a:gd name="connsiteY68" fmla="*/ 921924 h 1142333"/>
              <a:gd name="connsiteX69" fmla="*/ 4810125 w 7505700"/>
              <a:gd name="connsiteY69" fmla="*/ 741521 h 1142333"/>
              <a:gd name="connsiteX70" fmla="*/ 4800124 w 7505700"/>
              <a:gd name="connsiteY70" fmla="*/ 741521 h 1142333"/>
              <a:gd name="connsiteX71" fmla="*/ 4800124 w 7505700"/>
              <a:gd name="connsiteY71" fmla="*/ 1142333 h 1142333"/>
              <a:gd name="connsiteX72" fmla="*/ 4679918 w 7505700"/>
              <a:gd name="connsiteY72" fmla="*/ 1142333 h 1142333"/>
              <a:gd name="connsiteX73" fmla="*/ 4679918 w 7505700"/>
              <a:gd name="connsiteY73" fmla="*/ 190404 h 1142333"/>
              <a:gd name="connsiteX74" fmla="*/ 4800124 w 7505700"/>
              <a:gd name="connsiteY74" fmla="*/ 190404 h 1142333"/>
              <a:gd name="connsiteX75" fmla="*/ 4800124 w 7505700"/>
              <a:gd name="connsiteY75" fmla="*/ 360807 h 1142333"/>
              <a:gd name="connsiteX76" fmla="*/ 4810125 w 7505700"/>
              <a:gd name="connsiteY76" fmla="*/ 360807 h 1142333"/>
              <a:gd name="connsiteX77" fmla="*/ 5050631 w 7505700"/>
              <a:gd name="connsiteY77" fmla="*/ 180403 h 1142333"/>
              <a:gd name="connsiteX78" fmla="*/ 3888010 w 7505700"/>
              <a:gd name="connsiteY78" fmla="*/ 180403 h 1142333"/>
              <a:gd name="connsiteX79" fmla="*/ 4108513 w 7505700"/>
              <a:gd name="connsiteY79" fmla="*/ 360807 h 1142333"/>
              <a:gd name="connsiteX80" fmla="*/ 4329017 w 7505700"/>
              <a:gd name="connsiteY80" fmla="*/ 180403 h 1142333"/>
              <a:gd name="connsiteX81" fmla="*/ 4569523 w 7505700"/>
              <a:gd name="connsiteY81" fmla="*/ 420909 h 1142333"/>
              <a:gd name="connsiteX82" fmla="*/ 4569523 w 7505700"/>
              <a:gd name="connsiteY82" fmla="*/ 901922 h 1142333"/>
              <a:gd name="connsiteX83" fmla="*/ 4439221 w 7505700"/>
              <a:gd name="connsiteY83" fmla="*/ 901922 h 1142333"/>
              <a:gd name="connsiteX84" fmla="*/ 4439221 w 7505700"/>
              <a:gd name="connsiteY84" fmla="*/ 430911 h 1142333"/>
              <a:gd name="connsiteX85" fmla="*/ 4298918 w 7505700"/>
              <a:gd name="connsiteY85" fmla="*/ 280606 h 1142333"/>
              <a:gd name="connsiteX86" fmla="*/ 4118515 w 7505700"/>
              <a:gd name="connsiteY86" fmla="*/ 541115 h 1142333"/>
              <a:gd name="connsiteX87" fmla="*/ 4118515 w 7505700"/>
              <a:gd name="connsiteY87" fmla="*/ 901827 h 1142333"/>
              <a:gd name="connsiteX88" fmla="*/ 3988212 w 7505700"/>
              <a:gd name="connsiteY88" fmla="*/ 901827 h 1142333"/>
              <a:gd name="connsiteX89" fmla="*/ 3988212 w 7505700"/>
              <a:gd name="connsiteY89" fmla="*/ 430815 h 1142333"/>
              <a:gd name="connsiteX90" fmla="*/ 3847909 w 7505700"/>
              <a:gd name="connsiteY90" fmla="*/ 280511 h 1142333"/>
              <a:gd name="connsiteX91" fmla="*/ 3657504 w 7505700"/>
              <a:gd name="connsiteY91" fmla="*/ 541020 h 1142333"/>
              <a:gd name="connsiteX92" fmla="*/ 3657504 w 7505700"/>
              <a:gd name="connsiteY92" fmla="*/ 901731 h 1142333"/>
              <a:gd name="connsiteX93" fmla="*/ 3537299 w 7505700"/>
              <a:gd name="connsiteY93" fmla="*/ 901731 h 1142333"/>
              <a:gd name="connsiteX94" fmla="*/ 3537299 w 7505700"/>
              <a:gd name="connsiteY94" fmla="*/ 190404 h 1142333"/>
              <a:gd name="connsiteX95" fmla="*/ 3657504 w 7505700"/>
              <a:gd name="connsiteY95" fmla="*/ 190404 h 1142333"/>
              <a:gd name="connsiteX96" fmla="*/ 3657504 w 7505700"/>
              <a:gd name="connsiteY96" fmla="*/ 360807 h 1142333"/>
              <a:gd name="connsiteX97" fmla="*/ 3888010 w 7505700"/>
              <a:gd name="connsiteY97" fmla="*/ 180403 h 1142333"/>
              <a:gd name="connsiteX98" fmla="*/ 3106484 w 7505700"/>
              <a:gd name="connsiteY98" fmla="*/ 180308 h 1142333"/>
              <a:gd name="connsiteX99" fmla="*/ 3447193 w 7505700"/>
              <a:gd name="connsiteY99" fmla="*/ 551116 h 1142333"/>
              <a:gd name="connsiteX100" fmla="*/ 3106484 w 7505700"/>
              <a:gd name="connsiteY100" fmla="*/ 921925 h 1142333"/>
              <a:gd name="connsiteX101" fmla="*/ 2755773 w 7505700"/>
              <a:gd name="connsiteY101" fmla="*/ 551116 h 1142333"/>
              <a:gd name="connsiteX102" fmla="*/ 3106484 w 7505700"/>
              <a:gd name="connsiteY102" fmla="*/ 180308 h 1142333"/>
              <a:gd name="connsiteX103" fmla="*/ 2354865 w 7505700"/>
              <a:gd name="connsiteY103" fmla="*/ 180308 h 1142333"/>
              <a:gd name="connsiteX104" fmla="*/ 2675572 w 7505700"/>
              <a:gd name="connsiteY104" fmla="*/ 460915 h 1142333"/>
              <a:gd name="connsiteX105" fmla="*/ 2545270 w 7505700"/>
              <a:gd name="connsiteY105" fmla="*/ 460915 h 1142333"/>
              <a:gd name="connsiteX106" fmla="*/ 2354865 w 7505700"/>
              <a:gd name="connsiteY106" fmla="*/ 280511 h 1142333"/>
              <a:gd name="connsiteX107" fmla="*/ 2134361 w 7505700"/>
              <a:gd name="connsiteY107" fmla="*/ 551116 h 1142333"/>
              <a:gd name="connsiteX108" fmla="*/ 2354865 w 7505700"/>
              <a:gd name="connsiteY108" fmla="*/ 821721 h 1142333"/>
              <a:gd name="connsiteX109" fmla="*/ 2555271 w 7505700"/>
              <a:gd name="connsiteY109" fmla="*/ 631317 h 1142333"/>
              <a:gd name="connsiteX110" fmla="*/ 2675476 w 7505700"/>
              <a:gd name="connsiteY110" fmla="*/ 631317 h 1142333"/>
              <a:gd name="connsiteX111" fmla="*/ 2354770 w 7505700"/>
              <a:gd name="connsiteY111" fmla="*/ 921925 h 1142333"/>
              <a:gd name="connsiteX112" fmla="*/ 2004059 w 7505700"/>
              <a:gd name="connsiteY112" fmla="*/ 551116 h 1142333"/>
              <a:gd name="connsiteX113" fmla="*/ 2004154 w 7505700"/>
              <a:gd name="connsiteY113" fmla="*/ 551116 h 1142333"/>
              <a:gd name="connsiteX114" fmla="*/ 2354865 w 7505700"/>
              <a:gd name="connsiteY114" fmla="*/ 180308 h 1142333"/>
              <a:gd name="connsiteX115" fmla="*/ 1202721 w 7505700"/>
              <a:gd name="connsiteY115" fmla="*/ 180308 h 1142333"/>
              <a:gd name="connsiteX116" fmla="*/ 1533429 w 7505700"/>
              <a:gd name="connsiteY116" fmla="*/ 561118 h 1142333"/>
              <a:gd name="connsiteX117" fmla="*/ 1533429 w 7505700"/>
              <a:gd name="connsiteY117" fmla="*/ 581120 h 1142333"/>
              <a:gd name="connsiteX118" fmla="*/ 1533239 w 7505700"/>
              <a:gd name="connsiteY118" fmla="*/ 581215 h 1142333"/>
              <a:gd name="connsiteX119" fmla="*/ 992124 w 7505700"/>
              <a:gd name="connsiteY119" fmla="*/ 581215 h 1142333"/>
              <a:gd name="connsiteX120" fmla="*/ 1212627 w 7505700"/>
              <a:gd name="connsiteY120" fmla="*/ 821721 h 1142333"/>
              <a:gd name="connsiteX121" fmla="*/ 1393031 w 7505700"/>
              <a:gd name="connsiteY121" fmla="*/ 691419 h 1142333"/>
              <a:gd name="connsiteX122" fmla="*/ 1523333 w 7505700"/>
              <a:gd name="connsiteY122" fmla="*/ 691419 h 1142333"/>
              <a:gd name="connsiteX123" fmla="*/ 1212723 w 7505700"/>
              <a:gd name="connsiteY123" fmla="*/ 921925 h 1142333"/>
              <a:gd name="connsiteX124" fmla="*/ 862012 w 7505700"/>
              <a:gd name="connsiteY124" fmla="*/ 551116 h 1142333"/>
              <a:gd name="connsiteX125" fmla="*/ 1202721 w 7505700"/>
              <a:gd name="connsiteY125" fmla="*/ 180308 h 1142333"/>
              <a:gd name="connsiteX126" fmla="*/ 1673447 w 7505700"/>
              <a:gd name="connsiteY126" fmla="*/ 0 h 1142333"/>
              <a:gd name="connsiteX127" fmla="*/ 1803749 w 7505700"/>
              <a:gd name="connsiteY127" fmla="*/ 0 h 1142333"/>
              <a:gd name="connsiteX128" fmla="*/ 1803749 w 7505700"/>
              <a:gd name="connsiteY128" fmla="*/ 190405 h 1142333"/>
              <a:gd name="connsiteX129" fmla="*/ 1954053 w 7505700"/>
              <a:gd name="connsiteY129" fmla="*/ 190405 h 1142333"/>
              <a:gd name="connsiteX130" fmla="*/ 1954053 w 7505700"/>
              <a:gd name="connsiteY130" fmla="*/ 290608 h 1142333"/>
              <a:gd name="connsiteX131" fmla="*/ 1803749 w 7505700"/>
              <a:gd name="connsiteY131" fmla="*/ 290608 h 1142333"/>
              <a:gd name="connsiteX132" fmla="*/ 1803749 w 7505700"/>
              <a:gd name="connsiteY132" fmla="*/ 711518 h 1142333"/>
              <a:gd name="connsiteX133" fmla="*/ 1883949 w 7505700"/>
              <a:gd name="connsiteY133" fmla="*/ 821722 h 1142333"/>
              <a:gd name="connsiteX134" fmla="*/ 1954053 w 7505700"/>
              <a:gd name="connsiteY134" fmla="*/ 801719 h 1142333"/>
              <a:gd name="connsiteX135" fmla="*/ 1954053 w 7505700"/>
              <a:gd name="connsiteY135" fmla="*/ 901922 h 1142333"/>
              <a:gd name="connsiteX136" fmla="*/ 1873853 w 7505700"/>
              <a:gd name="connsiteY136" fmla="*/ 921925 h 1142333"/>
              <a:gd name="connsiteX137" fmla="*/ 1673447 w 7505700"/>
              <a:gd name="connsiteY137" fmla="*/ 721519 h 1142333"/>
              <a:gd name="connsiteX138" fmla="*/ 1673447 w 7505700"/>
              <a:gd name="connsiteY138" fmla="*/ 290608 h 1142333"/>
              <a:gd name="connsiteX139" fmla="*/ 1573244 w 7505700"/>
              <a:gd name="connsiteY139" fmla="*/ 290608 h 1142333"/>
              <a:gd name="connsiteX140" fmla="*/ 1573244 w 7505700"/>
              <a:gd name="connsiteY140" fmla="*/ 190405 h 1142333"/>
              <a:gd name="connsiteX141" fmla="*/ 1673447 w 7505700"/>
              <a:gd name="connsiteY141" fmla="*/ 190405 h 1142333"/>
              <a:gd name="connsiteX142" fmla="*/ 0 w 7505700"/>
              <a:gd name="connsiteY142" fmla="*/ 0 h 1142333"/>
              <a:gd name="connsiteX143" fmla="*/ 160306 w 7505700"/>
              <a:gd name="connsiteY143" fmla="*/ 0 h 1142333"/>
              <a:gd name="connsiteX144" fmla="*/ 561118 w 7505700"/>
              <a:gd name="connsiteY144" fmla="*/ 621316 h 1142333"/>
              <a:gd name="connsiteX145" fmla="*/ 641318 w 7505700"/>
              <a:gd name="connsiteY145" fmla="*/ 761619 h 1142333"/>
              <a:gd name="connsiteX146" fmla="*/ 641318 w 7505700"/>
              <a:gd name="connsiteY146" fmla="*/ 0 h 1142333"/>
              <a:gd name="connsiteX147" fmla="*/ 761524 w 7505700"/>
              <a:gd name="connsiteY147" fmla="*/ 0 h 1142333"/>
              <a:gd name="connsiteX148" fmla="*/ 761524 w 7505700"/>
              <a:gd name="connsiteY148" fmla="*/ 901922 h 1142333"/>
              <a:gd name="connsiteX149" fmla="*/ 601218 w 7505700"/>
              <a:gd name="connsiteY149" fmla="*/ 901922 h 1142333"/>
              <a:gd name="connsiteX150" fmla="*/ 200406 w 7505700"/>
              <a:gd name="connsiteY150" fmla="*/ 290608 h 1142333"/>
              <a:gd name="connsiteX151" fmla="*/ 130302 w 7505700"/>
              <a:gd name="connsiteY151" fmla="*/ 150305 h 1142333"/>
              <a:gd name="connsiteX152" fmla="*/ 120302 w 7505700"/>
              <a:gd name="connsiteY152" fmla="*/ 150305 h 1142333"/>
              <a:gd name="connsiteX153" fmla="*/ 130302 w 7505700"/>
              <a:gd name="connsiteY153" fmla="*/ 310610 h 1142333"/>
              <a:gd name="connsiteX154" fmla="*/ 130302 w 7505700"/>
              <a:gd name="connsiteY154" fmla="*/ 901827 h 1142333"/>
              <a:gd name="connsiteX155" fmla="*/ 0 w 7505700"/>
              <a:gd name="connsiteY155" fmla="*/ 901827 h 114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7505700" h="1142333">
                <a:moveTo>
                  <a:pt x="5882163" y="551211"/>
                </a:moveTo>
                <a:cubicBezTo>
                  <a:pt x="5842063" y="581310"/>
                  <a:pt x="5781960" y="601313"/>
                  <a:pt x="5731859" y="611314"/>
                </a:cubicBezTo>
                <a:cubicBezTo>
                  <a:pt x="5641657" y="631316"/>
                  <a:pt x="5541454" y="641413"/>
                  <a:pt x="5541454" y="721518"/>
                </a:cubicBezTo>
                <a:cubicBezTo>
                  <a:pt x="5541454" y="791622"/>
                  <a:pt x="5601557" y="821721"/>
                  <a:pt x="5671756" y="821721"/>
                </a:cubicBezTo>
                <a:cubicBezTo>
                  <a:pt x="5812059" y="821721"/>
                  <a:pt x="5882163" y="721518"/>
                  <a:pt x="5882163" y="581215"/>
                </a:cubicBezTo>
                <a:close/>
                <a:moveTo>
                  <a:pt x="1202531" y="280606"/>
                </a:moveTo>
                <a:cubicBezTo>
                  <a:pt x="1092327" y="280606"/>
                  <a:pt x="1012126" y="350710"/>
                  <a:pt x="992124" y="491014"/>
                </a:cubicBezTo>
                <a:lnTo>
                  <a:pt x="1402937" y="491014"/>
                </a:lnTo>
                <a:cubicBezTo>
                  <a:pt x="1392937" y="350710"/>
                  <a:pt x="1312735" y="280606"/>
                  <a:pt x="1202531" y="280606"/>
                </a:cubicBezTo>
                <a:close/>
                <a:moveTo>
                  <a:pt x="3106579" y="280511"/>
                </a:moveTo>
                <a:cubicBezTo>
                  <a:pt x="2966276" y="280511"/>
                  <a:pt x="2886075" y="380714"/>
                  <a:pt x="2886075" y="551116"/>
                </a:cubicBezTo>
                <a:cubicBezTo>
                  <a:pt x="2886075" y="711422"/>
                  <a:pt x="2966276" y="821721"/>
                  <a:pt x="3106579" y="821721"/>
                </a:cubicBezTo>
                <a:cubicBezTo>
                  <a:pt x="3236881" y="821721"/>
                  <a:pt x="3316986" y="711517"/>
                  <a:pt x="3316986" y="551116"/>
                </a:cubicBezTo>
                <a:cubicBezTo>
                  <a:pt x="3316986" y="380714"/>
                  <a:pt x="3236786" y="280511"/>
                  <a:pt x="3106579" y="280511"/>
                </a:cubicBezTo>
                <a:close/>
                <a:moveTo>
                  <a:pt x="5020532" y="270509"/>
                </a:moveTo>
                <a:cubicBezTo>
                  <a:pt x="4890230" y="270509"/>
                  <a:pt x="4800028" y="400812"/>
                  <a:pt x="4800028" y="551116"/>
                </a:cubicBezTo>
                <a:cubicBezTo>
                  <a:pt x="4800028" y="701421"/>
                  <a:pt x="4890230" y="821721"/>
                  <a:pt x="5020532" y="821721"/>
                </a:cubicBezTo>
                <a:cubicBezTo>
                  <a:pt x="5140738" y="821721"/>
                  <a:pt x="5220938" y="711517"/>
                  <a:pt x="5220938" y="541115"/>
                </a:cubicBezTo>
                <a:cubicBezTo>
                  <a:pt x="5220938" y="380809"/>
                  <a:pt x="5140738" y="270509"/>
                  <a:pt x="5020532" y="270509"/>
                </a:cubicBezTo>
                <a:close/>
                <a:moveTo>
                  <a:pt x="6824376" y="190404"/>
                </a:moveTo>
                <a:lnTo>
                  <a:pt x="6964680" y="190404"/>
                </a:lnTo>
                <a:lnTo>
                  <a:pt x="7135082" y="661415"/>
                </a:lnTo>
                <a:cubicBezTo>
                  <a:pt x="7145083" y="701516"/>
                  <a:pt x="7155084" y="741616"/>
                  <a:pt x="7165181" y="791717"/>
                </a:cubicBezTo>
                <a:lnTo>
                  <a:pt x="7175182" y="791717"/>
                </a:lnTo>
                <a:cubicBezTo>
                  <a:pt x="7185183" y="741616"/>
                  <a:pt x="7195185" y="701516"/>
                  <a:pt x="7205281" y="661415"/>
                </a:cubicBezTo>
                <a:lnTo>
                  <a:pt x="7375683" y="190404"/>
                </a:lnTo>
                <a:lnTo>
                  <a:pt x="7505700" y="190404"/>
                </a:lnTo>
                <a:lnTo>
                  <a:pt x="7245191" y="881824"/>
                </a:lnTo>
                <a:cubicBezTo>
                  <a:pt x="7205091" y="982027"/>
                  <a:pt x="7114889" y="1142333"/>
                  <a:pt x="6954583" y="1142333"/>
                </a:cubicBezTo>
                <a:cubicBezTo>
                  <a:pt x="6904482" y="1142333"/>
                  <a:pt x="6874382" y="1132331"/>
                  <a:pt x="6864381" y="1122330"/>
                </a:cubicBezTo>
                <a:lnTo>
                  <a:pt x="6864381" y="1022127"/>
                </a:lnTo>
                <a:cubicBezTo>
                  <a:pt x="6884384" y="1032128"/>
                  <a:pt x="6914483" y="1042130"/>
                  <a:pt x="6944582" y="1042130"/>
                </a:cubicBezTo>
                <a:cubicBezTo>
                  <a:pt x="7034784" y="1042130"/>
                  <a:pt x="7084885" y="982027"/>
                  <a:pt x="7114984" y="921924"/>
                </a:cubicBezTo>
                <a:close/>
                <a:moveTo>
                  <a:pt x="6533769" y="180403"/>
                </a:moveTo>
                <a:cubicBezTo>
                  <a:pt x="6674072" y="180403"/>
                  <a:pt x="6774275" y="280606"/>
                  <a:pt x="6774275" y="420909"/>
                </a:cubicBezTo>
                <a:lnTo>
                  <a:pt x="6774180" y="420909"/>
                </a:lnTo>
                <a:lnTo>
                  <a:pt x="6774180" y="901922"/>
                </a:lnTo>
                <a:lnTo>
                  <a:pt x="6653974" y="901922"/>
                </a:lnTo>
                <a:lnTo>
                  <a:pt x="6653974" y="451008"/>
                </a:lnTo>
                <a:cubicBezTo>
                  <a:pt x="6653974" y="340804"/>
                  <a:pt x="6593871" y="280606"/>
                  <a:pt x="6503669" y="280606"/>
                </a:cubicBezTo>
                <a:cubicBezTo>
                  <a:pt x="6383464" y="280606"/>
                  <a:pt x="6303263" y="370808"/>
                  <a:pt x="6303263" y="541115"/>
                </a:cubicBezTo>
                <a:lnTo>
                  <a:pt x="6303263" y="901827"/>
                </a:lnTo>
                <a:lnTo>
                  <a:pt x="6183058" y="901827"/>
                </a:lnTo>
                <a:lnTo>
                  <a:pt x="6183058" y="190404"/>
                </a:lnTo>
                <a:lnTo>
                  <a:pt x="6303263" y="190404"/>
                </a:lnTo>
                <a:lnTo>
                  <a:pt x="6303263" y="360807"/>
                </a:lnTo>
                <a:cubicBezTo>
                  <a:pt x="6323266" y="240601"/>
                  <a:pt x="6423469" y="180403"/>
                  <a:pt x="6533769" y="180403"/>
                </a:cubicBezTo>
                <a:close/>
                <a:moveTo>
                  <a:pt x="5731859" y="180403"/>
                </a:moveTo>
                <a:cubicBezTo>
                  <a:pt x="5912262" y="180403"/>
                  <a:pt x="6012465" y="260604"/>
                  <a:pt x="6012465" y="420909"/>
                </a:cubicBezTo>
                <a:lnTo>
                  <a:pt x="6012465" y="741616"/>
                </a:lnTo>
                <a:cubicBezTo>
                  <a:pt x="6012465" y="811720"/>
                  <a:pt x="6042564" y="821817"/>
                  <a:pt x="6062566" y="821817"/>
                </a:cubicBezTo>
                <a:cubicBezTo>
                  <a:pt x="6082569" y="821817"/>
                  <a:pt x="6102667" y="811815"/>
                  <a:pt x="6122669" y="811815"/>
                </a:cubicBezTo>
                <a:lnTo>
                  <a:pt x="6122765" y="811720"/>
                </a:lnTo>
                <a:lnTo>
                  <a:pt x="6122765" y="901922"/>
                </a:lnTo>
                <a:cubicBezTo>
                  <a:pt x="6092666" y="911923"/>
                  <a:pt x="6062662" y="911923"/>
                  <a:pt x="6032563" y="911923"/>
                </a:cubicBezTo>
                <a:cubicBezTo>
                  <a:pt x="5932360" y="911923"/>
                  <a:pt x="5892259" y="851820"/>
                  <a:pt x="5892259" y="771620"/>
                </a:cubicBezTo>
                <a:lnTo>
                  <a:pt x="5892259" y="741521"/>
                </a:lnTo>
                <a:lnTo>
                  <a:pt x="5882258" y="741521"/>
                </a:lnTo>
                <a:cubicBezTo>
                  <a:pt x="5852160" y="851725"/>
                  <a:pt x="5762053" y="921924"/>
                  <a:pt x="5641752" y="921924"/>
                </a:cubicBezTo>
                <a:cubicBezTo>
                  <a:pt x="5521451" y="921924"/>
                  <a:pt x="5421248" y="861822"/>
                  <a:pt x="5421248" y="731520"/>
                </a:cubicBezTo>
                <a:cubicBezTo>
                  <a:pt x="5421248" y="561117"/>
                  <a:pt x="5571553" y="541115"/>
                  <a:pt x="5711856" y="521112"/>
                </a:cubicBezTo>
                <a:cubicBezTo>
                  <a:pt x="5822060" y="501110"/>
                  <a:pt x="5882258" y="481012"/>
                  <a:pt x="5882258" y="390810"/>
                </a:cubicBezTo>
                <a:cubicBezTo>
                  <a:pt x="5882258" y="330708"/>
                  <a:pt x="5842158" y="270605"/>
                  <a:pt x="5731954" y="270605"/>
                </a:cubicBezTo>
                <a:cubicBezTo>
                  <a:pt x="5621750" y="270605"/>
                  <a:pt x="5561552" y="320706"/>
                  <a:pt x="5561552" y="430911"/>
                </a:cubicBezTo>
                <a:lnTo>
                  <a:pt x="5431250" y="430911"/>
                </a:lnTo>
                <a:cubicBezTo>
                  <a:pt x="5441251" y="270605"/>
                  <a:pt x="5541454" y="180403"/>
                  <a:pt x="5731859" y="180403"/>
                </a:cubicBezTo>
                <a:close/>
                <a:moveTo>
                  <a:pt x="5050631" y="180403"/>
                </a:moveTo>
                <a:cubicBezTo>
                  <a:pt x="5231035" y="180403"/>
                  <a:pt x="5351240" y="330708"/>
                  <a:pt x="5351240" y="541115"/>
                </a:cubicBezTo>
                <a:cubicBezTo>
                  <a:pt x="5351240" y="761619"/>
                  <a:pt x="5220938" y="921924"/>
                  <a:pt x="5050631" y="921924"/>
                </a:cubicBezTo>
                <a:cubicBezTo>
                  <a:pt x="4940427" y="921924"/>
                  <a:pt x="4840224" y="861822"/>
                  <a:pt x="4810125" y="741521"/>
                </a:cubicBezTo>
                <a:lnTo>
                  <a:pt x="4800124" y="741521"/>
                </a:lnTo>
                <a:lnTo>
                  <a:pt x="4800124" y="1142333"/>
                </a:lnTo>
                <a:lnTo>
                  <a:pt x="4679918" y="1142333"/>
                </a:lnTo>
                <a:lnTo>
                  <a:pt x="4679918" y="190404"/>
                </a:lnTo>
                <a:lnTo>
                  <a:pt x="4800124" y="190404"/>
                </a:lnTo>
                <a:lnTo>
                  <a:pt x="4800124" y="360807"/>
                </a:lnTo>
                <a:lnTo>
                  <a:pt x="4810125" y="360807"/>
                </a:lnTo>
                <a:cubicBezTo>
                  <a:pt x="4840224" y="240601"/>
                  <a:pt x="4940427" y="180403"/>
                  <a:pt x="5050631" y="180403"/>
                </a:cubicBezTo>
                <a:close/>
                <a:moveTo>
                  <a:pt x="3888010" y="180403"/>
                </a:moveTo>
                <a:cubicBezTo>
                  <a:pt x="3988212" y="180403"/>
                  <a:pt x="4078414" y="240506"/>
                  <a:pt x="4108513" y="360807"/>
                </a:cubicBezTo>
                <a:cubicBezTo>
                  <a:pt x="4138612" y="230505"/>
                  <a:pt x="4238815" y="180403"/>
                  <a:pt x="4329017" y="180403"/>
                </a:cubicBezTo>
                <a:cubicBezTo>
                  <a:pt x="4459319" y="180403"/>
                  <a:pt x="4569523" y="270605"/>
                  <a:pt x="4569523" y="420909"/>
                </a:cubicBezTo>
                <a:lnTo>
                  <a:pt x="4569523" y="901922"/>
                </a:lnTo>
                <a:lnTo>
                  <a:pt x="4439221" y="901922"/>
                </a:lnTo>
                <a:lnTo>
                  <a:pt x="4439221" y="430911"/>
                </a:lnTo>
                <a:cubicBezTo>
                  <a:pt x="4439221" y="340709"/>
                  <a:pt x="4379119" y="280606"/>
                  <a:pt x="4298918" y="280606"/>
                </a:cubicBezTo>
                <a:cubicBezTo>
                  <a:pt x="4188714" y="280606"/>
                  <a:pt x="4118515" y="370808"/>
                  <a:pt x="4118515" y="541115"/>
                </a:cubicBezTo>
                <a:lnTo>
                  <a:pt x="4118515" y="901827"/>
                </a:lnTo>
                <a:lnTo>
                  <a:pt x="3988212" y="901827"/>
                </a:lnTo>
                <a:lnTo>
                  <a:pt x="3988212" y="430815"/>
                </a:lnTo>
                <a:cubicBezTo>
                  <a:pt x="3988212" y="340613"/>
                  <a:pt x="3928110" y="280511"/>
                  <a:pt x="3847909" y="280511"/>
                </a:cubicBezTo>
                <a:cubicBezTo>
                  <a:pt x="3737705" y="280511"/>
                  <a:pt x="3657504" y="390715"/>
                  <a:pt x="3657504" y="541020"/>
                </a:cubicBezTo>
                <a:lnTo>
                  <a:pt x="3657504" y="901731"/>
                </a:lnTo>
                <a:lnTo>
                  <a:pt x="3537299" y="901731"/>
                </a:lnTo>
                <a:lnTo>
                  <a:pt x="3537299" y="190404"/>
                </a:lnTo>
                <a:lnTo>
                  <a:pt x="3657504" y="190404"/>
                </a:lnTo>
                <a:lnTo>
                  <a:pt x="3657504" y="360807"/>
                </a:lnTo>
                <a:cubicBezTo>
                  <a:pt x="3687603" y="240601"/>
                  <a:pt x="3777710" y="180403"/>
                  <a:pt x="3888010" y="180403"/>
                </a:cubicBezTo>
                <a:close/>
                <a:moveTo>
                  <a:pt x="3106484" y="180308"/>
                </a:moveTo>
                <a:cubicBezTo>
                  <a:pt x="3326892" y="180308"/>
                  <a:pt x="3447193" y="330612"/>
                  <a:pt x="3447193" y="551116"/>
                </a:cubicBezTo>
                <a:cubicBezTo>
                  <a:pt x="3447193" y="771620"/>
                  <a:pt x="3316891" y="921925"/>
                  <a:pt x="3106484" y="921925"/>
                </a:cubicBezTo>
                <a:cubicBezTo>
                  <a:pt x="2896076" y="921925"/>
                  <a:pt x="2755773" y="771620"/>
                  <a:pt x="2755773" y="551116"/>
                </a:cubicBezTo>
                <a:cubicBezTo>
                  <a:pt x="2755773" y="330612"/>
                  <a:pt x="2886075" y="180308"/>
                  <a:pt x="3106484" y="180308"/>
                </a:cubicBezTo>
                <a:close/>
                <a:moveTo>
                  <a:pt x="2354865" y="180308"/>
                </a:moveTo>
                <a:cubicBezTo>
                  <a:pt x="2535268" y="180308"/>
                  <a:pt x="2665475" y="290512"/>
                  <a:pt x="2675572" y="460915"/>
                </a:cubicBezTo>
                <a:lnTo>
                  <a:pt x="2545270" y="460915"/>
                </a:lnTo>
                <a:cubicBezTo>
                  <a:pt x="2535268" y="360711"/>
                  <a:pt x="2485167" y="280511"/>
                  <a:pt x="2354865" y="280511"/>
                </a:cubicBezTo>
                <a:cubicBezTo>
                  <a:pt x="2224563" y="280511"/>
                  <a:pt x="2134361" y="390715"/>
                  <a:pt x="2134361" y="551116"/>
                </a:cubicBezTo>
                <a:cubicBezTo>
                  <a:pt x="2134361" y="711517"/>
                  <a:pt x="2224563" y="821721"/>
                  <a:pt x="2354865" y="821721"/>
                </a:cubicBezTo>
                <a:cubicBezTo>
                  <a:pt x="2465069" y="821721"/>
                  <a:pt x="2535268" y="751618"/>
                  <a:pt x="2555271" y="631317"/>
                </a:cubicBezTo>
                <a:lnTo>
                  <a:pt x="2675476" y="631317"/>
                </a:lnTo>
                <a:cubicBezTo>
                  <a:pt x="2665475" y="811720"/>
                  <a:pt x="2535173" y="921925"/>
                  <a:pt x="2354770" y="921925"/>
                </a:cubicBezTo>
                <a:cubicBezTo>
                  <a:pt x="2154363" y="921925"/>
                  <a:pt x="2004059" y="771620"/>
                  <a:pt x="2004059" y="551116"/>
                </a:cubicBezTo>
                <a:lnTo>
                  <a:pt x="2004154" y="551116"/>
                </a:lnTo>
                <a:cubicBezTo>
                  <a:pt x="2004154" y="330612"/>
                  <a:pt x="2144458" y="180308"/>
                  <a:pt x="2354865" y="180308"/>
                </a:cubicBezTo>
                <a:close/>
                <a:moveTo>
                  <a:pt x="1202721" y="180308"/>
                </a:moveTo>
                <a:cubicBezTo>
                  <a:pt x="1413129" y="180308"/>
                  <a:pt x="1533429" y="340614"/>
                  <a:pt x="1533429" y="561118"/>
                </a:cubicBezTo>
                <a:lnTo>
                  <a:pt x="1533429" y="581120"/>
                </a:lnTo>
                <a:lnTo>
                  <a:pt x="1533239" y="581215"/>
                </a:lnTo>
                <a:lnTo>
                  <a:pt x="992124" y="581215"/>
                </a:lnTo>
                <a:cubicBezTo>
                  <a:pt x="1002126" y="731520"/>
                  <a:pt x="1092327" y="821721"/>
                  <a:pt x="1212627" y="821721"/>
                </a:cubicBezTo>
                <a:cubicBezTo>
                  <a:pt x="1302829" y="821721"/>
                  <a:pt x="1383029" y="771620"/>
                  <a:pt x="1393031" y="691419"/>
                </a:cubicBezTo>
                <a:lnTo>
                  <a:pt x="1523333" y="691419"/>
                </a:lnTo>
                <a:cubicBezTo>
                  <a:pt x="1503330" y="831723"/>
                  <a:pt x="1373028" y="921925"/>
                  <a:pt x="1212723" y="921925"/>
                </a:cubicBezTo>
                <a:cubicBezTo>
                  <a:pt x="1002315" y="921925"/>
                  <a:pt x="862012" y="781621"/>
                  <a:pt x="862012" y="551116"/>
                </a:cubicBezTo>
                <a:cubicBezTo>
                  <a:pt x="862012" y="340709"/>
                  <a:pt x="992314" y="180308"/>
                  <a:pt x="1202721" y="180308"/>
                </a:cubicBezTo>
                <a:close/>
                <a:moveTo>
                  <a:pt x="1673447" y="0"/>
                </a:moveTo>
                <a:lnTo>
                  <a:pt x="1803749" y="0"/>
                </a:lnTo>
                <a:lnTo>
                  <a:pt x="1803749" y="190405"/>
                </a:lnTo>
                <a:lnTo>
                  <a:pt x="1954053" y="190405"/>
                </a:lnTo>
                <a:lnTo>
                  <a:pt x="1954053" y="290608"/>
                </a:lnTo>
                <a:lnTo>
                  <a:pt x="1803749" y="290608"/>
                </a:lnTo>
                <a:lnTo>
                  <a:pt x="1803749" y="711518"/>
                </a:lnTo>
                <a:cubicBezTo>
                  <a:pt x="1803749" y="791718"/>
                  <a:pt x="1833848" y="821722"/>
                  <a:pt x="1883949" y="821722"/>
                </a:cubicBezTo>
                <a:cubicBezTo>
                  <a:pt x="1914049" y="821722"/>
                  <a:pt x="1934051" y="811721"/>
                  <a:pt x="1954053" y="801719"/>
                </a:cubicBezTo>
                <a:lnTo>
                  <a:pt x="1954053" y="901922"/>
                </a:lnTo>
                <a:cubicBezTo>
                  <a:pt x="1934051" y="911924"/>
                  <a:pt x="1903952" y="921925"/>
                  <a:pt x="1873853" y="921925"/>
                </a:cubicBezTo>
                <a:cubicBezTo>
                  <a:pt x="1753648" y="921925"/>
                  <a:pt x="1673447" y="861822"/>
                  <a:pt x="1673447" y="721519"/>
                </a:cubicBezTo>
                <a:lnTo>
                  <a:pt x="1673447" y="290608"/>
                </a:lnTo>
                <a:lnTo>
                  <a:pt x="1573244" y="290608"/>
                </a:lnTo>
                <a:lnTo>
                  <a:pt x="1573244" y="190405"/>
                </a:lnTo>
                <a:lnTo>
                  <a:pt x="1673447" y="190405"/>
                </a:lnTo>
                <a:close/>
                <a:moveTo>
                  <a:pt x="0" y="0"/>
                </a:moveTo>
                <a:lnTo>
                  <a:pt x="160306" y="0"/>
                </a:lnTo>
                <a:lnTo>
                  <a:pt x="561118" y="621316"/>
                </a:lnTo>
                <a:cubicBezTo>
                  <a:pt x="591217" y="671417"/>
                  <a:pt x="621221" y="721519"/>
                  <a:pt x="641318" y="761619"/>
                </a:cubicBezTo>
                <a:lnTo>
                  <a:pt x="641318" y="0"/>
                </a:lnTo>
                <a:lnTo>
                  <a:pt x="761524" y="0"/>
                </a:lnTo>
                <a:lnTo>
                  <a:pt x="761524" y="901922"/>
                </a:lnTo>
                <a:lnTo>
                  <a:pt x="601218" y="901922"/>
                </a:lnTo>
                <a:lnTo>
                  <a:pt x="200406" y="290608"/>
                </a:lnTo>
                <a:cubicBezTo>
                  <a:pt x="170307" y="240506"/>
                  <a:pt x="140304" y="190405"/>
                  <a:pt x="130302" y="150305"/>
                </a:cubicBezTo>
                <a:lnTo>
                  <a:pt x="120302" y="150305"/>
                </a:lnTo>
                <a:cubicBezTo>
                  <a:pt x="130302" y="190405"/>
                  <a:pt x="130302" y="250508"/>
                  <a:pt x="130302" y="310610"/>
                </a:cubicBezTo>
                <a:lnTo>
                  <a:pt x="130302" y="901827"/>
                </a:lnTo>
                <a:lnTo>
                  <a:pt x="0" y="901827"/>
                </a:lnTo>
                <a:close/>
              </a:path>
            </a:pathLst>
          </a:custGeom>
          <a:solidFill>
            <a:srgbClr val="141E1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32" r:id="rId2"/>
    <p:sldLayoutId id="2147483821" r:id="rId3"/>
    <p:sldLayoutId id="2147483755" r:id="rId4"/>
    <p:sldLayoutId id="2147483798" r:id="rId5"/>
    <p:sldLayoutId id="2147483799" r:id="rId6"/>
    <p:sldLayoutId id="2147483801" r:id="rId7"/>
    <p:sldLayoutId id="2147483757" r:id="rId8"/>
    <p:sldLayoutId id="2147483800" r:id="rId9"/>
    <p:sldLayoutId id="2147483822" r:id="rId10"/>
    <p:sldLayoutId id="2147483823" r:id="rId11"/>
    <p:sldLayoutId id="2147483794" r:id="rId12"/>
    <p:sldLayoutId id="2147483795" r:id="rId13"/>
    <p:sldLayoutId id="2147483828" r:id="rId14"/>
    <p:sldLayoutId id="2147483809" r:id="rId15"/>
    <p:sldLayoutId id="2147483824" r:id="rId16"/>
    <p:sldLayoutId id="2147483808" r:id="rId17"/>
    <p:sldLayoutId id="2147483812" r:id="rId18"/>
    <p:sldLayoutId id="2147483813" r:id="rId19"/>
    <p:sldLayoutId id="2147483830" r:id="rId20"/>
    <p:sldLayoutId id="2147483803" r:id="rId21"/>
    <p:sldLayoutId id="2147483802" r:id="rId22"/>
    <p:sldLayoutId id="2147483826" r:id="rId23"/>
    <p:sldLayoutId id="2147483807" r:id="rId24"/>
    <p:sldLayoutId id="2147483806" r:id="rId25"/>
    <p:sldLayoutId id="2147483827" r:id="rId26"/>
    <p:sldLayoutId id="2147483831" r:id="rId27"/>
    <p:sldLayoutId id="2147483772" r:id="rId28"/>
    <p:sldLayoutId id="2147483743" r:id="rId29"/>
    <p:sldLayoutId id="2147483744" r:id="rId30"/>
    <p:sldLayoutId id="2147483815" r:id="rId31"/>
    <p:sldLayoutId id="2147483816" r:id="rId32"/>
    <p:sldLayoutId id="2147483817" r:id="rId33"/>
    <p:sldLayoutId id="2147483765" r:id="rId34"/>
    <p:sldLayoutId id="2147483829" r:id="rId35"/>
    <p:sldLayoutId id="2147483814" r:id="rId36"/>
    <p:sldLayoutId id="2147483818" r:id="rId37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3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5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70000"/>
        <a:buFont typeface="Wingdings" panose="05000000000000000000" pitchFamily="2" charset="2"/>
        <a:buChar char="n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2200" b="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8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2200" b="1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kern="1200" spc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4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3300" kern="1200" spc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400" kern="1200" spc="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7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orient="horz" pos="117" userDrawn="1">
          <p15:clr>
            <a:srgbClr val="A4A3A4"/>
          </p15:clr>
        </p15:guide>
        <p15:guide id="4" orient="horz" pos="4202" userDrawn="1">
          <p15:clr>
            <a:srgbClr val="A4A3A4"/>
          </p15:clr>
        </p15:guide>
        <p15:guide id="5" pos="2008" userDrawn="1">
          <p15:clr>
            <a:srgbClr val="A4A3A4"/>
          </p15:clr>
        </p15:guide>
        <p15:guide id="6" pos="3781" userDrawn="1">
          <p15:clr>
            <a:srgbClr val="A4A3A4"/>
          </p15:clr>
        </p15:guide>
        <p15:guide id="7" pos="3898" userDrawn="1">
          <p15:clr>
            <a:srgbClr val="A4A3A4"/>
          </p15:clr>
        </p15:guide>
        <p15:guide id="8" pos="5671" userDrawn="1">
          <p15:clr>
            <a:srgbClr val="A4A3A4"/>
          </p15:clr>
        </p15:guide>
        <p15:guide id="9" pos="5789" userDrawn="1">
          <p15:clr>
            <a:srgbClr val="A4A3A4"/>
          </p15:clr>
        </p15:guide>
        <p15:guide id="10" pos="756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232323"/>
                </a:solidFill>
              </a:defRPr>
            </a:pPr>
            <a:r>
              <a:t>Methodology Starter Pack</a:t>
            </a:r>
          </a:p>
          <a:p>
            <a:r>
              <a:t>Leadership 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defRPr sz="1200" b="0">
                <a:solidFill>
                  <a:srgbClr val="5A5A5A"/>
                </a:solidFill>
              </a:defRPr>
            </a:pPr>
            <a:r>
              <a:t>April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defRPr sz="1200" b="0">
                <a:solidFill>
                  <a:srgbClr val="5A5A5A"/>
                </a:solidFill>
              </a:defRPr>
            </a:pPr>
            <a:r>
              <a:t>Netcompany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 sz="quarter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defRPr sz="1200" b="0">
                <a:solidFill>
                  <a:srgbClr val="5A5A5A"/>
                </a:solidFill>
              </a:defRPr>
            </a:pPr>
            <a:r>
              <a:t>Reusable delivery control system for AI-assisted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Executive frame: why the pack exists and what it is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What is in the starter pack: governance, standards, templates, evidence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Agent operating model: specialist roles, workflow, domain expertise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Skills and hooks: reusable judgment and automated guardrails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Lessons learned and leadership adoption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Why This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The starter pack gives new projects a governed, auditable, agent-ready delivery model from day one.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Without it, each project reinvents delivery rules, agent roles, standards, evidence expectations, and setup mechanics under pressure.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Leadership outcomes: faster mobilisation, fewer blank-page decisions, better control over AI agent behaviour, and lower delivery risk.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It reduces startup friction, improves delivery consistency, and makes AI-assisted delivery governable.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What the Starter Pack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A reusable methodology pack for Claude Code and agent-assisted Netcompany delivery.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Covers ways of working, agent roles, skills, hooks, standards, templates, setup, documentation policy, deployment readiness, and release evidence.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Designed to be copied into a new repo and customised, not treated as a central static manual.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Creates repeatable audit, release sign-off, and stakeholder assurance material as delivery work happens.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Key phrase: a project operating system for AI-assisted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Pack Contents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Core governance: ways of working, agent rules, outlines, documentation policy, SOUL.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Setup guides: getting started, install manifest, repo setup checklist, CLAUDE template.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Delivery gates: pre-implementation checkpoint, remote deployment readiness, emergency bypass.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Standards pack: governance, development, platform, integration, operations, security, AI, deviations.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Templates: memory, feature notes, decisions, runbooks, release evidence, status, flags, CI secrets, deployment assets.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Compatibility: AGENTS.md mirrors .claude agents and skills for tools that cannot read .claude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Standards and Governance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Standards define non-negotiables: traceability, change classification, release evidence, contracts, testing, migrations, determinism, parity, logging, security, and data classification.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SOUL.md provides five tie-breaker invariants: governed, deterministic, append-only, research-first, evidence-backed.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Ways of Working defines issue-first delivery, PR gates, branch rules, documentation impact classification, and emergency bypass.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Leadership message: governance becomes the default workflow, not end-of-release paperwork.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Templates and Evidence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Templates make governance repeatable: feature notes, decision logs, runbooks, release evidence packs, status reports, CI secret registers, and feature flag registers.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Release evidence is planned from the start rather than reconstructed at the end.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Project memory keeps current context concise for agents and humans.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</a:defRPr>
            </a:pPr>
            <a:r>
              <a:t>Callout: a merged PR without traceability or evidence is incomplete, not merely undocumented.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Agents and Workflow: Controlled Specialist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Agents model delivery roles: architecture, design, analysis, domain, data, backend, frontend, DevOps, SRE, integration, test, refactor, traceability, review, and critique.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Each role has defined purpose, mode, boundaries, and handoff expectations.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Review and critic roles are read-only by default and use fresh context for independence.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Work starts with a GitHub issue and acceptance criteria.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Design and analysis prepare scope, options, domain rules, and decisions before build.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Test, review, traceability, and release evidence are part of the same delivery cycle.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t>Flow: issue -&gt; design -&gt; decision -&gt; build -&gt; test -&gt; review -&gt; traceability -&gt; evidence -&gt; merge.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Domain Expert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Regulated or legally consequential projects should add a project-specific Domain Expert role from day one.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Domain Experts should work one sprint ahead of builders because domain interpretation is often the slowest, least parallelisable task.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Example from this project: the DWP Debt Domain Expert covers CCA, GDPR, vulnerability, breathing space, insolvency, and payment allocation concerns.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t>Leadership decision point: require a domain expert role for regulated, public-sector, financial, health, or legally consequential programmes.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Skills: Reusable Judgment, Not Prompt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Skills encode recurring governance, domain, or delivery judgment.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Core examples: issue-to-build-plan, write-acceptance-criteria, change-classification-assistant, review-pr, migration-safety-reviewer, release-readiness-gate, release-evidence-pack-builder, traceability-and-evidence-enforcer, verification-loop, tdd-workflow, santa-method.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Rule-driven projects add policy and determinism skills such as date-effective-policy-integrator, policy-bundle-change-reviewer, and deterministic-implementation-builder.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t>Best practice: skills must produce value and be audited; a growing skill library without pruning becomes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Hooks: Automated Guardrails Around Agent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Hook profiles: minimal, standard, strict.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block-no-verify prevents bypassing git hooks.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config-protection protects build and tooling config from casual edits.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governance-capture records governance-sensitive actions.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quality-gate runs formatter and linter checks after edits.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mcp-health-check prevents relying on unavailable MCP tools.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session-end, pre-compact, suggest-compact, and cost-tracker preserve continuity and manage context/cost.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gateguard-fact-force requires fact declaration before high-consequence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Lessons Learned: Make the Safe Delivery Path the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Governance must be in the workflow: under pressure, teams skip evidence, traceability, and documentation unless the path to merge makes them unavoidable.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Agent boundaries need to be explicit: role outlines, handoff declarations, fresh-context review, and escalation rules prevent blurred authority.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Context, setup, and environment drift are delivery risks: undocumented setup, environments, logs, secrets, flags, and MCP servers create avoidable rework.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Pack response: issue-first work, PR gates, documentation impact classification, trace updates, release evidence templates, setup checklists, project memory, readiness gates, parity standards, and hook guardrails.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Leadership takeaway: day-zero discipline prevents weeks of avoidable rework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000" b="1">
                <a:solidFill>
                  <a:srgbClr val="232323"/>
                </a:solidFill>
              </a:defRPr>
            </a:pPr>
            <a:r>
              <a:t>Adoption Playbook and Leadership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Start with the install manifest; place files in the correct repo locations.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Fill in CLAUDE.md before any agent work starts; customise the agent set and domain expert role for the project.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Mark irrelevant skills and standards as N/A at kickoff instead of letting them create noise.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Install hooks and branch protections before first delivery work; complete the repo setup checklist and create project memory on day zero.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Run a skills audit at the end of each release phase.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Leadership decisions: project types in scope, minimum hook profiles, regulated-project Domain Expert requirements, central ownership, and adoption measures.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t>Close message: standardise the operating model, customise the domain layer, and keep the pack alive through retrospectives.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25400" rIns="25400" anchor="t"/>
          <a:lstStyle/>
          <a:p>
            <a:pPr>
              <a:lnSpc>
                <a:spcPct val="100000"/>
              </a:lnSpc>
              <a:defRPr sz="3400" b="1">
                <a:solidFill>
                  <a:srgbClr val="232323"/>
                </a:solidFill>
              </a:defRPr>
            </a:pPr>
            <a:r>
              <a:t>Appendix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anchor="t"/>
          <a:lstStyle/>
          <a:p>
            <a:pPr>
              <a:lnSpc>
                <a:spcPct val="100000"/>
              </a:lnSpc>
              <a:defRPr sz="2000" b="0">
                <a:solidFill>
                  <a:srgbClr val="5A5A5A"/>
                </a:solidFill>
              </a:defRPr>
            </a:pPr>
            <a:r>
              <a:t>Repository-backed deep dives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A1 - Starter Pack File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Governance docs: WAYS-OF-WORKING, AGENT-RULES, AGENT-OUTLINES, DOCUMENTATION-POLICY, PRE-IMPLEMENTATION-CHECKPOINT, REMOTE-DEPLOYMENT-READINESS-GATE, EMERGENCY-BYPASS-PROCEDURE, CLAUDE-MD-TEMPLATE.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.claude operating surface: 16 agent definitions, 48 skills, hook scripts, hooks.json, settings.json, contexts, session continuity files, cost/session logs.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.github baseline: pull_request_template.md.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Archived setup sources retained in docs/project-foundation/archive: INSTALL-MANIFEST and REPO-SETUP-CHECKLIST.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A2 - Standards and Templates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300">
                <a:solidFill>
                  <a:srgbClr val="232323"/>
                </a:solidFill>
              </a:defRPr>
            </a:pPr>
            <a:r>
              <a:t>Standards categories from repo: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AI: 1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Development: 2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Deviations: 2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Governance: 7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Integration: 3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Operations: 4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Platform: 11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Security: 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300">
                <a:solidFill>
                  <a:srgbClr val="232323"/>
                </a:solidFill>
              </a:defRPr>
            </a:pPr>
            <a:r>
              <a:t>Templates in docs/project-foundation/templates: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Build phase tracker, CI secret register, decision log, Dev/DevOps handoff.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Dockerfile, Docker Compose, Helm chart.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Feature flag register, feature note, memory, project status.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Release evidence pack, remote environment spec, runbook.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1100">
                <a:solidFill>
                  <a:srgbClr val="232323"/>
                </a:solidFill>
              </a:defRPr>
            </a:pPr>
            <a:r>
              <a:t>Santa rubrics and trace map template.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A3 - Decision History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ADRs 001-017 are present under docs/project-foundation/decisions.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Coverage includes process instance strategy, monitoring event subprocesses, process engine/delegate pattern, segment taxonomy, candidate data model, BPMN versioning, and monolith architecture.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Later ADRs cover configurability, policy layer, champion/challenger experimentation, Flowable admin access, live-state reads, breathing space transaction boundaries, communication suppression, platform pivot, and frontend architecture.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Leadership value: the starter pack carries decision discipline, not just working practices.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B1 - Agent Role Catalogue: Direction and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solution-architect: final architecture decisions, boundaries, and guardrails.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delivery-designer: practical design options, tradeoffs, and recommendation.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design-critic: challenges proposals for assumptions, failures, and cross-module risks.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business-analyst: business rules, states, invariants, and acceptance criteria.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dwp-debt-domain-expert: DWP debt collection rules and UK regulatory constraints.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devops-release-engineer: CI/CD, deployment safety, release evidence, readiness.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sre-platform-engineer: platform reliability, observability, IaC, runbooks.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traceability-steward: requirement -&gt; contract -&gt; test -&gt; evidence trace chain.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B2 - Agent Role Catalogue: Build and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backend-builder: backend services, APIs, controllers, errors, observability.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frontend-builder: forms, pages, workflow screens, validation, accessibility.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db-designer: schemas, migrations, indexes, persistence models.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integration-protocol-specialist: contracts, signing, error semantics, handoff.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refactorer: behavior-preserving clarity and maintainability work.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test-designer: test strategy and evidence needs across layers.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test-builder: deterministic unit, integration, and end-to-end tests.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code-reviewer: bugs, regressions, maintainability risks, missing tests.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200">
                <a:solidFill>
                  <a:srgbClr val="232323"/>
                </a:solidFill>
              </a:defRPr>
            </a:pPr>
            <a:r>
              <a:t>Operating rule: each agent definition owns mission, scope, guardrails, escalation rules, and output contract.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C1 - Skills Catalogue: Planning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100">
                <a:solidFill>
                  <a:srgbClr val="232323"/>
                </a:solidFill>
              </a:defRPr>
            </a:pPr>
            <a:r>
              <a:t>Planning and requirements: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issue-to-build-plan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write-acceptance-criteria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create-domain-pack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api-contract-draft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test-plan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generate-domain-tests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generate-e2e-scenarios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seed-data-builder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100">
                <a:solidFill>
                  <a:srgbClr val="232323"/>
                </a:solidFill>
              </a:defRPr>
            </a:pPr>
            <a:r>
              <a:t>Governance and traceability: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change-classification-assistant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standards-governance-reviewer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requirements-trace-map-updater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traceability-and-evidence-enforcer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release-evidence-pack-builder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release-readiness-gate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ci-gate-recommender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update-docs-for-change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C2 - Skills Catalogue: Risk and 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100">
                <a:solidFill>
                  <a:srgbClr val="232323"/>
                </a:solidFill>
              </a:defRPr>
            </a:pPr>
            <a:r>
              <a:t>Review and risk: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review-pr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design-review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breaking-change-impact-mapper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contract-versioning-advisor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migration-safety-reviewer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rule-coverage-analyzer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defect-triage-root-cause-classifier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sensitive-data-redaction-checker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100">
                <a:solidFill>
                  <a:srgbClr val="232323"/>
                </a:solidFill>
              </a:defRPr>
            </a:pPr>
            <a:r>
              <a:t>Deterministic and governed behaviour: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date-effective-policy-integrator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policy-bundle-change-reviewer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deterministic-implementation-builder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error-envelope-normalizer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state-precedence-reviewer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immutable-records-guard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documentation-authority-resolver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C3 - Skills Catalogue: Operations and Agent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000">
                <a:solidFill>
                  <a:srgbClr val="232323"/>
                </a:solidFill>
              </a:defRPr>
            </a:pPr>
            <a:r>
              <a:t>Operations and reliability: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ci-failure-root-cause-fixer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remote-deployment-readiness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reconciliation-flow-reviewer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observability-evidence-separator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hotfix-incident-scope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000">
                <a:solidFill>
                  <a:srgbClr val="232323"/>
                </a:solidFill>
              </a:defRPr>
            </a:pPr>
            <a:r>
              <a:t>Frontend-specific checks: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frontend-backend-state-parity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i18n-completeness-checker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000">
                <a:solidFill>
                  <a:srgbClr val="232323"/>
                </a:solidFill>
              </a:defRPr>
            </a:pPr>
            <a:r>
              <a:t>Agent workflow and control: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agent-boundary-escalator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agent-introspection-debugging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context-budget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continuous-agent-loop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cost-aware-llm-pipeline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council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gateguard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safety-guard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santa-method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strategic-compact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tdd-workflow</a:t>
            </a:r>
          </a:p>
          <a:p>
            <a:pPr lvl="1">
              <a:lnSpc>
                <a:spcPct val="95000"/>
              </a:lnSpc>
              <a:spcAft>
                <a:spcPts val="100"/>
              </a:spcAft>
              <a:defRPr sz="900">
                <a:solidFill>
                  <a:srgbClr val="232323"/>
                </a:solidFill>
              </a:defRPr>
            </a:pPr>
            <a:r>
              <a:t>verification-loop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D - Hook Profiles from .claude/hooks.json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minimal: block-no-verify only. Use for quick exploration where hard git safety is enough.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standard: block-no-verify, config-protection, governance-capture, pre-compact, session-end, suggest-compact, quality-gate, mcp-health-check, cost-tracker. Recommended for regular development.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strict: standard plus gateguard-fact-force. Use for Class A, release-sensitive, or high-consequence changes.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Current repo default in .claude/settings.json: ECC_HOOK_PROFILE=standard.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Important environment switches: ECC_COMPACT_THRESHOLD, ECC_QUALITY_GATE_BLOCKING, MCP_SERVERS.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E - Release Evidence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500">
                <a:solidFill>
                  <a:srgbClr val="232323"/>
                </a:solidFill>
              </a:defRPr>
            </a:pPr>
            <a:r>
              <a:t>Required before merge for Class A and Class B changes; required before remote deployment for Class C/D/E changes that deploy remotely.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500">
                <a:solidFill>
                  <a:srgbClr val="232323"/>
                </a:solidFill>
              </a:defRPr>
            </a:pPr>
            <a:r>
              <a:t>Evidence chain: issue -&gt; acceptance criteria -&gt; implementation PR -&gt; trace map snapshot -&gt; tests and reports -&gt; contract parity -&gt; environment/config identifiers -&gt; deviations -&gt; signoff -&gt; immutable pack hash.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500">
                <a:solidFill>
                  <a:srgbClr val="232323"/>
                </a:solidFill>
              </a:defRPr>
            </a:pPr>
            <a:r>
              <a:t>Template sections: release identifier, environment/config identifiers, contract versions and parity reports, rule/policy bundle versions, test run IDs and reports, traceability snapshot, approved deviations, signoff table, pack immutability confirmation.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500">
                <a:solidFill>
                  <a:srgbClr val="232323"/>
                </a:solidFill>
              </a:defRPr>
            </a:pPr>
            <a:r>
              <a:t>Signoff roles: Solution Architect, Domain/Policy Owner for Class A, Security when controls changed, Release Manager, Contract Owner when external interfaces changed.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32323"/>
                </a:solidFill>
              </a:defRPr>
            </a:pPr>
            <a:r>
              <a:t>Appendix F - Adoption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/>
          </p:nvPr>
        </p:nvSpPr>
        <p:spPr/>
        <p:txBody>
          <a:bodyPr wrap="square" lIns="25400" rIns="25400" anchor="t"/>
          <a:lstStyle/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Install files in the right locations: docs/project-foundation, .claude, .github, and repo-root CLAUDE.md.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Fill in CLAUDE.md, project memory, setup checklist, standards applicability, hook profile, and domain expert customisation before build starts.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Configure branch protection, PR template, quality gates, MCP health checks, cost/context controls, feature flag register, CI secret register, and remote environment spec.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Create initial trace map, decision log, release evidence pack shell, runbook shell, and status reporting cadence.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600">
                <a:solidFill>
                  <a:srgbClr val="232323"/>
                </a:solidFill>
              </a:defRPr>
            </a:pPr>
            <a:r>
              <a:t>At each release phase: audit skills, prune irrelevant controls, update traceability, refresh evidence, review deviations, and confirm ownership of the starter pack delta.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 wrap="square" lIns="25400" rIns="25400" anchor="t"/>
          <a:lstStyle/>
          <a:p>
            <a:pPr>
              <a:lnSpc>
                <a:spcPct val="100000"/>
              </a:lnSpc>
              <a:defRPr sz="1800" b="0">
                <a:solidFill>
                  <a:srgbClr val="5A5A5A"/>
                </a:solidFill>
              </a:defRPr>
            </a:pPr>
            <a:r>
              <a:t>Methodology Starter Pack</a:t>
            </a:r>
            <a:br/>
            <a:r>
              <a:t>Leadership discussion</a:t>
            </a:r>
            <a:br/>
            <a:r>
              <a:t>Netcompany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company">
  <a:themeElements>
    <a:clrScheme name="Netcompany">
      <a:dk1>
        <a:srgbClr val="141E1E"/>
      </a:dk1>
      <a:lt1>
        <a:sysClr val="window" lastClr="FFFFFF"/>
      </a:lt1>
      <a:dk2>
        <a:srgbClr val="000000"/>
      </a:dk2>
      <a:lt2>
        <a:srgbClr val="D0D7D7"/>
      </a:lt2>
      <a:accent1>
        <a:srgbClr val="123836"/>
      </a:accent1>
      <a:accent2>
        <a:srgbClr val="718886"/>
      </a:accent2>
      <a:accent3>
        <a:srgbClr val="73AA87"/>
      </a:accent3>
      <a:accent4>
        <a:srgbClr val="D0D7D7"/>
      </a:accent4>
      <a:accent5>
        <a:srgbClr val="FF6359"/>
      </a:accent5>
      <a:accent6>
        <a:srgbClr val="FFD282"/>
      </a:accent6>
      <a:hlink>
        <a:srgbClr val="FF6359"/>
      </a:hlink>
      <a:folHlink>
        <a:srgbClr val="FFB1AC"/>
      </a:folHlink>
    </a:clrScheme>
    <a:fontScheme name="Custom 3">
      <a:majorFont>
        <a:latin typeface="Netcompany-Offc"/>
        <a:ea typeface="DengXian"/>
        <a:cs typeface=""/>
      </a:majorFont>
      <a:minorFont>
        <a:latin typeface="Netcompany-Offc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noProof="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Blue">
      <a:srgbClr val="0082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Blue 50%">
      <a:srgbClr val="6ECC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">
      <a:srgbClr val="A0A0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Purple 50%">
      <a:srgbClr val="C2C8FF"/>
    </a:custClr>
  </a:custClrLst>
  <a:extLst>
    <a:ext uri="{05A4C25C-085E-4340-85A3-A5531E510DB2}">
      <thm15:themeFamily xmlns:thm15="http://schemas.microsoft.com/office/thememl/2012/main" name="Netcompany Powerpoint Template" id="{466499A1-3F54-49C3-92BC-E16C21CDB533}" vid="{770C8E34-6514-444F-B5BF-E00410FF75A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en">
      <a:srgbClr val="141E1E"/>
    </a:custClr>
    <a:custClr name="Green">
      <a:srgbClr val="123836"/>
    </a:custClr>
    <a:custClr name="Green 90%">
      <a:srgbClr val="2A4C4A"/>
    </a:custClr>
    <a:custClr name="Green 60%">
      <a:srgbClr val="718886"/>
    </a:custClr>
    <a:custClr name="Green 40%">
      <a:srgbClr val="A0AFAF"/>
    </a:custClr>
    <a:custClr name="Green 30%">
      <a:srgbClr val="B8C3C3"/>
    </a:custClr>
    <a:custClr name="Green 20%">
      <a:srgbClr val="D0D7D7"/>
    </a:custClr>
    <a:custClr name="Green 10%">
      <a:srgbClr val="E7EBEB"/>
    </a:custClr>
    <a:custClr name="NoColor">
      <a:srgbClr val="FFFFFF"/>
    </a:custClr>
    <a:custClr name="NoColor">
      <a:srgbClr val="FFFFFF"/>
    </a:custClr>
    <a:custClr name="Coral">
      <a:srgbClr val="FF6359"/>
    </a:custClr>
    <a:custClr name="Coral 75%">
      <a:srgbClr val="FF8A83"/>
    </a:custClr>
    <a:custClr name="Coral 50%">
      <a:srgbClr val="FFB1AC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Yellow">
      <a:srgbClr val="FFD282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Green">
      <a:srgbClr val="73AA87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  <a:custClr name="NoColor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TemplateConfiguration><![CDATA[{"slideVersion":1,"isValidatorEnabled":false,"isLocked":false,"elementsMetadata":[],"slideId":"896880363014979586","enableDocumentContentUpdater":false,"version":"2.0"}]]></TemplafySlideTemplateConfiguration>
</file>

<file path=customXml/item2.xml><?xml version="1.0" encoding="utf-8"?>
<TemplafySlideTemplateConfiguration><![CDATA[{"slideVersion":1,"isValidatorEnabled":false,"isLocked":false,"elementsMetadata":[],"slideId":"896880363014979587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90523451A5B42A62F3FEF0EAF9ED3" ma:contentTypeVersion="15" ma:contentTypeDescription="Create a new document." ma:contentTypeScope="" ma:versionID="e267c9baf285ae5e166cf3ecbdd052f0">
  <xsd:schema xmlns:xsd="http://www.w3.org/2001/XMLSchema" xmlns:xs="http://www.w3.org/2001/XMLSchema" xmlns:p="http://schemas.microsoft.com/office/2006/metadata/properties" xmlns:ns2="1f88e692-e867-4d92-ab0a-a3ab2601f354" xmlns:ns3="20f94ec3-e9d0-4dc7-9a84-97b6b322ffba" targetNamespace="http://schemas.microsoft.com/office/2006/metadata/properties" ma:root="true" ma:fieldsID="99202bb9c313033654e3e1f621830458" ns2:_="" ns3:_="">
    <xsd:import namespace="1f88e692-e867-4d92-ab0a-a3ab2601f354"/>
    <xsd:import namespace="20f94ec3-e9d0-4dc7-9a84-97b6b322f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88e692-e867-4d92-ab0a-a3ab2601f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837251-29ea-4b68-89a9-9f41a84048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f94ec3-e9d0-4dc7-9a84-97b6b322ffb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8437d8b-4e29-4267-84e3-3e6fd8806f61}" ma:internalName="TaxCatchAll" ma:showField="CatchAllData" ma:web="20f94ec3-e9d0-4dc7-9a84-97b6b322ff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TemplateConfiguration><![CDATA[{"slideVersion":1,"isValidatorEnabled":false,"isLocked":false,"elementsMetadata":[],"slideId":"896880363014979584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FormConfiguration><![CDATA[{"formFields":[],"formDataEntries":[]}]]></TemplafyFormConfiguration>
</file>

<file path=customXml/item9.xml><?xml version="1.0" encoding="utf-8"?>
<TemplafySlideTemplateConfiguration><![CDATA[{"slideVersion":1,"isValidatorEnabled":false,"isLocked":false,"elementsMetadata":[],"slideId":"896880363014979585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TemplateConfiguration><![CDATA[{"elementsMetadata":[],"transformationConfigurations":[],"templateName":"Netcompany Powerpoint Template","templateDescription":"","enableDocumentContentUpdater":false,"version":"2.0"}]]></Templafy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f94ec3-e9d0-4dc7-9a84-97b6b322ffba" xsi:nil="true"/>
    <lcf76f155ced4ddcb4097134ff3c332f xmlns="1f88e692-e867-4d92-ab0a-a3ab2601f3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C99524-8D91-4629-9AC0-C9E864B5C468}">
  <ds:schemaRefs/>
</ds:datastoreItem>
</file>

<file path=customXml/itemProps2.xml><?xml version="1.0" encoding="utf-8"?>
<ds:datastoreItem xmlns:ds="http://schemas.openxmlformats.org/officeDocument/2006/customXml" ds:itemID="{904F0CE3-1B4B-4CD6-90F5-5D5E92126EAB}">
  <ds:schemaRefs/>
</ds:datastoreItem>
</file>

<file path=customXml/itemProps3.xml><?xml version="1.0" encoding="utf-8"?>
<ds:datastoreItem xmlns:ds="http://schemas.openxmlformats.org/officeDocument/2006/customXml" ds:itemID="{487F8D79-EA86-4370-AAD2-042794F2E0C0}">
  <ds:schemaRefs/>
</ds:datastoreItem>
</file>

<file path=customXml/itemProps4.xml><?xml version="1.0" encoding="utf-8"?>
<ds:datastoreItem xmlns:ds="http://schemas.openxmlformats.org/officeDocument/2006/customXml" ds:itemID="{9266AD56-CE8F-48F1-BAC9-749EC3402AD0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8BFB36A7-85A6-44F8-9741-88038F7177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88e692-e867-4d92-ab0a-a3ab2601f354"/>
    <ds:schemaRef ds:uri="20f94ec3-e9d0-4dc7-9a84-97b6b322ff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089129AE-904F-4575-8561-603CB46EEB0D}">
  <ds:schemaRefs/>
</ds:datastoreItem>
</file>

<file path=customXml/itemProps7.xml><?xml version="1.0" encoding="utf-8"?>
<ds:datastoreItem xmlns:ds="http://schemas.openxmlformats.org/officeDocument/2006/customXml" ds:itemID="{1D282B04-BEE2-4573-91A1-BC45CE962BAB}">
  <ds:schemaRefs/>
</ds:datastoreItem>
</file>

<file path=customXml/itemProps8.xml><?xml version="1.0" encoding="utf-8"?>
<ds:datastoreItem xmlns:ds="http://schemas.openxmlformats.org/officeDocument/2006/customXml" ds:itemID="{BCBBE012-9897-4302-846E-08346C3B7BE3}">
  <ds:schemaRefs/>
</ds:datastoreItem>
</file>

<file path=customXml/itemProps9.xml><?xml version="1.0" encoding="utf-8"?>
<ds:datastoreItem xmlns:ds="http://schemas.openxmlformats.org/officeDocument/2006/customXml" ds:itemID="{1ADFE48A-2456-448D-8B98-177A15629974}">
  <ds:schemaRefs/>
</ds:datastoreItem>
</file>

<file path=customXml/itemProps10.xml><?xml version="1.0" encoding="utf-8"?>
<ds:datastoreItem xmlns:ds="http://schemas.openxmlformats.org/officeDocument/2006/customXml" ds:itemID="{4B94C7E9-2940-4F92-A6E8-691B1FE5DE27}">
  <ds:schemaRefs/>
</ds:datastoreItem>
</file>

<file path=customXml/itemProps11.xml><?xml version="1.0" encoding="utf-8"?>
<ds:datastoreItem xmlns:ds="http://schemas.openxmlformats.org/officeDocument/2006/customXml" ds:itemID="{868059ED-AF61-4C7E-BF3B-7E3DC27FF399}">
  <ds:schemaRefs/>
</ds:datastoreItem>
</file>

<file path=customXml/itemProps12.xml><?xml version="1.0" encoding="utf-8"?>
<ds:datastoreItem xmlns:ds="http://schemas.openxmlformats.org/officeDocument/2006/customXml" ds:itemID="{2C10236C-3B93-402E-B6B1-857DEB497767}">
  <ds:schemaRefs/>
</ds:datastoreItem>
</file>

<file path=customXml/itemProps13.xml><?xml version="1.0" encoding="utf-8"?>
<ds:datastoreItem xmlns:ds="http://schemas.openxmlformats.org/officeDocument/2006/customXml" ds:itemID="{214CFF4D-CEE2-4ED6-AC8A-41B54DA24CA7}">
  <ds:schemaRefs>
    <ds:schemaRef ds:uri="http://schemas.microsoft.com/office/2006/metadata/properties"/>
    <ds:schemaRef ds:uri="http://schemas.microsoft.com/office/infopath/2007/PartnerControls"/>
    <ds:schemaRef ds:uri="b78f5926-5d87-48b0-b9f0-7f23033d1efa"/>
    <ds:schemaRef ds:uri="f502ecb4-313b-4c8b-ac1a-a2133c4c55c1"/>
    <ds:schemaRef ds:uri="20f94ec3-e9d0-4dc7-9a84-97b6b322ffba"/>
    <ds:schemaRef ds:uri="1f88e692-e867-4d92-ab0a-a3ab2601f35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Netcompany Powerpoint Template</Template>
  <TotalTime>0</TotalTime>
  <Words>10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Wingdings</vt:lpstr>
      <vt:lpstr>Arial</vt:lpstr>
      <vt:lpstr>Netcompany-Offc</vt:lpstr>
      <vt:lpstr>Netcompany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Uffe Birkedal</dc:creator>
  <cp:lastModifiedBy>Tomas Wind</cp:lastModifiedBy>
  <cp:revision>1</cp:revision>
  <dcterms:created xsi:type="dcterms:W3CDTF">2026-02-03T14:26:39Z</dcterms:created>
  <dcterms:modified xsi:type="dcterms:W3CDTF">2026-04-28T13:38:59Z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www.omnidocs.com</vt:lpwstr>
  </property>
  <property fmtid="{D5CDD505-2E9C-101B-9397-08002B2CF9AE}" pid="3" name="ContentTypeId">
    <vt:lpwstr>0x0101006F990523451A5B42A62F3FEF0EAF9ED3</vt:lpwstr>
  </property>
  <property fmtid="{D5CDD505-2E9C-101B-9397-08002B2CF9AE}" pid="4" name="MediaServiceImageTags">
    <vt:lpwstr/>
  </property>
  <property fmtid="{D5CDD505-2E9C-101B-9397-08002B2CF9AE}" pid="5" name="TemplafyTimeStamp">
    <vt:lpwstr>2024-04-23T10:56:56</vt:lpwstr>
  </property>
  <property fmtid="{D5CDD505-2E9C-101B-9397-08002B2CF9AE}" pid="6" name="TemplafyTenantId">
    <vt:lpwstr>netcompany</vt:lpwstr>
  </property>
  <property fmtid="{D5CDD505-2E9C-101B-9397-08002B2CF9AE}" pid="7" name="TemplafyTemplateId">
    <vt:lpwstr>896880345885704710</vt:lpwstr>
  </property>
  <property fmtid="{D5CDD505-2E9C-101B-9397-08002B2CF9AE}" pid="8" name="TemplafyUserProfileId">
    <vt:lpwstr>1356386243715006491</vt:lpwstr>
  </property>
  <property fmtid="{D5CDD505-2E9C-101B-9397-08002B2CF9AE}" pid="9" name="TemplafyFromBlank">
    <vt:bool>true</vt:bool>
  </property>
</Properties>
</file>