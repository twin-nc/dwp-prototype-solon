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39"/>
  </p:notesMasterIdLst>
  <p:handoutMasterIdLst>
    <p:handoutMasterId r:id="rId40"/>
  </p:handoutMasterIdLst>
  <p:sldIdLst>
    <p:sldId id="292" r:id="rId5"/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93" r:id="rId18"/>
    <p:sldId id="294" r:id="rId19"/>
    <p:sldId id="295" r:id="rId20"/>
    <p:sldId id="296" r:id="rId21"/>
    <p:sldId id="291" r:id="rId22"/>
    <p:sldId id="272" r:id="rId23"/>
    <p:sldId id="270" r:id="rId24"/>
    <p:sldId id="297" r:id="rId25"/>
    <p:sldId id="274" r:id="rId26"/>
    <p:sldId id="275" r:id="rId27"/>
    <p:sldId id="276" r:id="rId28"/>
    <p:sldId id="284" r:id="rId29"/>
    <p:sldId id="286" r:id="rId30"/>
    <p:sldId id="298" r:id="rId31"/>
    <p:sldId id="277" r:id="rId32"/>
    <p:sldId id="278" r:id="rId33"/>
    <p:sldId id="279" r:id="rId34"/>
    <p:sldId id="280" r:id="rId35"/>
    <p:sldId id="281" r:id="rId36"/>
    <p:sldId id="282" r:id="rId37"/>
    <p:sldId id="283" r:id="rId38"/>
  </p:sldIdLst>
  <p:sldSz cx="12192000" cy="6858000"/>
  <p:notesSz cx="6858000" cy="9144000"/>
  <p:embeddedFontLst>
    <p:embeddedFont>
      <p:font typeface="Netcompany-Offc" panose="020B0604020202020204" charset="0"/>
      <p:regular r:id="rId41"/>
      <p:bold r:id="rId42"/>
      <p:italic r:id="rId43"/>
      <p:boldItalic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238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79721B-5F83-2393-BE44-215AC48D3317}" v="331" dt="2026-04-29T08:07:25.904"/>
    <p1510:client id="{D3ADA826-3216-4149-ADD5-B2000BA6C0A2}" v="193" dt="2026-04-29T08:21:51.348"/>
    <p1510:client id="{E52053AC-339E-4829-9258-950F8CC28ACC}" v="35" dt="2026-04-28T13:17:08.294"/>
  </p1510:revLst>
</p1510:revInfo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2.fntdata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3.fntdata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font" Target="fonts/font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ia Camilla Taarsted Argot" userId="466be49f-4564-4ddd-9968-e538149ed9d4" providerId="ADAL" clId="{29DD7147-1353-4B42-949C-3DA48BF84DD1}"/>
    <pc:docChg chg="addSld delSld modSld">
      <pc:chgData name="Tania Camilla Taarsted Argot" userId="466be49f-4564-4ddd-9968-e538149ed9d4" providerId="ADAL" clId="{29DD7147-1353-4B42-949C-3DA48BF84DD1}" dt="2026-04-28T13:17:08.294" v="35"/>
      <pc:docMkLst>
        <pc:docMk/>
      </pc:docMkLst>
      <pc:sldChg chg="del">
        <pc:chgData name="Tania Camilla Taarsted Argot" userId="466be49f-4564-4ddd-9968-e538149ed9d4" providerId="ADAL" clId="{29DD7147-1353-4B42-949C-3DA48BF84DD1}" dt="2026-04-28T13:14:01.553" v="1" actId="47"/>
        <pc:sldMkLst>
          <pc:docMk/>
          <pc:sldMk cId="0" sldId="268"/>
        </pc:sldMkLst>
      </pc:sldChg>
      <pc:sldChg chg="add setBg">
        <pc:chgData name="Tania Camilla Taarsted Argot" userId="466be49f-4564-4ddd-9968-e538149ed9d4" providerId="ADAL" clId="{29DD7147-1353-4B42-949C-3DA48BF84DD1}" dt="2026-04-28T13:13:54.825" v="0"/>
        <pc:sldMkLst>
          <pc:docMk/>
          <pc:sldMk cId="0" sldId="285"/>
        </pc:sldMkLst>
      </pc:sldChg>
      <pc:sldChg chg="modSp add mod setBg">
        <pc:chgData name="Tania Camilla Taarsted Argot" userId="466be49f-4564-4ddd-9968-e538149ed9d4" providerId="ADAL" clId="{29DD7147-1353-4B42-949C-3DA48BF84DD1}" dt="2026-04-28T13:15:29.582" v="17" actId="20577"/>
        <pc:sldMkLst>
          <pc:docMk/>
          <pc:sldMk cId="3912756367" sldId="286"/>
        </pc:sldMkLst>
        <pc:spChg chg="mod">
          <ac:chgData name="Tania Camilla Taarsted Argot" userId="466be49f-4564-4ddd-9968-e538149ed9d4" providerId="ADAL" clId="{29DD7147-1353-4B42-949C-3DA48BF84DD1}" dt="2026-04-28T13:15:29.582" v="17" actId="20577"/>
          <ac:spMkLst>
            <pc:docMk/>
            <pc:sldMk cId="3912756367" sldId="286"/>
            <ac:spMk id="3" creationId="{50D9C1BD-941A-C95D-5BF6-D6F9C5806B0E}"/>
          </ac:spMkLst>
        </pc:spChg>
      </pc:sldChg>
      <pc:sldChg chg="modSp add mod setBg">
        <pc:chgData name="Tania Camilla Taarsted Argot" userId="466be49f-4564-4ddd-9968-e538149ed9d4" providerId="ADAL" clId="{29DD7147-1353-4B42-949C-3DA48BF84DD1}" dt="2026-04-28T13:16:12.559" v="32" actId="20577"/>
        <pc:sldMkLst>
          <pc:docMk/>
          <pc:sldMk cId="597308336" sldId="287"/>
        </pc:sldMkLst>
        <pc:spChg chg="mod">
          <ac:chgData name="Tania Camilla Taarsted Argot" userId="466be49f-4564-4ddd-9968-e538149ed9d4" providerId="ADAL" clId="{29DD7147-1353-4B42-949C-3DA48BF84DD1}" dt="2026-04-28T13:16:12.559" v="32" actId="20577"/>
          <ac:spMkLst>
            <pc:docMk/>
            <pc:sldMk cId="597308336" sldId="287"/>
            <ac:spMk id="3" creationId="{4AB46C10-5F13-009F-6B2E-10E3C1368220}"/>
          </ac:spMkLst>
        </pc:spChg>
      </pc:sldChg>
      <pc:sldChg chg="add setBg">
        <pc:chgData name="Tania Camilla Taarsted Argot" userId="466be49f-4564-4ddd-9968-e538149ed9d4" providerId="ADAL" clId="{29DD7147-1353-4B42-949C-3DA48BF84DD1}" dt="2026-04-28T13:16:57.104" v="33"/>
        <pc:sldMkLst>
          <pc:docMk/>
          <pc:sldMk cId="2498868237" sldId="288"/>
        </pc:sldMkLst>
      </pc:sldChg>
      <pc:sldChg chg="add setBg">
        <pc:chgData name="Tania Camilla Taarsted Argot" userId="466be49f-4564-4ddd-9968-e538149ed9d4" providerId="ADAL" clId="{29DD7147-1353-4B42-949C-3DA48BF84DD1}" dt="2026-04-28T13:17:04.351" v="34"/>
        <pc:sldMkLst>
          <pc:docMk/>
          <pc:sldMk cId="109552854" sldId="289"/>
        </pc:sldMkLst>
      </pc:sldChg>
      <pc:sldChg chg="add setBg">
        <pc:chgData name="Tania Camilla Taarsted Argot" userId="466be49f-4564-4ddd-9968-e538149ed9d4" providerId="ADAL" clId="{29DD7147-1353-4B42-949C-3DA48BF84DD1}" dt="2026-04-28T13:17:08.294" v="35"/>
        <pc:sldMkLst>
          <pc:docMk/>
          <pc:sldMk cId="4178858140" sldId="290"/>
        </pc:sldMkLst>
      </pc:sldChg>
    </pc:docChg>
  </pc:docChgLst>
  <pc:docChgLst>
    <pc:chgData name="Tania Camilla Taarsted Argot" userId="S::tct@netcompany.com::466be49f-4564-4ddd-9968-e538149ed9d4" providerId="AD" clId="Web-{4B79721B-5F83-2393-BE44-215AC48D3317}"/>
    <pc:docChg chg="addSld delSld modSld">
      <pc:chgData name="Tania Camilla Taarsted Argot" userId="S::tct@netcompany.com::466be49f-4564-4ddd-9968-e538149ed9d4" providerId="AD" clId="Web-{4B79721B-5F83-2393-BE44-215AC48D3317}" dt="2026-04-29T08:07:25.904" v="234"/>
      <pc:docMkLst>
        <pc:docMk/>
      </pc:docMkLst>
      <pc:sldChg chg="modSp">
        <pc:chgData name="Tania Camilla Taarsted Argot" userId="S::tct@netcompany.com::466be49f-4564-4ddd-9968-e538149ed9d4" providerId="AD" clId="Web-{4B79721B-5F83-2393-BE44-215AC48D3317}" dt="2026-04-29T07:16:52.252" v="178" actId="1076"/>
        <pc:sldMkLst>
          <pc:docMk/>
          <pc:sldMk cId="0" sldId="262"/>
        </pc:sldMkLst>
        <pc:graphicFrameChg chg="mod modGraphic">
          <ac:chgData name="Tania Camilla Taarsted Argot" userId="S::tct@netcompany.com::466be49f-4564-4ddd-9968-e538149ed9d4" providerId="AD" clId="Web-{4B79721B-5F83-2393-BE44-215AC48D3317}" dt="2026-04-29T07:16:52.252" v="178" actId="1076"/>
          <ac:graphicFrameMkLst>
            <pc:docMk/>
            <pc:sldMk cId="0" sldId="262"/>
            <ac:graphicFrameMk id="7" creationId="{00000000-0000-0000-0000-000000000000}"/>
          </ac:graphicFrameMkLst>
        </pc:graphicFrameChg>
      </pc:sldChg>
      <pc:sldChg chg="modSp">
        <pc:chgData name="Tania Camilla Taarsted Argot" userId="S::tct@netcompany.com::466be49f-4564-4ddd-9968-e538149ed9d4" providerId="AD" clId="Web-{4B79721B-5F83-2393-BE44-215AC48D3317}" dt="2026-04-29T05:41:21.524" v="16" actId="14100"/>
        <pc:sldMkLst>
          <pc:docMk/>
          <pc:sldMk cId="0" sldId="267"/>
        </pc:sldMkLst>
        <pc:spChg chg="mod">
          <ac:chgData name="Tania Camilla Taarsted Argot" userId="S::tct@netcompany.com::466be49f-4564-4ddd-9968-e538149ed9d4" providerId="AD" clId="Web-{4B79721B-5F83-2393-BE44-215AC48D3317}" dt="2026-04-29T05:41:21.524" v="16" actId="14100"/>
          <ac:spMkLst>
            <pc:docMk/>
            <pc:sldMk cId="0" sldId="267"/>
            <ac:spMk id="13" creationId="{00000000-0000-0000-0000-000000000000}"/>
          </ac:spMkLst>
        </pc:spChg>
      </pc:sldChg>
      <pc:sldChg chg="del">
        <pc:chgData name="Tania Camilla Taarsted Argot" userId="S::tct@netcompany.com::466be49f-4564-4ddd-9968-e538149ed9d4" providerId="AD" clId="Web-{4B79721B-5F83-2393-BE44-215AC48D3317}" dt="2026-04-28T15:27:57.566" v="10"/>
        <pc:sldMkLst>
          <pc:docMk/>
          <pc:sldMk cId="0" sldId="269"/>
        </pc:sldMkLst>
      </pc:sldChg>
      <pc:sldChg chg="delSp modSp add">
        <pc:chgData name="Tania Camilla Taarsted Argot" userId="S::tct@netcompany.com::466be49f-4564-4ddd-9968-e538149ed9d4" providerId="AD" clId="Web-{4B79721B-5F83-2393-BE44-215AC48D3317}" dt="2026-04-29T08:07:25.904" v="234"/>
        <pc:sldMkLst>
          <pc:docMk/>
          <pc:sldMk cId="0" sldId="272"/>
        </pc:sldMkLst>
        <pc:spChg chg="mod">
          <ac:chgData name="Tania Camilla Taarsted Argot" userId="S::tct@netcompany.com::466be49f-4564-4ddd-9968-e538149ed9d4" providerId="AD" clId="Web-{4B79721B-5F83-2393-BE44-215AC48D3317}" dt="2026-04-29T08:02:54.419" v="188" actId="20577"/>
          <ac:spMkLst>
            <pc:docMk/>
            <pc:sldMk cId="0" sldId="272"/>
            <ac:spMk id="4" creationId="{00000000-0000-0000-0000-000000000000}"/>
          </ac:spMkLst>
        </pc:spChg>
        <pc:spChg chg="del">
          <ac:chgData name="Tania Camilla Taarsted Argot" userId="S::tct@netcompany.com::466be49f-4564-4ddd-9968-e538149ed9d4" providerId="AD" clId="Web-{4B79721B-5F83-2393-BE44-215AC48D3317}" dt="2026-04-29T08:02:58.014" v="189"/>
          <ac:spMkLst>
            <pc:docMk/>
            <pc:sldMk cId="0" sldId="272"/>
            <ac:spMk id="7" creationId="{00000000-0000-0000-0000-000000000000}"/>
          </ac:spMkLst>
        </pc:spChg>
        <pc:spChg chg="mod">
          <ac:chgData name="Tania Camilla Taarsted Argot" userId="S::tct@netcompany.com::466be49f-4564-4ddd-9968-e538149ed9d4" providerId="AD" clId="Web-{4B79721B-5F83-2393-BE44-215AC48D3317}" dt="2026-04-29T08:04:54.733" v="227" actId="20577"/>
          <ac:spMkLst>
            <pc:docMk/>
            <pc:sldMk cId="0" sldId="272"/>
            <ac:spMk id="8" creationId="{00000000-0000-0000-0000-000000000000}"/>
          </ac:spMkLst>
        </pc:spChg>
        <pc:spChg chg="del mod">
          <ac:chgData name="Tania Camilla Taarsted Argot" userId="S::tct@netcompany.com::466be49f-4564-4ddd-9968-e538149ed9d4" providerId="AD" clId="Web-{4B79721B-5F83-2393-BE44-215AC48D3317}" dt="2026-04-29T08:07:25.904" v="234"/>
          <ac:spMkLst>
            <pc:docMk/>
            <pc:sldMk cId="0" sldId="272"/>
            <ac:spMk id="9" creationId="{00000000-0000-0000-0000-000000000000}"/>
          </ac:spMkLst>
        </pc:spChg>
        <pc:spChg chg="del mod">
          <ac:chgData name="Tania Camilla Taarsted Argot" userId="S::tct@netcompany.com::466be49f-4564-4ddd-9968-e538149ed9d4" providerId="AD" clId="Web-{4B79721B-5F83-2393-BE44-215AC48D3317}" dt="2026-04-29T08:07:24.013" v="233"/>
          <ac:spMkLst>
            <pc:docMk/>
            <pc:sldMk cId="0" sldId="272"/>
            <ac:spMk id="10" creationId="{00000000-0000-0000-0000-000000000000}"/>
          </ac:spMkLst>
        </pc:spChg>
      </pc:sldChg>
      <pc:sldChg chg="modSp">
        <pc:chgData name="Tania Camilla Taarsted Argot" userId="S::tct@netcompany.com::466be49f-4564-4ddd-9968-e538149ed9d4" providerId="AD" clId="Web-{4B79721B-5F83-2393-BE44-215AC48D3317}" dt="2026-04-29T06:02:31.754" v="142" actId="20577"/>
        <pc:sldMkLst>
          <pc:docMk/>
          <pc:sldMk cId="0" sldId="274"/>
        </pc:sldMkLst>
        <pc:spChg chg="mod">
          <ac:chgData name="Tania Camilla Taarsted Argot" userId="S::tct@netcompany.com::466be49f-4564-4ddd-9968-e538149ed9d4" providerId="AD" clId="Web-{4B79721B-5F83-2393-BE44-215AC48D3317}" dt="2026-04-29T06:02:31.754" v="142" actId="20577"/>
          <ac:spMkLst>
            <pc:docMk/>
            <pc:sldMk cId="0" sldId="274"/>
            <ac:spMk id="4" creationId="{00000000-0000-0000-0000-000000000000}"/>
          </ac:spMkLst>
        </pc:spChg>
      </pc:sldChg>
      <pc:sldChg chg="modSp">
        <pc:chgData name="Tania Camilla Taarsted Argot" userId="S::tct@netcompany.com::466be49f-4564-4ddd-9968-e538149ed9d4" providerId="AD" clId="Web-{4B79721B-5F83-2393-BE44-215AC48D3317}" dt="2026-04-29T06:02:36.223" v="145" actId="20577"/>
        <pc:sldMkLst>
          <pc:docMk/>
          <pc:sldMk cId="0" sldId="275"/>
        </pc:sldMkLst>
        <pc:spChg chg="mod">
          <ac:chgData name="Tania Camilla Taarsted Argot" userId="S::tct@netcompany.com::466be49f-4564-4ddd-9968-e538149ed9d4" providerId="AD" clId="Web-{4B79721B-5F83-2393-BE44-215AC48D3317}" dt="2026-04-29T06:02:36.223" v="145" actId="20577"/>
          <ac:spMkLst>
            <pc:docMk/>
            <pc:sldMk cId="0" sldId="275"/>
            <ac:spMk id="4" creationId="{00000000-0000-0000-0000-000000000000}"/>
          </ac:spMkLst>
        </pc:spChg>
      </pc:sldChg>
      <pc:sldChg chg="modSp">
        <pc:chgData name="Tania Camilla Taarsted Argot" userId="S::tct@netcompany.com::466be49f-4564-4ddd-9968-e538149ed9d4" providerId="AD" clId="Web-{4B79721B-5F83-2393-BE44-215AC48D3317}" dt="2026-04-29T06:02:38.332" v="147" actId="20577"/>
        <pc:sldMkLst>
          <pc:docMk/>
          <pc:sldMk cId="0" sldId="276"/>
        </pc:sldMkLst>
        <pc:spChg chg="mod">
          <ac:chgData name="Tania Camilla Taarsted Argot" userId="S::tct@netcompany.com::466be49f-4564-4ddd-9968-e538149ed9d4" providerId="AD" clId="Web-{4B79721B-5F83-2393-BE44-215AC48D3317}" dt="2026-04-29T06:02:38.332" v="147" actId="20577"/>
          <ac:spMkLst>
            <pc:docMk/>
            <pc:sldMk cId="0" sldId="276"/>
            <ac:spMk id="4" creationId="{00000000-0000-0000-0000-000000000000}"/>
          </ac:spMkLst>
        </pc:spChg>
      </pc:sldChg>
      <pc:sldChg chg="delSp modSp">
        <pc:chgData name="Tania Camilla Taarsted Argot" userId="S::tct@netcompany.com::466be49f-4564-4ddd-9968-e538149ed9d4" providerId="AD" clId="Web-{4B79721B-5F83-2393-BE44-215AC48D3317}" dt="2026-04-29T06:05:10.181" v="156"/>
        <pc:sldMkLst>
          <pc:docMk/>
          <pc:sldMk cId="0" sldId="284"/>
        </pc:sldMkLst>
        <pc:spChg chg="mod">
          <ac:chgData name="Tania Camilla Taarsted Argot" userId="S::tct@netcompany.com::466be49f-4564-4ddd-9968-e538149ed9d4" providerId="AD" clId="Web-{4B79721B-5F83-2393-BE44-215AC48D3317}" dt="2026-04-29T06:02:51.535" v="149" actId="20577"/>
          <ac:spMkLst>
            <pc:docMk/>
            <pc:sldMk cId="0" sldId="284"/>
            <ac:spMk id="4" creationId="{00000000-0000-0000-0000-000000000000}"/>
          </ac:spMkLst>
        </pc:spChg>
        <pc:spChg chg="del">
          <ac:chgData name="Tania Camilla Taarsted Argot" userId="S::tct@netcompany.com::466be49f-4564-4ddd-9968-e538149ed9d4" providerId="AD" clId="Web-{4B79721B-5F83-2393-BE44-215AC48D3317}" dt="2026-04-29T06:05:06.337" v="152"/>
          <ac:spMkLst>
            <pc:docMk/>
            <pc:sldMk cId="0" sldId="284"/>
            <ac:spMk id="8" creationId="{00000000-0000-0000-0000-000000000000}"/>
          </ac:spMkLst>
        </pc:spChg>
        <pc:spChg chg="del">
          <ac:chgData name="Tania Camilla Taarsted Argot" userId="S::tct@netcompany.com::466be49f-4564-4ddd-9968-e538149ed9d4" providerId="AD" clId="Web-{4B79721B-5F83-2393-BE44-215AC48D3317}" dt="2026-04-29T06:05:07.634" v="153"/>
          <ac:spMkLst>
            <pc:docMk/>
            <pc:sldMk cId="0" sldId="284"/>
            <ac:spMk id="9" creationId="{00000000-0000-0000-0000-000000000000}"/>
          </ac:spMkLst>
        </pc:spChg>
        <pc:spChg chg="del">
          <ac:chgData name="Tania Camilla Taarsted Argot" userId="S::tct@netcompany.com::466be49f-4564-4ddd-9968-e538149ed9d4" providerId="AD" clId="Web-{4B79721B-5F83-2393-BE44-215AC48D3317}" dt="2026-04-29T06:05:08.853" v="154"/>
          <ac:spMkLst>
            <pc:docMk/>
            <pc:sldMk cId="0" sldId="284"/>
            <ac:spMk id="10" creationId="{00000000-0000-0000-0000-000000000000}"/>
          </ac:spMkLst>
        </pc:spChg>
        <pc:spChg chg="del">
          <ac:chgData name="Tania Camilla Taarsted Argot" userId="S::tct@netcompany.com::466be49f-4564-4ddd-9968-e538149ed9d4" providerId="AD" clId="Web-{4B79721B-5F83-2393-BE44-215AC48D3317}" dt="2026-04-29T06:05:09.478" v="155"/>
          <ac:spMkLst>
            <pc:docMk/>
            <pc:sldMk cId="0" sldId="284"/>
            <ac:spMk id="11" creationId="{00000000-0000-0000-0000-000000000000}"/>
          </ac:spMkLst>
        </pc:spChg>
        <pc:spChg chg="del">
          <ac:chgData name="Tania Camilla Taarsted Argot" userId="S::tct@netcompany.com::466be49f-4564-4ddd-9968-e538149ed9d4" providerId="AD" clId="Web-{4B79721B-5F83-2393-BE44-215AC48D3317}" dt="2026-04-29T06:05:10.181" v="156"/>
          <ac:spMkLst>
            <pc:docMk/>
            <pc:sldMk cId="0" sldId="284"/>
            <ac:spMk id="12" creationId="{00000000-0000-0000-0000-000000000000}"/>
          </ac:spMkLst>
        </pc:spChg>
      </pc:sldChg>
      <pc:sldChg chg="del">
        <pc:chgData name="Tania Camilla Taarsted Argot" userId="S::tct@netcompany.com::466be49f-4564-4ddd-9968-e538149ed9d4" providerId="AD" clId="Web-{4B79721B-5F83-2393-BE44-215AC48D3317}" dt="2026-04-28T15:26:51.424" v="1"/>
        <pc:sldMkLst>
          <pc:docMk/>
          <pc:sldMk cId="0" sldId="285"/>
        </pc:sldMkLst>
      </pc:sldChg>
      <pc:sldChg chg="modSp">
        <pc:chgData name="Tania Camilla Taarsted Argot" userId="S::tct@netcompany.com::466be49f-4564-4ddd-9968-e538149ed9d4" providerId="AD" clId="Web-{4B79721B-5F83-2393-BE44-215AC48D3317}" dt="2026-04-29T06:02:54.817" v="151" actId="20577"/>
        <pc:sldMkLst>
          <pc:docMk/>
          <pc:sldMk cId="3912756367" sldId="286"/>
        </pc:sldMkLst>
        <pc:spChg chg="mod">
          <ac:chgData name="Tania Camilla Taarsted Argot" userId="S::tct@netcompany.com::466be49f-4564-4ddd-9968-e538149ed9d4" providerId="AD" clId="Web-{4B79721B-5F83-2393-BE44-215AC48D3317}" dt="2026-04-29T06:02:54.817" v="151" actId="20577"/>
          <ac:spMkLst>
            <pc:docMk/>
            <pc:sldMk cId="3912756367" sldId="286"/>
            <ac:spMk id="3" creationId="{50D9C1BD-941A-C95D-5BF6-D6F9C5806B0E}"/>
          </ac:spMkLst>
        </pc:spChg>
      </pc:sldChg>
      <pc:sldChg chg="del">
        <pc:chgData name="Tania Camilla Taarsted Argot" userId="S::tct@netcompany.com::466be49f-4564-4ddd-9968-e538149ed9d4" providerId="AD" clId="Web-{4B79721B-5F83-2393-BE44-215AC48D3317}" dt="2026-04-28T15:28:15.426" v="11"/>
        <pc:sldMkLst>
          <pc:docMk/>
          <pc:sldMk cId="597308336" sldId="287"/>
        </pc:sldMkLst>
      </pc:sldChg>
      <pc:sldChg chg="del">
        <pc:chgData name="Tania Camilla Taarsted Argot" userId="S::tct@netcompany.com::466be49f-4564-4ddd-9968-e538149ed9d4" providerId="AD" clId="Web-{4B79721B-5F83-2393-BE44-215AC48D3317}" dt="2026-04-28T15:27:22.331" v="4"/>
        <pc:sldMkLst>
          <pc:docMk/>
          <pc:sldMk cId="2498868237" sldId="288"/>
        </pc:sldMkLst>
      </pc:sldChg>
      <pc:sldChg chg="del">
        <pc:chgData name="Tania Camilla Taarsted Argot" userId="S::tct@netcompany.com::466be49f-4564-4ddd-9968-e538149ed9d4" providerId="AD" clId="Web-{4B79721B-5F83-2393-BE44-215AC48D3317}" dt="2026-04-28T15:27:34.128" v="6"/>
        <pc:sldMkLst>
          <pc:docMk/>
          <pc:sldMk cId="109552854" sldId="289"/>
        </pc:sldMkLst>
      </pc:sldChg>
      <pc:sldChg chg="del">
        <pc:chgData name="Tania Camilla Taarsted Argot" userId="S::tct@netcompany.com::466be49f-4564-4ddd-9968-e538149ed9d4" providerId="AD" clId="Web-{4B79721B-5F83-2393-BE44-215AC48D3317}" dt="2026-04-28T15:27:46.222" v="8"/>
        <pc:sldMkLst>
          <pc:docMk/>
          <pc:sldMk cId="4178858140" sldId="290"/>
        </pc:sldMkLst>
      </pc:sldChg>
      <pc:sldChg chg="addSp modSp add">
        <pc:chgData name="Tania Camilla Taarsted Argot" userId="S::tct@netcompany.com::466be49f-4564-4ddd-9968-e538149ed9d4" providerId="AD" clId="Web-{4B79721B-5F83-2393-BE44-215AC48D3317}" dt="2026-04-29T05:55:55.172" v="96" actId="20577"/>
        <pc:sldMkLst>
          <pc:docMk/>
          <pc:sldMk cId="4178858140" sldId="291"/>
        </pc:sldMkLst>
        <pc:spChg chg="mod">
          <ac:chgData name="Tania Camilla Taarsted Argot" userId="S::tct@netcompany.com::466be49f-4564-4ddd-9968-e538149ed9d4" providerId="AD" clId="Web-{4B79721B-5F83-2393-BE44-215AC48D3317}" dt="2026-04-29T05:55:55.172" v="96" actId="20577"/>
          <ac:spMkLst>
            <pc:docMk/>
            <pc:sldMk cId="4178858140" sldId="291"/>
            <ac:spMk id="3" creationId="{00000000-0000-0000-0000-000000000000}"/>
          </ac:spMkLst>
        </pc:spChg>
        <pc:spChg chg="mod">
          <ac:chgData name="Tania Camilla Taarsted Argot" userId="S::tct@netcompany.com::466be49f-4564-4ddd-9968-e538149ed9d4" providerId="AD" clId="Web-{4B79721B-5F83-2393-BE44-215AC48D3317}" dt="2026-04-29T05:53:08.372" v="34" actId="20577"/>
          <ac:spMkLst>
            <pc:docMk/>
            <pc:sldMk cId="4178858140" sldId="291"/>
            <ac:spMk id="5" creationId="{D8C9196E-BB60-8D03-8214-53657FD6C0A1}"/>
          </ac:spMkLst>
        </pc:spChg>
        <pc:spChg chg="add">
          <ac:chgData name="Tania Camilla Taarsted Argot" userId="S::tct@netcompany.com::466be49f-4564-4ddd-9968-e538149ed9d4" providerId="AD" clId="Web-{4B79721B-5F83-2393-BE44-215AC48D3317}" dt="2026-04-29T05:43:25.713" v="23"/>
          <ac:spMkLst>
            <pc:docMk/>
            <pc:sldMk cId="4178858140" sldId="291"/>
            <ac:spMk id="7" creationId="{AD772ED3-920A-7A39-E1AB-9235D6918B66}"/>
          </ac:spMkLst>
        </pc:spChg>
      </pc:sldChg>
      <pc:sldChg chg="addSp delSp modSp add">
        <pc:chgData name="Tania Camilla Taarsted Argot" userId="S::tct@netcompany.com::466be49f-4564-4ddd-9968-e538149ed9d4" providerId="AD" clId="Web-{4B79721B-5F83-2393-BE44-215AC48D3317}" dt="2026-04-29T05:59:07.721" v="140" actId="1076"/>
        <pc:sldMkLst>
          <pc:docMk/>
          <pc:sldMk cId="1298346734" sldId="293"/>
        </pc:sldMkLst>
        <pc:spChg chg="mod">
          <ac:chgData name="Tania Camilla Taarsted Argot" userId="S::tct@netcompany.com::466be49f-4564-4ddd-9968-e538149ed9d4" providerId="AD" clId="Web-{4B79721B-5F83-2393-BE44-215AC48D3317}" dt="2026-04-29T05:57:27.017" v="101" actId="1076"/>
          <ac:spMkLst>
            <pc:docMk/>
            <pc:sldMk cId="1298346734" sldId="293"/>
            <ac:spMk id="6" creationId="{00000000-0000-0000-0000-000000000000}"/>
          </ac:spMkLst>
        </pc:spChg>
        <pc:spChg chg="mod">
          <ac:chgData name="Tania Camilla Taarsted Argot" userId="S::tct@netcompany.com::466be49f-4564-4ddd-9968-e538149ed9d4" providerId="AD" clId="Web-{4B79721B-5F83-2393-BE44-215AC48D3317}" dt="2026-04-29T05:57:27.048" v="102" actId="1076"/>
          <ac:spMkLst>
            <pc:docMk/>
            <pc:sldMk cId="1298346734" sldId="293"/>
            <ac:spMk id="7" creationId="{00000000-0000-0000-0000-000000000000}"/>
          </ac:spMkLst>
        </pc:spChg>
        <pc:spChg chg="mod">
          <ac:chgData name="Tania Camilla Taarsted Argot" userId="S::tct@netcompany.com::466be49f-4564-4ddd-9968-e538149ed9d4" providerId="AD" clId="Web-{4B79721B-5F83-2393-BE44-215AC48D3317}" dt="2026-04-29T05:57:27.064" v="103" actId="1076"/>
          <ac:spMkLst>
            <pc:docMk/>
            <pc:sldMk cId="1298346734" sldId="293"/>
            <ac:spMk id="8" creationId="{00000000-0000-0000-0000-000000000000}"/>
          </ac:spMkLst>
        </pc:spChg>
        <pc:spChg chg="mod">
          <ac:chgData name="Tania Camilla Taarsted Argot" userId="S::tct@netcompany.com::466be49f-4564-4ddd-9968-e538149ed9d4" providerId="AD" clId="Web-{4B79721B-5F83-2393-BE44-215AC48D3317}" dt="2026-04-29T05:57:27.095" v="104" actId="1076"/>
          <ac:spMkLst>
            <pc:docMk/>
            <pc:sldMk cId="1298346734" sldId="293"/>
            <ac:spMk id="9" creationId="{00000000-0000-0000-0000-000000000000}"/>
          </ac:spMkLst>
        </pc:spChg>
        <pc:spChg chg="del">
          <ac:chgData name="Tania Camilla Taarsted Argot" userId="S::tct@netcompany.com::466be49f-4564-4ddd-9968-e538149ed9d4" providerId="AD" clId="Web-{4B79721B-5F83-2393-BE44-215AC48D3317}" dt="2026-04-29T05:57:07.876" v="99"/>
          <ac:spMkLst>
            <pc:docMk/>
            <pc:sldMk cId="1298346734" sldId="293"/>
            <ac:spMk id="10" creationId="{00000000-0000-0000-0000-000000000000}"/>
          </ac:spMkLst>
        </pc:spChg>
        <pc:spChg chg="del">
          <ac:chgData name="Tania Camilla Taarsted Argot" userId="S::tct@netcompany.com::466be49f-4564-4ddd-9968-e538149ed9d4" providerId="AD" clId="Web-{4B79721B-5F83-2393-BE44-215AC48D3317}" dt="2026-04-29T05:57:04.048" v="97"/>
          <ac:spMkLst>
            <pc:docMk/>
            <pc:sldMk cId="1298346734" sldId="293"/>
            <ac:spMk id="11" creationId="{00000000-0000-0000-0000-000000000000}"/>
          </ac:spMkLst>
        </pc:spChg>
        <pc:spChg chg="add">
          <ac:chgData name="Tania Camilla Taarsted Argot" userId="S::tct@netcompany.com::466be49f-4564-4ddd-9968-e538149ed9d4" providerId="AD" clId="Web-{4B79721B-5F83-2393-BE44-215AC48D3317}" dt="2026-04-29T05:43:07.213" v="17"/>
          <ac:spMkLst>
            <pc:docMk/>
            <pc:sldMk cId="1298346734" sldId="293"/>
            <ac:spMk id="13" creationId="{75E3CC3F-6400-C163-1D44-397E02E1CEC6}"/>
          </ac:spMkLst>
        </pc:spChg>
        <pc:spChg chg="add mod">
          <ac:chgData name="Tania Camilla Taarsted Argot" userId="S::tct@netcompany.com::466be49f-4564-4ddd-9968-e538149ed9d4" providerId="AD" clId="Web-{4B79721B-5F83-2393-BE44-215AC48D3317}" dt="2026-04-29T05:59:07.721" v="140" actId="1076"/>
          <ac:spMkLst>
            <pc:docMk/>
            <pc:sldMk cId="1298346734" sldId="293"/>
            <ac:spMk id="15" creationId="{B8D05494-1C8E-80F0-366D-D0937BAA6E8E}"/>
          </ac:spMkLst>
        </pc:spChg>
        <pc:graphicFrameChg chg="mod modGraphic">
          <ac:chgData name="Tania Camilla Taarsted Argot" userId="S::tct@netcompany.com::466be49f-4564-4ddd-9968-e538149ed9d4" providerId="AD" clId="Web-{4B79721B-5F83-2393-BE44-215AC48D3317}" dt="2026-04-29T05:54:38.999" v="64"/>
          <ac:graphicFrameMkLst>
            <pc:docMk/>
            <pc:sldMk cId="1298346734" sldId="293"/>
            <ac:graphicFrameMk id="5" creationId="{00000000-0000-0000-0000-000000000000}"/>
          </ac:graphicFrameMkLst>
        </pc:graphicFrameChg>
      </pc:sldChg>
      <pc:sldChg chg="addSp modSp add">
        <pc:chgData name="Tania Camilla Taarsted Argot" userId="S::tct@netcompany.com::466be49f-4564-4ddd-9968-e538149ed9d4" providerId="AD" clId="Web-{4B79721B-5F83-2393-BE44-215AC48D3317}" dt="2026-04-29T07:52:06.758" v="183"/>
        <pc:sldMkLst>
          <pc:docMk/>
          <pc:sldMk cId="788520015" sldId="294"/>
        </pc:sldMkLst>
        <pc:spChg chg="add">
          <ac:chgData name="Tania Camilla Taarsted Argot" userId="S::tct@netcompany.com::466be49f-4564-4ddd-9968-e538149ed9d4" providerId="AD" clId="Web-{4B79721B-5F83-2393-BE44-215AC48D3317}" dt="2026-04-29T05:43:09.744" v="18"/>
          <ac:spMkLst>
            <pc:docMk/>
            <pc:sldMk cId="788520015" sldId="294"/>
            <ac:spMk id="6" creationId="{54889E01-1D70-FB18-05C8-5CCBBD463F51}"/>
          </ac:spMkLst>
        </pc:spChg>
        <pc:graphicFrameChg chg="mod modGraphic">
          <ac:chgData name="Tania Camilla Taarsted Argot" userId="S::tct@netcompany.com::466be49f-4564-4ddd-9968-e538149ed9d4" providerId="AD" clId="Web-{4B79721B-5F83-2393-BE44-215AC48D3317}" dt="2026-04-29T07:52:06.758" v="183"/>
          <ac:graphicFrameMkLst>
            <pc:docMk/>
            <pc:sldMk cId="788520015" sldId="294"/>
            <ac:graphicFrameMk id="12" creationId="{46B169C9-DA88-1C9A-80AE-7F3ECF9B77E1}"/>
          </ac:graphicFrameMkLst>
        </pc:graphicFrameChg>
      </pc:sldChg>
      <pc:sldChg chg="addSp modSp add">
        <pc:chgData name="Tania Camilla Taarsted Argot" userId="S::tct@netcompany.com::466be49f-4564-4ddd-9968-e538149ed9d4" providerId="AD" clId="Web-{4B79721B-5F83-2393-BE44-215AC48D3317}" dt="2026-04-29T05:55:45.531" v="90" actId="20577"/>
        <pc:sldMkLst>
          <pc:docMk/>
          <pc:sldMk cId="3181507281" sldId="295"/>
        </pc:sldMkLst>
        <pc:spChg chg="mod">
          <ac:chgData name="Tania Camilla Taarsted Argot" userId="S::tct@netcompany.com::466be49f-4564-4ddd-9968-e538149ed9d4" providerId="AD" clId="Web-{4B79721B-5F83-2393-BE44-215AC48D3317}" dt="2026-04-29T05:55:45.531" v="90" actId="20577"/>
          <ac:spMkLst>
            <pc:docMk/>
            <pc:sldMk cId="3181507281" sldId="295"/>
            <ac:spMk id="3" creationId="{00000000-0000-0000-0000-000000000000}"/>
          </ac:spMkLst>
        </pc:spChg>
        <pc:spChg chg="mod">
          <ac:chgData name="Tania Camilla Taarsted Argot" userId="S::tct@netcompany.com::466be49f-4564-4ddd-9968-e538149ed9d4" providerId="AD" clId="Web-{4B79721B-5F83-2393-BE44-215AC48D3317}" dt="2026-04-29T05:54:15.733" v="42" actId="20577"/>
          <ac:spMkLst>
            <pc:docMk/>
            <pc:sldMk cId="3181507281" sldId="295"/>
            <ac:spMk id="5" creationId="{420B7E1F-1D61-BC7F-9751-0F25FF94103C}"/>
          </ac:spMkLst>
        </pc:spChg>
        <pc:spChg chg="add">
          <ac:chgData name="Tania Camilla Taarsted Argot" userId="S::tct@netcompany.com::466be49f-4564-4ddd-9968-e538149ed9d4" providerId="AD" clId="Web-{4B79721B-5F83-2393-BE44-215AC48D3317}" dt="2026-04-29T05:43:11.994" v="19"/>
          <ac:spMkLst>
            <pc:docMk/>
            <pc:sldMk cId="3181507281" sldId="295"/>
            <ac:spMk id="7" creationId="{E31AE31B-8683-5287-0EEC-05F58F17A3A6}"/>
          </ac:spMkLst>
        </pc:spChg>
      </pc:sldChg>
      <pc:sldChg chg="addSp modSp add">
        <pc:chgData name="Tania Camilla Taarsted Argot" userId="S::tct@netcompany.com::466be49f-4564-4ddd-9968-e538149ed9d4" providerId="AD" clId="Web-{4B79721B-5F83-2393-BE44-215AC48D3317}" dt="2026-04-29T05:55:49.984" v="92" actId="20577"/>
        <pc:sldMkLst>
          <pc:docMk/>
          <pc:sldMk cId="583790720" sldId="296"/>
        </pc:sldMkLst>
        <pc:spChg chg="mod">
          <ac:chgData name="Tania Camilla Taarsted Argot" userId="S::tct@netcompany.com::466be49f-4564-4ddd-9968-e538149ed9d4" providerId="AD" clId="Web-{4B79721B-5F83-2393-BE44-215AC48D3317}" dt="2026-04-29T05:55:49.984" v="92" actId="20577"/>
          <ac:spMkLst>
            <pc:docMk/>
            <pc:sldMk cId="583790720" sldId="296"/>
            <ac:spMk id="3" creationId="{00000000-0000-0000-0000-000000000000}"/>
          </ac:spMkLst>
        </pc:spChg>
        <pc:spChg chg="mod">
          <ac:chgData name="Tania Camilla Taarsted Argot" userId="S::tct@netcompany.com::466be49f-4564-4ddd-9968-e538149ed9d4" providerId="AD" clId="Web-{4B79721B-5F83-2393-BE44-215AC48D3317}" dt="2026-04-29T05:52:57.871" v="30" actId="20577"/>
          <ac:spMkLst>
            <pc:docMk/>
            <pc:sldMk cId="583790720" sldId="296"/>
            <ac:spMk id="5" creationId="{8ABC4F8E-F521-2280-67F4-B40A361AB2BF}"/>
          </ac:spMkLst>
        </pc:spChg>
        <pc:spChg chg="add">
          <ac:chgData name="Tania Camilla Taarsted Argot" userId="S::tct@netcompany.com::466be49f-4564-4ddd-9968-e538149ed9d4" providerId="AD" clId="Web-{4B79721B-5F83-2393-BE44-215AC48D3317}" dt="2026-04-29T05:43:14.572" v="20"/>
          <ac:spMkLst>
            <pc:docMk/>
            <pc:sldMk cId="583790720" sldId="296"/>
            <ac:spMk id="7" creationId="{65C1A1BB-7089-6187-5620-AB53B0B928E8}"/>
          </ac:spMkLst>
        </pc:spChg>
      </pc:sldChg>
      <pc:sldChg chg="add del replId">
        <pc:chgData name="Tania Camilla Taarsted Argot" userId="S::tct@netcompany.com::466be49f-4564-4ddd-9968-e538149ed9d4" providerId="AD" clId="Web-{4B79721B-5F83-2393-BE44-215AC48D3317}" dt="2026-04-29T05:43:21.354" v="22"/>
        <pc:sldMkLst>
          <pc:docMk/>
          <pc:sldMk cId="497073133" sldId="297"/>
        </pc:sldMkLst>
      </pc:sldChg>
    </pc:docChg>
  </pc:docChgLst>
  <pc:docChgLst>
    <pc:chgData name="Tomas Wind" userId="1519c262-c0e0-447e-b123-01b69d65dc74" providerId="ADAL" clId="{34EEAEC7-AFA1-42E3-9BAA-5921C81EEF25}"/>
    <pc:docChg chg="undo custSel addSld delSld modSld sldOrd">
      <pc:chgData name="Tomas Wind" userId="1519c262-c0e0-447e-b123-01b69d65dc74" providerId="ADAL" clId="{34EEAEC7-AFA1-42E3-9BAA-5921C81EEF25}" dt="2026-04-29T08:21:51.348" v="875" actId="20577"/>
      <pc:docMkLst>
        <pc:docMk/>
      </pc:docMkLst>
      <pc:sldChg chg="modSp mod">
        <pc:chgData name="Tomas Wind" userId="1519c262-c0e0-447e-b123-01b69d65dc74" providerId="ADAL" clId="{34EEAEC7-AFA1-42E3-9BAA-5921C81EEF25}" dt="2026-04-29T06:31:23.852" v="737" actId="6549"/>
        <pc:sldMkLst>
          <pc:docMk/>
          <pc:sldMk cId="0" sldId="256"/>
        </pc:sldMkLst>
        <pc:spChg chg="mod">
          <ac:chgData name="Tomas Wind" userId="1519c262-c0e0-447e-b123-01b69d65dc74" providerId="ADAL" clId="{34EEAEC7-AFA1-42E3-9BAA-5921C81EEF25}" dt="2026-04-29T06:31:23.852" v="737" actId="6549"/>
          <ac:spMkLst>
            <pc:docMk/>
            <pc:sldMk cId="0" sldId="256"/>
            <ac:spMk id="5" creationId="{00000000-0000-0000-0000-000000000000}"/>
          </ac:spMkLst>
        </pc:spChg>
      </pc:sldChg>
      <pc:sldChg chg="delSp modSp mod">
        <pc:chgData name="Tomas Wind" userId="1519c262-c0e0-447e-b123-01b69d65dc74" providerId="ADAL" clId="{34EEAEC7-AFA1-42E3-9BAA-5921C81EEF25}" dt="2026-04-29T06:32:41.332" v="738" actId="478"/>
        <pc:sldMkLst>
          <pc:docMk/>
          <pc:sldMk cId="0" sldId="258"/>
        </pc:sldMkLst>
        <pc:spChg chg="del mod">
          <ac:chgData name="Tomas Wind" userId="1519c262-c0e0-447e-b123-01b69d65dc74" providerId="ADAL" clId="{34EEAEC7-AFA1-42E3-9BAA-5921C81EEF25}" dt="2026-04-29T06:32:41.332" v="738" actId="478"/>
          <ac:spMkLst>
            <pc:docMk/>
            <pc:sldMk cId="0" sldId="258"/>
            <ac:spMk id="13" creationId="{00000000-0000-0000-0000-000000000000}"/>
          </ac:spMkLst>
        </pc:spChg>
      </pc:sldChg>
      <pc:sldChg chg="addSp delSp modSp mod">
        <pc:chgData name="Tomas Wind" userId="1519c262-c0e0-447e-b123-01b69d65dc74" providerId="ADAL" clId="{34EEAEC7-AFA1-42E3-9BAA-5921C81EEF25}" dt="2026-04-28T14:29:30.111" v="685" actId="1076"/>
        <pc:sldMkLst>
          <pc:docMk/>
          <pc:sldMk cId="0" sldId="259"/>
        </pc:sldMkLst>
        <pc:graphicFrameChg chg="del">
          <ac:chgData name="Tomas Wind" userId="1519c262-c0e0-447e-b123-01b69d65dc74" providerId="ADAL" clId="{34EEAEC7-AFA1-42E3-9BAA-5921C81EEF25}" dt="2026-04-28T14:29:20.669" v="683" actId="478"/>
          <ac:graphicFrameMkLst>
            <pc:docMk/>
            <pc:sldMk cId="0" sldId="259"/>
            <ac:graphicFrameMk id="7" creationId="{00000000-0000-0000-0000-000000000000}"/>
          </ac:graphicFrameMkLst>
        </pc:graphicFrameChg>
        <pc:graphicFrameChg chg="add mod">
          <ac:chgData name="Tomas Wind" userId="1519c262-c0e0-447e-b123-01b69d65dc74" providerId="ADAL" clId="{34EEAEC7-AFA1-42E3-9BAA-5921C81EEF25}" dt="2026-04-28T14:29:30.111" v="685" actId="1076"/>
          <ac:graphicFrameMkLst>
            <pc:docMk/>
            <pc:sldMk cId="0" sldId="259"/>
            <ac:graphicFrameMk id="8" creationId="{308AB4FA-D565-24B7-5AF7-2831ECF0BD2A}"/>
          </ac:graphicFrameMkLst>
        </pc:graphicFrameChg>
      </pc:sldChg>
      <pc:sldChg chg="modSp mod">
        <pc:chgData name="Tomas Wind" userId="1519c262-c0e0-447e-b123-01b69d65dc74" providerId="ADAL" clId="{34EEAEC7-AFA1-42E3-9BAA-5921C81EEF25}" dt="2026-04-29T07:58:05.343" v="758" actId="6549"/>
        <pc:sldMkLst>
          <pc:docMk/>
          <pc:sldMk cId="0" sldId="262"/>
        </pc:sldMkLst>
        <pc:graphicFrameChg chg="mod modGraphic">
          <ac:chgData name="Tomas Wind" userId="1519c262-c0e0-447e-b123-01b69d65dc74" providerId="ADAL" clId="{34EEAEC7-AFA1-42E3-9BAA-5921C81EEF25}" dt="2026-04-29T07:58:05.343" v="758" actId="6549"/>
          <ac:graphicFrameMkLst>
            <pc:docMk/>
            <pc:sldMk cId="0" sldId="262"/>
            <ac:graphicFrameMk id="7" creationId="{00000000-0000-0000-0000-000000000000}"/>
          </ac:graphicFrameMkLst>
        </pc:graphicFrameChg>
      </pc:sldChg>
      <pc:sldChg chg="addSp delSp modSp mod">
        <pc:chgData name="Tomas Wind" userId="1519c262-c0e0-447e-b123-01b69d65dc74" providerId="ADAL" clId="{34EEAEC7-AFA1-42E3-9BAA-5921C81EEF25}" dt="2026-04-29T08:05:56.902" v="781" actId="114"/>
        <pc:sldMkLst>
          <pc:docMk/>
          <pc:sldMk cId="0" sldId="263"/>
        </pc:sldMkLst>
        <pc:spChg chg="add del mod">
          <ac:chgData name="Tomas Wind" userId="1519c262-c0e0-447e-b123-01b69d65dc74" providerId="ADAL" clId="{34EEAEC7-AFA1-42E3-9BAA-5921C81EEF25}" dt="2026-04-29T08:04:36.244" v="761" actId="478"/>
          <ac:spMkLst>
            <pc:docMk/>
            <pc:sldMk cId="0" sldId="263"/>
            <ac:spMk id="4" creationId="{18138593-94F9-EAED-7353-DA456398AA3F}"/>
          </ac:spMkLst>
        </pc:spChg>
        <pc:spChg chg="add mod">
          <ac:chgData name="Tomas Wind" userId="1519c262-c0e0-447e-b123-01b69d65dc74" providerId="ADAL" clId="{34EEAEC7-AFA1-42E3-9BAA-5921C81EEF25}" dt="2026-04-29T08:05:56.902" v="781" actId="114"/>
          <ac:spMkLst>
            <pc:docMk/>
            <pc:sldMk cId="0" sldId="263"/>
            <ac:spMk id="5" creationId="{B6FE8C78-6B32-1097-D7AD-60B0A33880F9}"/>
          </ac:spMkLst>
        </pc:spChg>
        <pc:picChg chg="mod modCrop">
          <ac:chgData name="Tomas Wind" userId="1519c262-c0e0-447e-b123-01b69d65dc74" providerId="ADAL" clId="{34EEAEC7-AFA1-42E3-9BAA-5921C81EEF25}" dt="2026-04-28T14:45:24.642" v="687" actId="1076"/>
          <ac:picMkLst>
            <pc:docMk/>
            <pc:sldMk cId="0" sldId="263"/>
            <ac:picMk id="2" creationId="{00000000-0000-0000-0000-000000000000}"/>
          </ac:picMkLst>
        </pc:picChg>
      </pc:sldChg>
      <pc:sldChg chg="addSp delSp modSp mod">
        <pc:chgData name="Tomas Wind" userId="1519c262-c0e0-447e-b123-01b69d65dc74" providerId="ADAL" clId="{34EEAEC7-AFA1-42E3-9BAA-5921C81EEF25}" dt="2026-04-28T11:57:26.266" v="557" actId="207"/>
        <pc:sldMkLst>
          <pc:docMk/>
          <pc:sldMk cId="0" sldId="264"/>
        </pc:sldMkLst>
        <pc:graphicFrameChg chg="del">
          <ac:chgData name="Tomas Wind" userId="1519c262-c0e0-447e-b123-01b69d65dc74" providerId="ADAL" clId="{34EEAEC7-AFA1-42E3-9BAA-5921C81EEF25}" dt="2026-04-28T11:57:24.731" v="3"/>
          <ac:graphicFrameMkLst>
            <pc:docMk/>
            <pc:sldMk cId="0" sldId="264"/>
            <ac:graphicFrameMk id="7" creationId="{00000000-0000-0000-0000-000000000000}"/>
          </ac:graphicFrameMkLst>
        </pc:graphicFrameChg>
        <pc:graphicFrameChg chg="add mod modGraphic">
          <ac:chgData name="Tomas Wind" userId="1519c262-c0e0-447e-b123-01b69d65dc74" providerId="ADAL" clId="{34EEAEC7-AFA1-42E3-9BAA-5921C81EEF25}" dt="2026-04-28T11:57:26.266" v="557" actId="207"/>
          <ac:graphicFrameMkLst>
            <pc:docMk/>
            <pc:sldMk cId="0" sldId="264"/>
            <ac:graphicFrameMk id="8" creationId="{A765A8A4-EFF8-B921-CCCA-0E742DBEEBAA}"/>
          </ac:graphicFrameMkLst>
        </pc:graphicFrameChg>
      </pc:sldChg>
      <pc:sldChg chg="modSp mod">
        <pc:chgData name="Tomas Wind" userId="1519c262-c0e0-447e-b123-01b69d65dc74" providerId="ADAL" clId="{34EEAEC7-AFA1-42E3-9BAA-5921C81EEF25}" dt="2026-04-28T08:52:02.360" v="1" actId="1035"/>
        <pc:sldMkLst>
          <pc:docMk/>
          <pc:sldMk cId="0" sldId="265"/>
        </pc:sldMkLst>
        <pc:picChg chg="mod">
          <ac:chgData name="Tomas Wind" userId="1519c262-c0e0-447e-b123-01b69d65dc74" providerId="ADAL" clId="{34EEAEC7-AFA1-42E3-9BAA-5921C81EEF25}" dt="2026-04-28T08:52:02.360" v="1" actId="1035"/>
          <ac:picMkLst>
            <pc:docMk/>
            <pc:sldMk cId="0" sldId="265"/>
            <ac:picMk id="2" creationId="{00000000-0000-0000-0000-000000000000}"/>
          </ac:picMkLst>
        </pc:picChg>
      </pc:sldChg>
      <pc:sldChg chg="addSp delSp modSp mod">
        <pc:chgData name="Tomas Wind" userId="1519c262-c0e0-447e-b123-01b69d65dc74" providerId="ADAL" clId="{34EEAEC7-AFA1-42E3-9BAA-5921C81EEF25}" dt="2026-04-29T08:21:51.348" v="875" actId="20577"/>
        <pc:sldMkLst>
          <pc:docMk/>
          <pc:sldMk cId="0" sldId="267"/>
        </pc:sldMkLst>
        <pc:spChg chg="mod">
          <ac:chgData name="Tomas Wind" userId="1519c262-c0e0-447e-b123-01b69d65dc74" providerId="ADAL" clId="{34EEAEC7-AFA1-42E3-9BAA-5921C81EEF25}" dt="2026-04-29T08:20:39.616" v="873" actId="1038"/>
          <ac:spMkLst>
            <pc:docMk/>
            <pc:sldMk cId="0" sldId="267"/>
            <ac:spMk id="9" creationId="{00000000-0000-0000-0000-000000000000}"/>
          </ac:spMkLst>
        </pc:spChg>
        <pc:spChg chg="add del mod">
          <ac:chgData name="Tomas Wind" userId="1519c262-c0e0-447e-b123-01b69d65dc74" providerId="ADAL" clId="{34EEAEC7-AFA1-42E3-9BAA-5921C81EEF25}" dt="2026-04-29T08:20:40.109" v="874" actId="478"/>
          <ac:spMkLst>
            <pc:docMk/>
            <pc:sldMk cId="0" sldId="267"/>
            <ac:spMk id="10" creationId="{00000000-0000-0000-0000-000000000000}"/>
          </ac:spMkLst>
        </pc:spChg>
        <pc:spChg chg="mod">
          <ac:chgData name="Tomas Wind" userId="1519c262-c0e0-447e-b123-01b69d65dc74" providerId="ADAL" clId="{34EEAEC7-AFA1-42E3-9BAA-5921C81EEF25}" dt="2026-04-29T08:20:39.271" v="872" actId="1038"/>
          <ac:spMkLst>
            <pc:docMk/>
            <pc:sldMk cId="0" sldId="267"/>
            <ac:spMk id="11" creationId="{00000000-0000-0000-0000-000000000000}"/>
          </ac:spMkLst>
        </pc:spChg>
        <pc:spChg chg="del">
          <ac:chgData name="Tomas Wind" userId="1519c262-c0e0-447e-b123-01b69d65dc74" providerId="ADAL" clId="{34EEAEC7-AFA1-42E3-9BAA-5921C81EEF25}" dt="2026-04-29T08:18:36.902" v="786" actId="478"/>
          <ac:spMkLst>
            <pc:docMk/>
            <pc:sldMk cId="0" sldId="267"/>
            <ac:spMk id="12" creationId="{00000000-0000-0000-0000-000000000000}"/>
          </ac:spMkLst>
        </pc:spChg>
        <pc:spChg chg="mod">
          <ac:chgData name="Tomas Wind" userId="1519c262-c0e0-447e-b123-01b69d65dc74" providerId="ADAL" clId="{34EEAEC7-AFA1-42E3-9BAA-5921C81EEF25}" dt="2026-04-29T08:21:51.348" v="875" actId="20577"/>
          <ac:spMkLst>
            <pc:docMk/>
            <pc:sldMk cId="0" sldId="267"/>
            <ac:spMk id="13" creationId="{00000000-0000-0000-0000-000000000000}"/>
          </ac:spMkLst>
        </pc:spChg>
        <pc:spChg chg="mod">
          <ac:chgData name="Tomas Wind" userId="1519c262-c0e0-447e-b123-01b69d65dc74" providerId="ADAL" clId="{34EEAEC7-AFA1-42E3-9BAA-5921C81EEF25}" dt="2026-04-29T08:17:59.218" v="785" actId="20577"/>
          <ac:spMkLst>
            <pc:docMk/>
            <pc:sldMk cId="0" sldId="267"/>
            <ac:spMk id="14" creationId="{00000000-0000-0000-0000-000000000000}"/>
          </ac:spMkLst>
        </pc:spChg>
      </pc:sldChg>
      <pc:sldChg chg="del">
        <pc:chgData name="Tomas Wind" userId="1519c262-c0e0-447e-b123-01b69d65dc74" providerId="ADAL" clId="{34EEAEC7-AFA1-42E3-9BAA-5921C81EEF25}" dt="2026-04-28T13:47:38.362" v="558" actId="47"/>
        <pc:sldMkLst>
          <pc:docMk/>
          <pc:sldMk cId="0" sldId="271"/>
        </pc:sldMkLst>
      </pc:sldChg>
      <pc:sldChg chg="del">
        <pc:chgData name="Tomas Wind" userId="1519c262-c0e0-447e-b123-01b69d65dc74" providerId="ADAL" clId="{34EEAEC7-AFA1-42E3-9BAA-5921C81EEF25}" dt="2026-04-28T13:47:50.248" v="559" actId="47"/>
        <pc:sldMkLst>
          <pc:docMk/>
          <pc:sldMk cId="0" sldId="272"/>
        </pc:sldMkLst>
      </pc:sldChg>
      <pc:sldChg chg="del">
        <pc:chgData name="Tomas Wind" userId="1519c262-c0e0-447e-b123-01b69d65dc74" providerId="ADAL" clId="{34EEAEC7-AFA1-42E3-9BAA-5921C81EEF25}" dt="2026-04-28T13:47:51.978" v="560" actId="47"/>
        <pc:sldMkLst>
          <pc:docMk/>
          <pc:sldMk cId="0" sldId="273"/>
        </pc:sldMkLst>
      </pc:sldChg>
      <pc:sldChg chg="modSp mod">
        <pc:chgData name="Tomas Wind" userId="1519c262-c0e0-447e-b123-01b69d65dc74" providerId="ADAL" clId="{34EEAEC7-AFA1-42E3-9BAA-5921C81EEF25}" dt="2026-04-28T13:48:35.389" v="574" actId="1037"/>
        <pc:sldMkLst>
          <pc:docMk/>
          <pc:sldMk cId="0" sldId="277"/>
        </pc:sldMkLst>
        <pc:picChg chg="mod">
          <ac:chgData name="Tomas Wind" userId="1519c262-c0e0-447e-b123-01b69d65dc74" providerId="ADAL" clId="{34EEAEC7-AFA1-42E3-9BAA-5921C81EEF25}" dt="2026-04-28T13:48:35.389" v="574" actId="1037"/>
          <ac:picMkLst>
            <pc:docMk/>
            <pc:sldMk cId="0" sldId="277"/>
            <ac:picMk id="2" creationId="{00000000-0000-0000-0000-000000000000}"/>
          </ac:picMkLst>
        </pc:picChg>
      </pc:sldChg>
      <pc:sldChg chg="modSp mod">
        <pc:chgData name="Tomas Wind" userId="1519c262-c0e0-447e-b123-01b69d65dc74" providerId="ADAL" clId="{34EEAEC7-AFA1-42E3-9BAA-5921C81EEF25}" dt="2026-04-28T13:49:00.333" v="578" actId="1076"/>
        <pc:sldMkLst>
          <pc:docMk/>
          <pc:sldMk cId="0" sldId="278"/>
        </pc:sldMkLst>
        <pc:picChg chg="mod modCrop">
          <ac:chgData name="Tomas Wind" userId="1519c262-c0e0-447e-b123-01b69d65dc74" providerId="ADAL" clId="{34EEAEC7-AFA1-42E3-9BAA-5921C81EEF25}" dt="2026-04-28T13:49:00.333" v="578" actId="1076"/>
          <ac:picMkLst>
            <pc:docMk/>
            <pc:sldMk cId="0" sldId="278"/>
            <ac:picMk id="2" creationId="{00000000-0000-0000-0000-000000000000}"/>
          </ac:picMkLst>
        </pc:picChg>
      </pc:sldChg>
      <pc:sldChg chg="modSp mod">
        <pc:chgData name="Tomas Wind" userId="1519c262-c0e0-447e-b123-01b69d65dc74" providerId="ADAL" clId="{34EEAEC7-AFA1-42E3-9BAA-5921C81EEF25}" dt="2026-04-28T13:49:25.579" v="580" actId="14100"/>
        <pc:sldMkLst>
          <pc:docMk/>
          <pc:sldMk cId="0" sldId="279"/>
        </pc:sldMkLst>
        <pc:picChg chg="mod">
          <ac:chgData name="Tomas Wind" userId="1519c262-c0e0-447e-b123-01b69d65dc74" providerId="ADAL" clId="{34EEAEC7-AFA1-42E3-9BAA-5921C81EEF25}" dt="2026-04-28T13:49:25.579" v="580" actId="14100"/>
          <ac:picMkLst>
            <pc:docMk/>
            <pc:sldMk cId="0" sldId="279"/>
            <ac:picMk id="2" creationId="{00000000-0000-0000-0000-000000000000}"/>
          </ac:picMkLst>
        </pc:picChg>
      </pc:sldChg>
      <pc:sldChg chg="modSp mod">
        <pc:chgData name="Tomas Wind" userId="1519c262-c0e0-447e-b123-01b69d65dc74" providerId="ADAL" clId="{34EEAEC7-AFA1-42E3-9BAA-5921C81EEF25}" dt="2026-04-28T13:50:03.425" v="593" actId="1076"/>
        <pc:sldMkLst>
          <pc:docMk/>
          <pc:sldMk cId="0" sldId="280"/>
        </pc:sldMkLst>
        <pc:picChg chg="mod">
          <ac:chgData name="Tomas Wind" userId="1519c262-c0e0-447e-b123-01b69d65dc74" providerId="ADAL" clId="{34EEAEC7-AFA1-42E3-9BAA-5921C81EEF25}" dt="2026-04-28T13:50:03.425" v="593" actId="1076"/>
          <ac:picMkLst>
            <pc:docMk/>
            <pc:sldMk cId="0" sldId="280"/>
            <ac:picMk id="2" creationId="{00000000-0000-0000-0000-000000000000}"/>
          </ac:picMkLst>
        </pc:picChg>
      </pc:sldChg>
      <pc:sldChg chg="modSp mod">
        <pc:chgData name="Tomas Wind" userId="1519c262-c0e0-447e-b123-01b69d65dc74" providerId="ADAL" clId="{34EEAEC7-AFA1-42E3-9BAA-5921C81EEF25}" dt="2026-04-28T13:50:27.872" v="597" actId="1076"/>
        <pc:sldMkLst>
          <pc:docMk/>
          <pc:sldMk cId="0" sldId="281"/>
        </pc:sldMkLst>
        <pc:picChg chg="mod modCrop">
          <ac:chgData name="Tomas Wind" userId="1519c262-c0e0-447e-b123-01b69d65dc74" providerId="ADAL" clId="{34EEAEC7-AFA1-42E3-9BAA-5921C81EEF25}" dt="2026-04-28T13:50:27.872" v="597" actId="1076"/>
          <ac:picMkLst>
            <pc:docMk/>
            <pc:sldMk cId="0" sldId="281"/>
            <ac:picMk id="2" creationId="{00000000-0000-0000-0000-000000000000}"/>
          </ac:picMkLst>
        </pc:picChg>
      </pc:sldChg>
      <pc:sldChg chg="modSp mod">
        <pc:chgData name="Tomas Wind" userId="1519c262-c0e0-447e-b123-01b69d65dc74" providerId="ADAL" clId="{34EEAEC7-AFA1-42E3-9BAA-5921C81EEF25}" dt="2026-04-28T13:51:12.077" v="606" actId="1076"/>
        <pc:sldMkLst>
          <pc:docMk/>
          <pc:sldMk cId="0" sldId="282"/>
        </pc:sldMkLst>
        <pc:picChg chg="mod modCrop">
          <ac:chgData name="Tomas Wind" userId="1519c262-c0e0-447e-b123-01b69d65dc74" providerId="ADAL" clId="{34EEAEC7-AFA1-42E3-9BAA-5921C81EEF25}" dt="2026-04-28T13:51:12.077" v="606" actId="1076"/>
          <ac:picMkLst>
            <pc:docMk/>
            <pc:sldMk cId="0" sldId="282"/>
            <ac:picMk id="2" creationId="{00000000-0000-0000-0000-000000000000}"/>
          </ac:picMkLst>
        </pc:picChg>
      </pc:sldChg>
      <pc:sldChg chg="modSp mod ord">
        <pc:chgData name="Tomas Wind" userId="1519c262-c0e0-447e-b123-01b69d65dc74" providerId="ADAL" clId="{34EEAEC7-AFA1-42E3-9BAA-5921C81EEF25}" dt="2026-04-29T06:30:55.202" v="719" actId="20577"/>
        <pc:sldMkLst>
          <pc:docMk/>
          <pc:sldMk cId="0" sldId="284"/>
        </pc:sldMkLst>
        <pc:spChg chg="mod">
          <ac:chgData name="Tomas Wind" userId="1519c262-c0e0-447e-b123-01b69d65dc74" providerId="ADAL" clId="{34EEAEC7-AFA1-42E3-9BAA-5921C81EEF25}" dt="2026-04-29T06:30:55.202" v="719" actId="20577"/>
          <ac:spMkLst>
            <pc:docMk/>
            <pc:sldMk cId="0" sldId="284"/>
            <ac:spMk id="4" creationId="{00000000-0000-0000-0000-000000000000}"/>
          </ac:spMkLst>
        </pc:spChg>
      </pc:sldChg>
      <pc:sldChg chg="modSp mod ord">
        <pc:chgData name="Tomas Wind" userId="1519c262-c0e0-447e-b123-01b69d65dc74" providerId="ADAL" clId="{34EEAEC7-AFA1-42E3-9BAA-5921C81EEF25}" dt="2026-04-29T06:30:59.092" v="721" actId="20577"/>
        <pc:sldMkLst>
          <pc:docMk/>
          <pc:sldMk cId="3912756367" sldId="286"/>
        </pc:sldMkLst>
        <pc:spChg chg="mod">
          <ac:chgData name="Tomas Wind" userId="1519c262-c0e0-447e-b123-01b69d65dc74" providerId="ADAL" clId="{34EEAEC7-AFA1-42E3-9BAA-5921C81EEF25}" dt="2026-04-29T06:30:59.092" v="721" actId="20577"/>
          <ac:spMkLst>
            <pc:docMk/>
            <pc:sldMk cId="3912756367" sldId="286"/>
            <ac:spMk id="3" creationId="{50D9C1BD-941A-C95D-5BF6-D6F9C5806B0E}"/>
          </ac:spMkLst>
        </pc:spChg>
      </pc:sldChg>
      <pc:sldChg chg="new del">
        <pc:chgData name="Tomas Wind" userId="1519c262-c0e0-447e-b123-01b69d65dc74" providerId="ADAL" clId="{34EEAEC7-AFA1-42E3-9BAA-5921C81EEF25}" dt="2026-04-28T14:24:40.471" v="609" actId="47"/>
        <pc:sldMkLst>
          <pc:docMk/>
          <pc:sldMk cId="2727922019" sldId="291"/>
        </pc:sldMkLst>
      </pc:sldChg>
      <pc:sldChg chg="modSp new mod">
        <pc:chgData name="Tomas Wind" userId="1519c262-c0e0-447e-b123-01b69d65dc74" providerId="ADAL" clId="{34EEAEC7-AFA1-42E3-9BAA-5921C81EEF25}" dt="2026-04-28T14:26:32.964" v="678" actId="20577"/>
        <pc:sldMkLst>
          <pc:docMk/>
          <pc:sldMk cId="2398025731" sldId="292"/>
        </pc:sldMkLst>
        <pc:spChg chg="mod">
          <ac:chgData name="Tomas Wind" userId="1519c262-c0e0-447e-b123-01b69d65dc74" providerId="ADAL" clId="{34EEAEC7-AFA1-42E3-9BAA-5921C81EEF25}" dt="2026-04-28T14:24:58.039" v="626" actId="20577"/>
          <ac:spMkLst>
            <pc:docMk/>
            <pc:sldMk cId="2398025731" sldId="292"/>
            <ac:spMk id="2" creationId="{CAD43CBC-9999-5879-C3D5-3A09861D7E81}"/>
          </ac:spMkLst>
        </pc:spChg>
        <pc:spChg chg="mod">
          <ac:chgData name="Tomas Wind" userId="1519c262-c0e0-447e-b123-01b69d65dc74" providerId="ADAL" clId="{34EEAEC7-AFA1-42E3-9BAA-5921C81EEF25}" dt="2026-04-28T14:26:32.964" v="678" actId="20577"/>
          <ac:spMkLst>
            <pc:docMk/>
            <pc:sldMk cId="2398025731" sldId="292"/>
            <ac:spMk id="3" creationId="{FDB13260-D576-88E8-20D6-3A8AA856CDF5}"/>
          </ac:spMkLst>
        </pc:spChg>
        <pc:spChg chg="mod">
          <ac:chgData name="Tomas Wind" userId="1519c262-c0e0-447e-b123-01b69d65dc74" providerId="ADAL" clId="{34EEAEC7-AFA1-42E3-9BAA-5921C81EEF25}" dt="2026-04-28T14:26:16.337" v="654" actId="20577"/>
          <ac:spMkLst>
            <pc:docMk/>
            <pc:sldMk cId="2398025731" sldId="292"/>
            <ac:spMk id="4" creationId="{6592C839-A4FB-1BB3-D067-D52E1BB2FD69}"/>
          </ac:spMkLst>
        </pc:spChg>
        <pc:spChg chg="mod">
          <ac:chgData name="Tomas Wind" userId="1519c262-c0e0-447e-b123-01b69d65dc74" providerId="ADAL" clId="{34EEAEC7-AFA1-42E3-9BAA-5921C81EEF25}" dt="2026-04-28T14:26:20.394" v="664" actId="20577"/>
          <ac:spMkLst>
            <pc:docMk/>
            <pc:sldMk cId="2398025731" sldId="292"/>
            <ac:spMk id="5" creationId="{DE31EA85-FEFC-7589-43E0-0C79DA930CC1}"/>
          </ac:spMkLst>
        </pc:spChg>
      </pc:sldChg>
      <pc:sldChg chg="delSp modSp new mod">
        <pc:chgData name="Tomas Wind" userId="1519c262-c0e0-447e-b123-01b69d65dc74" providerId="ADAL" clId="{34EEAEC7-AFA1-42E3-9BAA-5921C81EEF25}" dt="2026-04-29T06:30:02.335" v="698" actId="478"/>
        <pc:sldMkLst>
          <pc:docMk/>
          <pc:sldMk cId="2306571199" sldId="297"/>
        </pc:sldMkLst>
        <pc:spChg chg="mod">
          <ac:chgData name="Tomas Wind" userId="1519c262-c0e0-447e-b123-01b69d65dc74" providerId="ADAL" clId="{34EEAEC7-AFA1-42E3-9BAA-5921C81EEF25}" dt="2026-04-29T06:29:59.363" v="696" actId="20577"/>
          <ac:spMkLst>
            <pc:docMk/>
            <pc:sldMk cId="2306571199" sldId="297"/>
            <ac:spMk id="2" creationId="{6323DEB8-9573-2106-74D6-8078236EE9BB}"/>
          </ac:spMkLst>
        </pc:spChg>
        <pc:spChg chg="del mod">
          <ac:chgData name="Tomas Wind" userId="1519c262-c0e0-447e-b123-01b69d65dc74" providerId="ADAL" clId="{34EEAEC7-AFA1-42E3-9BAA-5921C81EEF25}" dt="2026-04-29T06:30:02.335" v="698" actId="478"/>
          <ac:spMkLst>
            <pc:docMk/>
            <pc:sldMk cId="2306571199" sldId="297"/>
            <ac:spMk id="3" creationId="{5F56E05E-5B28-1C51-989D-C407823E1243}"/>
          </ac:spMkLst>
        </pc:spChg>
      </pc:sldChg>
      <pc:sldChg chg="modSp add mod">
        <pc:chgData name="Tomas Wind" userId="1519c262-c0e0-447e-b123-01b69d65dc74" providerId="ADAL" clId="{34EEAEC7-AFA1-42E3-9BAA-5921C81EEF25}" dt="2026-04-29T06:30:27.837" v="715" actId="20577"/>
        <pc:sldMkLst>
          <pc:docMk/>
          <pc:sldMk cId="992099443" sldId="298"/>
        </pc:sldMkLst>
        <pc:spChg chg="mod">
          <ac:chgData name="Tomas Wind" userId="1519c262-c0e0-447e-b123-01b69d65dc74" providerId="ADAL" clId="{34EEAEC7-AFA1-42E3-9BAA-5921C81EEF25}" dt="2026-04-29T06:30:27.837" v="715" actId="20577"/>
          <ac:spMkLst>
            <pc:docMk/>
            <pc:sldMk cId="992099443" sldId="298"/>
            <ac:spMk id="2" creationId="{0FCD69F5-8B4E-1875-B8BA-6B6DE31372C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61ADCD-0986-466F-BCF4-F140374402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AD45B1-DDA3-4823-B57F-398ED6D7CE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6D1F8A-F8D0-4BE8-A68D-D0E19DFD7784}" type="datetime1">
              <a:rPr lang="en-GB" smtClean="0"/>
              <a:t>29/04/2026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B3C53-DC75-4A5C-81E7-5D7CB96E129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BF6EE6-6533-46A0-A8FB-DBC252423243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1B013-C79C-4BAB-9591-CE1E1BF2A98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799716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838611-CB23-4A11-B466-01829FB3E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1D025B-ACD2-45C1-B156-1DDB470CE319}" type="slidenum">
              <a:rPr lang="en-GB" smtClean="0"/>
              <a:t>‹#›</a:t>
            </a:fld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8BE06-C1AD-4FF4-9212-678516BAB9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10225-CB48-4A2A-9739-463AD2DBC31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6A58AC-7754-4623-9BAF-1E5C377CA539}" type="datetime1">
              <a:rPr lang="en-GB" smtClean="0"/>
              <a:t>29/04/2026</a:t>
            </a:fld>
            <a:endParaRPr lang="en-GB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668863D3-1D0C-412C-99BB-873840116A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5E44B7E2-ED93-42BE-81A6-FE398D91C1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5691570-C65F-4C66-9CB2-8798BF7E89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0601147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8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6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4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72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F3FB4-9172-7416-30B7-EED21E025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5678CA-4783-FDEF-28BB-767D19F797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544362-3E4A-1797-D3FF-7D3FC02CE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623F06-D1C4-62FD-8E01-87FC3DC204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818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3B02C-A73B-F1E7-EAB8-7AE448EBF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957B86-8118-BDEC-7EAB-CE6990096C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F55239-28EE-9878-46E9-389A6F7FA1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E6EAE-22D6-0376-3DB0-44D8FCDCB8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140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BBA9F3-D196-BBA8-2903-EE828E53E4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0E4CA3E-5B1B-D3EC-3F73-1737AC332D3A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85738" y="1438274"/>
            <a:ext cx="11818937" cy="4562476"/>
          </a:xfrm>
        </p:spPr>
        <p:txBody>
          <a:bodyPr>
            <a:normAutofit/>
          </a:bodyPr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/>
              <a:t>Click to add text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19847-20E5-4B7E-B872-4144EE84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7362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headline gr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s">
            <a:extLst>
              <a:ext uri="{FF2B5EF4-FFF2-40B4-BE49-F238E27FC236}">
                <a16:creationId xmlns:a16="http://schemas.microsoft.com/office/drawing/2014/main" id="{DB5C86D5-D1E2-CBFA-36B6-5154EB48654D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123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 sz="2000" noProof="0" err="1"/>
          </a:p>
        </p:txBody>
      </p:sp>
      <p:sp>
        <p:nvSpPr>
          <p:cNvPr id="5" name="Grid">
            <a:extLst>
              <a:ext uri="{FF2B5EF4-FFF2-40B4-BE49-F238E27FC236}">
                <a16:creationId xmlns:a16="http://schemas.microsoft.com/office/drawing/2014/main" id="{A90FCCFC-8D35-0483-FAB6-8375553E6456}"/>
              </a:ext>
            </a:extLst>
          </p:cNvPr>
          <p:cNvSpPr/>
          <p:nvPr userDrawn="1"/>
        </p:nvSpPr>
        <p:spPr>
          <a:xfrm>
            <a:off x="-598" y="2381"/>
            <a:ext cx="12193199" cy="6858000"/>
          </a:xfrm>
          <a:custGeom>
            <a:avLst/>
            <a:gdLst>
              <a:gd name="connsiteX0" fmla="*/ 190218 w 12193199"/>
              <a:gd name="connsiteY0" fmla="*/ 190219 h 6858000"/>
              <a:gd name="connsiteX1" fmla="*/ 190218 w 12193199"/>
              <a:gd name="connsiteY1" fmla="*/ 6667781 h 6858000"/>
              <a:gd name="connsiteX2" fmla="*/ 12001837 w 12193199"/>
              <a:gd name="connsiteY2" fmla="*/ 6667781 h 6858000"/>
              <a:gd name="connsiteX3" fmla="*/ 12001837 w 12193199"/>
              <a:gd name="connsiteY3" fmla="*/ 190219 h 6858000"/>
              <a:gd name="connsiteX4" fmla="*/ 12001837 w 12193199"/>
              <a:gd name="connsiteY4" fmla="*/ 0 h 6858000"/>
              <a:gd name="connsiteX5" fmla="*/ 12009037 w 12193199"/>
              <a:gd name="connsiteY5" fmla="*/ 0 h 6858000"/>
              <a:gd name="connsiteX6" fmla="*/ 12009037 w 12193199"/>
              <a:gd name="connsiteY6" fmla="*/ 183019 h 6858000"/>
              <a:gd name="connsiteX7" fmla="*/ 12193199 w 12193199"/>
              <a:gd name="connsiteY7" fmla="*/ 183019 h 6858000"/>
              <a:gd name="connsiteX8" fmla="*/ 12193199 w 12193199"/>
              <a:gd name="connsiteY8" fmla="*/ 190219 h 6858000"/>
              <a:gd name="connsiteX9" fmla="*/ 12009037 w 12193199"/>
              <a:gd name="connsiteY9" fmla="*/ 190219 h 6858000"/>
              <a:gd name="connsiteX10" fmla="*/ 12009037 w 12193199"/>
              <a:gd name="connsiteY10" fmla="*/ 6667781 h 6858000"/>
              <a:gd name="connsiteX11" fmla="*/ 12193199 w 12193199"/>
              <a:gd name="connsiteY11" fmla="*/ 6667781 h 6858000"/>
              <a:gd name="connsiteX12" fmla="*/ 12193199 w 12193199"/>
              <a:gd name="connsiteY12" fmla="*/ 6674981 h 6858000"/>
              <a:gd name="connsiteX13" fmla="*/ 12009037 w 12193199"/>
              <a:gd name="connsiteY13" fmla="*/ 6674981 h 6858000"/>
              <a:gd name="connsiteX14" fmla="*/ 12009037 w 12193199"/>
              <a:gd name="connsiteY14" fmla="*/ 6858000 h 6858000"/>
              <a:gd name="connsiteX15" fmla="*/ 12001837 w 12193199"/>
              <a:gd name="connsiteY15" fmla="*/ 6858000 h 6858000"/>
              <a:gd name="connsiteX16" fmla="*/ 12001837 w 12193199"/>
              <a:gd name="connsiteY16" fmla="*/ 6674981 h 6858000"/>
              <a:gd name="connsiteX17" fmla="*/ 190218 w 12193199"/>
              <a:gd name="connsiteY17" fmla="*/ 6674981 h 6858000"/>
              <a:gd name="connsiteX18" fmla="*/ 190218 w 12193199"/>
              <a:gd name="connsiteY18" fmla="*/ 6858000 h 6858000"/>
              <a:gd name="connsiteX19" fmla="*/ 183018 w 12193199"/>
              <a:gd name="connsiteY19" fmla="*/ 6858000 h 6858000"/>
              <a:gd name="connsiteX20" fmla="*/ 183018 w 12193199"/>
              <a:gd name="connsiteY20" fmla="*/ 6674981 h 6858000"/>
              <a:gd name="connsiteX21" fmla="*/ 0 w 12193199"/>
              <a:gd name="connsiteY21" fmla="*/ 6674981 h 6858000"/>
              <a:gd name="connsiteX22" fmla="*/ 0 w 12193199"/>
              <a:gd name="connsiteY22" fmla="*/ 6667781 h 6858000"/>
              <a:gd name="connsiteX23" fmla="*/ 183018 w 12193199"/>
              <a:gd name="connsiteY23" fmla="*/ 6667781 h 6858000"/>
              <a:gd name="connsiteX24" fmla="*/ 183018 w 12193199"/>
              <a:gd name="connsiteY24" fmla="*/ 190219 h 6858000"/>
              <a:gd name="connsiteX25" fmla="*/ 0 w 12193199"/>
              <a:gd name="connsiteY25" fmla="*/ 190219 h 6858000"/>
              <a:gd name="connsiteX26" fmla="*/ 0 w 12193199"/>
              <a:gd name="connsiteY26" fmla="*/ 183019 h 6858000"/>
              <a:gd name="connsiteX27" fmla="*/ 183018 w 12193199"/>
              <a:gd name="connsiteY27" fmla="*/ 183019 h 6858000"/>
              <a:gd name="connsiteX28" fmla="*/ 183018 w 12193199"/>
              <a:gd name="connsiteY28" fmla="*/ 0 h 6858000"/>
              <a:gd name="connsiteX29" fmla="*/ 190218 w 12193199"/>
              <a:gd name="connsiteY29" fmla="*/ 0 h 6858000"/>
              <a:gd name="connsiteX30" fmla="*/ 190218 w 12193199"/>
              <a:gd name="connsiteY30" fmla="*/ 183019 h 6858000"/>
              <a:gd name="connsiteX31" fmla="*/ 12001837 w 12193199"/>
              <a:gd name="connsiteY31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193199" h="6858000">
                <a:moveTo>
                  <a:pt x="190218" y="190219"/>
                </a:moveTo>
                <a:lnTo>
                  <a:pt x="190218" y="6667781"/>
                </a:lnTo>
                <a:lnTo>
                  <a:pt x="12001837" y="6667781"/>
                </a:lnTo>
                <a:lnTo>
                  <a:pt x="12001837" y="190219"/>
                </a:lnTo>
                <a:close/>
                <a:moveTo>
                  <a:pt x="12001837" y="0"/>
                </a:moveTo>
                <a:lnTo>
                  <a:pt x="12009037" y="0"/>
                </a:lnTo>
                <a:lnTo>
                  <a:pt x="12009037" y="183019"/>
                </a:lnTo>
                <a:lnTo>
                  <a:pt x="12193199" y="183019"/>
                </a:lnTo>
                <a:lnTo>
                  <a:pt x="12193199" y="190219"/>
                </a:lnTo>
                <a:lnTo>
                  <a:pt x="12009037" y="190219"/>
                </a:lnTo>
                <a:lnTo>
                  <a:pt x="12009037" y="6667781"/>
                </a:lnTo>
                <a:lnTo>
                  <a:pt x="12193199" y="6667781"/>
                </a:lnTo>
                <a:lnTo>
                  <a:pt x="12193199" y="6674981"/>
                </a:lnTo>
                <a:lnTo>
                  <a:pt x="12009037" y="6674981"/>
                </a:lnTo>
                <a:lnTo>
                  <a:pt x="12009037" y="6858000"/>
                </a:lnTo>
                <a:lnTo>
                  <a:pt x="12001837" y="6858000"/>
                </a:lnTo>
                <a:lnTo>
                  <a:pt x="12001837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lnTo>
                  <a:pt x="183018" y="0"/>
                </a:lnTo>
                <a:lnTo>
                  <a:pt x="190218" y="0"/>
                </a:lnTo>
                <a:lnTo>
                  <a:pt x="190218" y="183019"/>
                </a:lnTo>
                <a:lnTo>
                  <a:pt x="12001837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  <p:sp>
        <p:nvSpPr>
          <p:cNvPr id="11" name="Logo">
            <a:extLst>
              <a:ext uri="{FF2B5EF4-FFF2-40B4-BE49-F238E27FC236}">
                <a16:creationId xmlns:a16="http://schemas.microsoft.com/office/drawing/2014/main" id="{70D45FBA-DD21-FC4B-4421-D3250D2BFC81}"/>
              </a:ext>
            </a:extLst>
          </p:cNvPr>
          <p:cNvSpPr/>
          <p:nvPr userDrawn="1"/>
        </p:nvSpPr>
        <p:spPr bwMode="white"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86EADC8-30A6-B6BE-9F54-B5488F402F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19847-20E5-4B7E-B872-4144EE84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C0AD753-83CD-C853-739F-AA968B28858C}"/>
              </a:ext>
            </a:extLst>
          </p:cNvPr>
          <p:cNvSpPr>
            <a:spLocks noGrp="1"/>
          </p:cNvSpPr>
          <p:nvPr>
            <p:ph idx="17" hasCustomPrompt="1"/>
          </p:nvPr>
        </p:nvSpPr>
        <p:spPr bwMode="white">
          <a:xfrm>
            <a:off x="185738" y="1438274"/>
            <a:ext cx="11818937" cy="456247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/>
              <a:t>Click to add text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31011111"/>
      </p:ext>
    </p:extLst>
  </p:cSld>
  <p:clrMapOvr>
    <a:overrideClrMapping bg1="dk1" tx1="lt1" bg2="dk2" tx2="lt2" accent1="l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headlin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s">
            <a:extLst>
              <a:ext uri="{FF2B5EF4-FFF2-40B4-BE49-F238E27FC236}">
                <a16:creationId xmlns:a16="http://schemas.microsoft.com/office/drawing/2014/main" id="{E179BD8B-964C-8002-AAA2-5F16F1D48029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E7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err="1"/>
          </a:p>
        </p:txBody>
      </p:sp>
      <p:sp>
        <p:nvSpPr>
          <p:cNvPr id="9" name="Grid">
            <a:extLst>
              <a:ext uri="{FF2B5EF4-FFF2-40B4-BE49-F238E27FC236}">
                <a16:creationId xmlns:a16="http://schemas.microsoft.com/office/drawing/2014/main" id="{5D5D1909-6D24-84A8-3EAC-1882786202A9}"/>
              </a:ext>
            </a:extLst>
          </p:cNvPr>
          <p:cNvSpPr/>
          <p:nvPr userDrawn="1"/>
        </p:nvSpPr>
        <p:spPr>
          <a:xfrm>
            <a:off x="-598" y="0"/>
            <a:ext cx="12193199" cy="6858000"/>
          </a:xfrm>
          <a:custGeom>
            <a:avLst/>
            <a:gdLst>
              <a:gd name="connsiteX0" fmla="*/ 190218 w 12193199"/>
              <a:gd name="connsiteY0" fmla="*/ 190219 h 6858000"/>
              <a:gd name="connsiteX1" fmla="*/ 190218 w 12193199"/>
              <a:gd name="connsiteY1" fmla="*/ 6667781 h 6858000"/>
              <a:gd name="connsiteX2" fmla="*/ 12001837 w 12193199"/>
              <a:gd name="connsiteY2" fmla="*/ 6667781 h 6858000"/>
              <a:gd name="connsiteX3" fmla="*/ 12001837 w 12193199"/>
              <a:gd name="connsiteY3" fmla="*/ 190219 h 6858000"/>
              <a:gd name="connsiteX4" fmla="*/ 12001837 w 12193199"/>
              <a:gd name="connsiteY4" fmla="*/ 0 h 6858000"/>
              <a:gd name="connsiteX5" fmla="*/ 12009037 w 12193199"/>
              <a:gd name="connsiteY5" fmla="*/ 0 h 6858000"/>
              <a:gd name="connsiteX6" fmla="*/ 12009037 w 12193199"/>
              <a:gd name="connsiteY6" fmla="*/ 183019 h 6858000"/>
              <a:gd name="connsiteX7" fmla="*/ 12193199 w 12193199"/>
              <a:gd name="connsiteY7" fmla="*/ 183019 h 6858000"/>
              <a:gd name="connsiteX8" fmla="*/ 12193199 w 12193199"/>
              <a:gd name="connsiteY8" fmla="*/ 190219 h 6858000"/>
              <a:gd name="connsiteX9" fmla="*/ 12009037 w 12193199"/>
              <a:gd name="connsiteY9" fmla="*/ 190219 h 6858000"/>
              <a:gd name="connsiteX10" fmla="*/ 12009037 w 12193199"/>
              <a:gd name="connsiteY10" fmla="*/ 6667781 h 6858000"/>
              <a:gd name="connsiteX11" fmla="*/ 12193199 w 12193199"/>
              <a:gd name="connsiteY11" fmla="*/ 6667781 h 6858000"/>
              <a:gd name="connsiteX12" fmla="*/ 12193199 w 12193199"/>
              <a:gd name="connsiteY12" fmla="*/ 6674981 h 6858000"/>
              <a:gd name="connsiteX13" fmla="*/ 12009037 w 12193199"/>
              <a:gd name="connsiteY13" fmla="*/ 6674981 h 6858000"/>
              <a:gd name="connsiteX14" fmla="*/ 12009037 w 12193199"/>
              <a:gd name="connsiteY14" fmla="*/ 6858000 h 6858000"/>
              <a:gd name="connsiteX15" fmla="*/ 12001837 w 12193199"/>
              <a:gd name="connsiteY15" fmla="*/ 6858000 h 6858000"/>
              <a:gd name="connsiteX16" fmla="*/ 12001837 w 12193199"/>
              <a:gd name="connsiteY16" fmla="*/ 6674981 h 6858000"/>
              <a:gd name="connsiteX17" fmla="*/ 190218 w 12193199"/>
              <a:gd name="connsiteY17" fmla="*/ 6674981 h 6858000"/>
              <a:gd name="connsiteX18" fmla="*/ 190218 w 12193199"/>
              <a:gd name="connsiteY18" fmla="*/ 6858000 h 6858000"/>
              <a:gd name="connsiteX19" fmla="*/ 183018 w 12193199"/>
              <a:gd name="connsiteY19" fmla="*/ 6858000 h 6858000"/>
              <a:gd name="connsiteX20" fmla="*/ 183018 w 12193199"/>
              <a:gd name="connsiteY20" fmla="*/ 6674981 h 6858000"/>
              <a:gd name="connsiteX21" fmla="*/ 0 w 12193199"/>
              <a:gd name="connsiteY21" fmla="*/ 6674981 h 6858000"/>
              <a:gd name="connsiteX22" fmla="*/ 0 w 12193199"/>
              <a:gd name="connsiteY22" fmla="*/ 6667781 h 6858000"/>
              <a:gd name="connsiteX23" fmla="*/ 183018 w 12193199"/>
              <a:gd name="connsiteY23" fmla="*/ 6667781 h 6858000"/>
              <a:gd name="connsiteX24" fmla="*/ 183018 w 12193199"/>
              <a:gd name="connsiteY24" fmla="*/ 190219 h 6858000"/>
              <a:gd name="connsiteX25" fmla="*/ 0 w 12193199"/>
              <a:gd name="connsiteY25" fmla="*/ 190219 h 6858000"/>
              <a:gd name="connsiteX26" fmla="*/ 0 w 12193199"/>
              <a:gd name="connsiteY26" fmla="*/ 183019 h 6858000"/>
              <a:gd name="connsiteX27" fmla="*/ 183018 w 12193199"/>
              <a:gd name="connsiteY27" fmla="*/ 183019 h 6858000"/>
              <a:gd name="connsiteX28" fmla="*/ 183018 w 12193199"/>
              <a:gd name="connsiteY28" fmla="*/ 0 h 6858000"/>
              <a:gd name="connsiteX29" fmla="*/ 190218 w 12193199"/>
              <a:gd name="connsiteY29" fmla="*/ 0 h 6858000"/>
              <a:gd name="connsiteX30" fmla="*/ 190218 w 12193199"/>
              <a:gd name="connsiteY30" fmla="*/ 183019 h 6858000"/>
              <a:gd name="connsiteX31" fmla="*/ 12001837 w 12193199"/>
              <a:gd name="connsiteY31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193199" h="6858000">
                <a:moveTo>
                  <a:pt x="190218" y="190219"/>
                </a:moveTo>
                <a:lnTo>
                  <a:pt x="190218" y="6667781"/>
                </a:lnTo>
                <a:lnTo>
                  <a:pt x="12001837" y="6667781"/>
                </a:lnTo>
                <a:lnTo>
                  <a:pt x="12001837" y="190219"/>
                </a:lnTo>
                <a:close/>
                <a:moveTo>
                  <a:pt x="12001837" y="0"/>
                </a:moveTo>
                <a:lnTo>
                  <a:pt x="12009037" y="0"/>
                </a:lnTo>
                <a:lnTo>
                  <a:pt x="12009037" y="183019"/>
                </a:lnTo>
                <a:lnTo>
                  <a:pt x="12193199" y="183019"/>
                </a:lnTo>
                <a:lnTo>
                  <a:pt x="12193199" y="190219"/>
                </a:lnTo>
                <a:lnTo>
                  <a:pt x="12009037" y="190219"/>
                </a:lnTo>
                <a:lnTo>
                  <a:pt x="12009037" y="6667781"/>
                </a:lnTo>
                <a:lnTo>
                  <a:pt x="12193199" y="6667781"/>
                </a:lnTo>
                <a:lnTo>
                  <a:pt x="12193199" y="6674981"/>
                </a:lnTo>
                <a:lnTo>
                  <a:pt x="12009037" y="6674981"/>
                </a:lnTo>
                <a:lnTo>
                  <a:pt x="12009037" y="6858000"/>
                </a:lnTo>
                <a:lnTo>
                  <a:pt x="12001837" y="6858000"/>
                </a:lnTo>
                <a:lnTo>
                  <a:pt x="12001837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lnTo>
                  <a:pt x="183018" y="0"/>
                </a:lnTo>
                <a:lnTo>
                  <a:pt x="190218" y="0"/>
                </a:lnTo>
                <a:lnTo>
                  <a:pt x="190218" y="183019"/>
                </a:lnTo>
                <a:lnTo>
                  <a:pt x="12001837" y="183019"/>
                </a:lnTo>
                <a:close/>
              </a:path>
            </a:pathLst>
          </a:custGeom>
          <a:solidFill>
            <a:srgbClr val="D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  <p:sp>
        <p:nvSpPr>
          <p:cNvPr id="5" name="Logo">
            <a:extLst>
              <a:ext uri="{FF2B5EF4-FFF2-40B4-BE49-F238E27FC236}">
                <a16:creationId xmlns:a16="http://schemas.microsoft.com/office/drawing/2014/main" id="{F8BA0786-5A28-B7AD-9958-EC9EB91FA6C3}"/>
              </a:ext>
            </a:extLst>
          </p:cNvPr>
          <p:cNvSpPr/>
          <p:nvPr userDrawn="1"/>
        </p:nvSpPr>
        <p:spPr bwMode="white"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36AEDBD-8693-0BEE-4A4A-7F2D5DE5EE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B56671B-9A9D-085B-1D6C-49777DBD757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85738" y="1438274"/>
            <a:ext cx="11818937" cy="4562476"/>
          </a:xfrm>
        </p:spPr>
        <p:txBody>
          <a:bodyPr>
            <a:normAutofit/>
          </a:bodyPr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/>
              <a:t>Click to add text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19847-20E5-4B7E-B872-4144EE84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0022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85739" y="1438275"/>
            <a:ext cx="5816600" cy="4562476"/>
          </a:xfrm>
        </p:spPr>
        <p:txBody>
          <a:bodyPr>
            <a:normAutofit/>
          </a:bodyPr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/>
              <a:t>Click to add text</a:t>
            </a:r>
            <a:endParaRPr lang="en-GB" noProof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85999" y="1438276"/>
            <a:ext cx="5818675" cy="4562476"/>
          </a:xfrm>
        </p:spPr>
        <p:txBody>
          <a:bodyPr>
            <a:normAutofit/>
          </a:bodyPr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/>
              <a:t>Click to add text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37DD5-16E1-437E-B075-CD029604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0926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s">
            <a:extLst>
              <a:ext uri="{FF2B5EF4-FFF2-40B4-BE49-F238E27FC236}">
                <a16:creationId xmlns:a16="http://schemas.microsoft.com/office/drawing/2014/main" id="{7AD19EA5-3B18-CAB3-5725-B4717126ABC9}"/>
              </a:ext>
            </a:extLst>
          </p:cNvPr>
          <p:cNvSpPr/>
          <p:nvPr userDrawn="1"/>
        </p:nvSpPr>
        <p:spPr>
          <a:xfrm>
            <a:off x="6188074" y="0"/>
            <a:ext cx="6005125" cy="6861600"/>
          </a:xfrm>
          <a:prstGeom prst="rect">
            <a:avLst/>
          </a:prstGeom>
          <a:solidFill>
            <a:srgbClr val="123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 sz="2000" noProof="0" err="1"/>
          </a:p>
        </p:txBody>
      </p:sp>
      <p:sp>
        <p:nvSpPr>
          <p:cNvPr id="9" name="Grid - green">
            <a:extLst>
              <a:ext uri="{FF2B5EF4-FFF2-40B4-BE49-F238E27FC236}">
                <a16:creationId xmlns:a16="http://schemas.microsoft.com/office/drawing/2014/main" id="{A5369962-7EA9-80F6-F699-6D0DE4C07EF1}"/>
              </a:ext>
            </a:extLst>
          </p:cNvPr>
          <p:cNvSpPr/>
          <p:nvPr userDrawn="1"/>
        </p:nvSpPr>
        <p:spPr>
          <a:xfrm flipH="1">
            <a:off x="6188075" y="0"/>
            <a:ext cx="6005125" cy="6858000"/>
          </a:xfrm>
          <a:custGeom>
            <a:avLst/>
            <a:gdLst>
              <a:gd name="connsiteX0" fmla="*/ 189969 w 6005125"/>
              <a:gd name="connsiteY0" fmla="*/ 0 h 6858000"/>
              <a:gd name="connsiteX1" fmla="*/ 182769 w 6005125"/>
              <a:gd name="connsiteY1" fmla="*/ 0 h 6858000"/>
              <a:gd name="connsiteX2" fmla="*/ 182769 w 6005125"/>
              <a:gd name="connsiteY2" fmla="*/ 183019 h 6858000"/>
              <a:gd name="connsiteX3" fmla="*/ 0 w 6005125"/>
              <a:gd name="connsiteY3" fmla="*/ 183019 h 6858000"/>
              <a:gd name="connsiteX4" fmla="*/ 0 w 6005125"/>
              <a:gd name="connsiteY4" fmla="*/ 190219 h 6858000"/>
              <a:gd name="connsiteX5" fmla="*/ 182769 w 6005125"/>
              <a:gd name="connsiteY5" fmla="*/ 190219 h 6858000"/>
              <a:gd name="connsiteX6" fmla="*/ 182769 w 6005125"/>
              <a:gd name="connsiteY6" fmla="*/ 6667781 h 6858000"/>
              <a:gd name="connsiteX7" fmla="*/ 0 w 6005125"/>
              <a:gd name="connsiteY7" fmla="*/ 6667781 h 6858000"/>
              <a:gd name="connsiteX8" fmla="*/ 0 w 6005125"/>
              <a:gd name="connsiteY8" fmla="*/ 6674981 h 6858000"/>
              <a:gd name="connsiteX9" fmla="*/ 182769 w 6005125"/>
              <a:gd name="connsiteY9" fmla="*/ 6674981 h 6858000"/>
              <a:gd name="connsiteX10" fmla="*/ 182769 w 6005125"/>
              <a:gd name="connsiteY10" fmla="*/ 6858000 h 6858000"/>
              <a:gd name="connsiteX11" fmla="*/ 189969 w 6005125"/>
              <a:gd name="connsiteY11" fmla="*/ 6858000 h 6858000"/>
              <a:gd name="connsiteX12" fmla="*/ 189969 w 6005125"/>
              <a:gd name="connsiteY12" fmla="*/ 6674981 h 6858000"/>
              <a:gd name="connsiteX13" fmla="*/ 6005125 w 6005125"/>
              <a:gd name="connsiteY13" fmla="*/ 6674981 h 6858000"/>
              <a:gd name="connsiteX14" fmla="*/ 6005125 w 6005125"/>
              <a:gd name="connsiteY14" fmla="*/ 6667781 h 6858000"/>
              <a:gd name="connsiteX15" fmla="*/ 189969 w 6005125"/>
              <a:gd name="connsiteY15" fmla="*/ 6667781 h 6858000"/>
              <a:gd name="connsiteX16" fmla="*/ 189969 w 6005125"/>
              <a:gd name="connsiteY16" fmla="*/ 190219 h 6858000"/>
              <a:gd name="connsiteX17" fmla="*/ 6005125 w 6005125"/>
              <a:gd name="connsiteY17" fmla="*/ 190219 h 6858000"/>
              <a:gd name="connsiteX18" fmla="*/ 6005125 w 6005125"/>
              <a:gd name="connsiteY18" fmla="*/ 183019 h 6858000"/>
              <a:gd name="connsiteX19" fmla="*/ 189969 w 6005125"/>
              <a:gd name="connsiteY19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05125" h="6858000">
                <a:moveTo>
                  <a:pt x="189969" y="0"/>
                </a:moveTo>
                <a:lnTo>
                  <a:pt x="182769" y="0"/>
                </a:lnTo>
                <a:lnTo>
                  <a:pt x="182769" y="183019"/>
                </a:lnTo>
                <a:lnTo>
                  <a:pt x="0" y="183019"/>
                </a:lnTo>
                <a:lnTo>
                  <a:pt x="0" y="190219"/>
                </a:lnTo>
                <a:lnTo>
                  <a:pt x="182769" y="190219"/>
                </a:lnTo>
                <a:lnTo>
                  <a:pt x="182769" y="6667781"/>
                </a:lnTo>
                <a:lnTo>
                  <a:pt x="0" y="6667781"/>
                </a:lnTo>
                <a:lnTo>
                  <a:pt x="0" y="6674981"/>
                </a:lnTo>
                <a:lnTo>
                  <a:pt x="182769" y="6674981"/>
                </a:lnTo>
                <a:lnTo>
                  <a:pt x="182769" y="6858000"/>
                </a:lnTo>
                <a:lnTo>
                  <a:pt x="189969" y="6858000"/>
                </a:lnTo>
                <a:lnTo>
                  <a:pt x="189969" y="6674981"/>
                </a:lnTo>
                <a:lnTo>
                  <a:pt x="6005125" y="6674981"/>
                </a:lnTo>
                <a:lnTo>
                  <a:pt x="6005125" y="6667781"/>
                </a:lnTo>
                <a:lnTo>
                  <a:pt x="189969" y="6667781"/>
                </a:lnTo>
                <a:lnTo>
                  <a:pt x="189969" y="190219"/>
                </a:lnTo>
                <a:lnTo>
                  <a:pt x="6005125" y="190219"/>
                </a:lnTo>
                <a:lnTo>
                  <a:pt x="6005125" y="183019"/>
                </a:lnTo>
                <a:lnTo>
                  <a:pt x="189969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2000" noProof="0" err="1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5626F37-E63E-10B6-D303-FA948D10A0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5738" y="185737"/>
            <a:ext cx="5816599" cy="9477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7F4DBB5-A82F-1751-7F85-F307A3EEB3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738" y="1368000"/>
            <a:ext cx="5818622" cy="4568400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white">
          <a:xfrm>
            <a:off x="6372225" y="185737"/>
            <a:ext cx="5632450" cy="648493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/>
              <a:t>Click to add text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37DD5-16E1-437E-B075-CD029604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86513" y="6474619"/>
            <a:ext cx="2713037" cy="1960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5358789"/>
      </p:ext>
    </p:extLst>
  </p:cSld>
  <p:clrMapOvr>
    <a:overrideClrMapping bg1="dk1" tx1="lt1" bg2="dk2" tx2="lt2" accent1="l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ef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s">
            <a:extLst>
              <a:ext uri="{FF2B5EF4-FFF2-40B4-BE49-F238E27FC236}">
                <a16:creationId xmlns:a16="http://schemas.microsoft.com/office/drawing/2014/main" id="{7AD19EA5-3B18-CAB3-5725-B4717126ABC9}"/>
              </a:ext>
            </a:extLst>
          </p:cNvPr>
          <p:cNvSpPr/>
          <p:nvPr userDrawn="1"/>
        </p:nvSpPr>
        <p:spPr>
          <a:xfrm>
            <a:off x="0" y="0"/>
            <a:ext cx="6002338" cy="6861600"/>
          </a:xfrm>
          <a:prstGeom prst="rect">
            <a:avLst/>
          </a:prstGeom>
          <a:solidFill>
            <a:srgbClr val="123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err="1"/>
          </a:p>
        </p:txBody>
      </p:sp>
      <p:sp>
        <p:nvSpPr>
          <p:cNvPr id="13" name="Grid - green">
            <a:extLst>
              <a:ext uri="{FF2B5EF4-FFF2-40B4-BE49-F238E27FC236}">
                <a16:creationId xmlns:a16="http://schemas.microsoft.com/office/drawing/2014/main" id="{05BF75E0-A427-C0B0-4525-2E35D6CCE6E1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6002338" cy="6858000"/>
          </a:xfrm>
          <a:custGeom>
            <a:avLst/>
            <a:gdLst>
              <a:gd name="connsiteX0" fmla="*/ 183018 w 6002338"/>
              <a:gd name="connsiteY0" fmla="*/ 0 h 6858000"/>
              <a:gd name="connsiteX1" fmla="*/ 190218 w 6002338"/>
              <a:gd name="connsiteY1" fmla="*/ 0 h 6858000"/>
              <a:gd name="connsiteX2" fmla="*/ 190218 w 6002338"/>
              <a:gd name="connsiteY2" fmla="*/ 183019 h 6858000"/>
              <a:gd name="connsiteX3" fmla="*/ 6002338 w 6002338"/>
              <a:gd name="connsiteY3" fmla="*/ 183019 h 6858000"/>
              <a:gd name="connsiteX4" fmla="*/ 6002338 w 6002338"/>
              <a:gd name="connsiteY4" fmla="*/ 190219 h 6858000"/>
              <a:gd name="connsiteX5" fmla="*/ 190218 w 6002338"/>
              <a:gd name="connsiteY5" fmla="*/ 190219 h 6858000"/>
              <a:gd name="connsiteX6" fmla="*/ 190218 w 6002338"/>
              <a:gd name="connsiteY6" fmla="*/ 6667781 h 6858000"/>
              <a:gd name="connsiteX7" fmla="*/ 6002338 w 6002338"/>
              <a:gd name="connsiteY7" fmla="*/ 6667781 h 6858000"/>
              <a:gd name="connsiteX8" fmla="*/ 6002338 w 6002338"/>
              <a:gd name="connsiteY8" fmla="*/ 6674981 h 6858000"/>
              <a:gd name="connsiteX9" fmla="*/ 190218 w 6002338"/>
              <a:gd name="connsiteY9" fmla="*/ 6674981 h 6858000"/>
              <a:gd name="connsiteX10" fmla="*/ 190218 w 6002338"/>
              <a:gd name="connsiteY10" fmla="*/ 6858000 h 6858000"/>
              <a:gd name="connsiteX11" fmla="*/ 183018 w 6002338"/>
              <a:gd name="connsiteY11" fmla="*/ 6858000 h 6858000"/>
              <a:gd name="connsiteX12" fmla="*/ 183018 w 6002338"/>
              <a:gd name="connsiteY12" fmla="*/ 6674981 h 6858000"/>
              <a:gd name="connsiteX13" fmla="*/ 0 w 6002338"/>
              <a:gd name="connsiteY13" fmla="*/ 6674981 h 6858000"/>
              <a:gd name="connsiteX14" fmla="*/ 0 w 6002338"/>
              <a:gd name="connsiteY14" fmla="*/ 6667781 h 6858000"/>
              <a:gd name="connsiteX15" fmla="*/ 183018 w 6002338"/>
              <a:gd name="connsiteY15" fmla="*/ 6667781 h 6858000"/>
              <a:gd name="connsiteX16" fmla="*/ 183018 w 6002338"/>
              <a:gd name="connsiteY16" fmla="*/ 190219 h 6858000"/>
              <a:gd name="connsiteX17" fmla="*/ 0 w 6002338"/>
              <a:gd name="connsiteY17" fmla="*/ 190219 h 6858000"/>
              <a:gd name="connsiteX18" fmla="*/ 0 w 6002338"/>
              <a:gd name="connsiteY18" fmla="*/ 183019 h 6858000"/>
              <a:gd name="connsiteX19" fmla="*/ 183018 w 6002338"/>
              <a:gd name="connsiteY19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02338" h="6858000">
                <a:moveTo>
                  <a:pt x="183018" y="0"/>
                </a:moveTo>
                <a:lnTo>
                  <a:pt x="190218" y="0"/>
                </a:lnTo>
                <a:lnTo>
                  <a:pt x="190218" y="183019"/>
                </a:lnTo>
                <a:lnTo>
                  <a:pt x="6002338" y="183019"/>
                </a:lnTo>
                <a:lnTo>
                  <a:pt x="6002338" y="190219"/>
                </a:lnTo>
                <a:lnTo>
                  <a:pt x="190218" y="190219"/>
                </a:lnTo>
                <a:lnTo>
                  <a:pt x="190218" y="6667781"/>
                </a:lnTo>
                <a:lnTo>
                  <a:pt x="6002338" y="6667781"/>
                </a:lnTo>
                <a:lnTo>
                  <a:pt x="6002338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2000" noProof="0" err="1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19F4AB5E-E829-B15C-73E8-1CE3DB7AFC28}"/>
              </a:ext>
            </a:extLst>
          </p:cNvPr>
          <p:cNvSpPr/>
          <p:nvPr userDrawn="1"/>
        </p:nvSpPr>
        <p:spPr bwMode="white">
          <a:xfrm>
            <a:off x="6190695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F5C14E4-676F-C93B-99CF-28C01107F7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7263" y="185737"/>
            <a:ext cx="5817412" cy="9477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7F4DBB5-A82F-1751-7F85-F307A3EEB3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8461" y="1368000"/>
            <a:ext cx="5817413" cy="4568400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white">
          <a:xfrm>
            <a:off x="186123" y="185737"/>
            <a:ext cx="5624127" cy="6484938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/>
              <a:t>Click to add text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37DD5-16E1-437E-B075-CD029604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1638" y="6474619"/>
            <a:ext cx="2713037" cy="1960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4933833"/>
      </p:ext>
    </p:extLst>
  </p:cSld>
  <p:clrMapOvr>
    <a:overrideClrMapping bg1="dk1" tx1="lt1" bg2="dk2" tx2="lt2" accent1="l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box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s">
            <a:extLst>
              <a:ext uri="{FF2B5EF4-FFF2-40B4-BE49-F238E27FC236}">
                <a16:creationId xmlns:a16="http://schemas.microsoft.com/office/drawing/2014/main" id="{7AD19EA5-3B18-CAB3-5725-B4717126ABC9}"/>
              </a:ext>
            </a:extLst>
          </p:cNvPr>
          <p:cNvSpPr/>
          <p:nvPr userDrawn="1"/>
        </p:nvSpPr>
        <p:spPr>
          <a:xfrm>
            <a:off x="6188076" y="0"/>
            <a:ext cx="6005124" cy="6861600"/>
          </a:xfrm>
          <a:prstGeom prst="rect">
            <a:avLst/>
          </a:prstGeom>
          <a:solidFill>
            <a:srgbClr val="123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err="1"/>
          </a:p>
        </p:txBody>
      </p:sp>
      <p:sp>
        <p:nvSpPr>
          <p:cNvPr id="2" name="Grid green">
            <a:extLst>
              <a:ext uri="{FF2B5EF4-FFF2-40B4-BE49-F238E27FC236}">
                <a16:creationId xmlns:a16="http://schemas.microsoft.com/office/drawing/2014/main" id="{2DC3DDB4-A10B-CBD4-72FE-57433D5A497A}"/>
              </a:ext>
            </a:extLst>
          </p:cNvPr>
          <p:cNvSpPr/>
          <p:nvPr userDrawn="1"/>
        </p:nvSpPr>
        <p:spPr>
          <a:xfrm flipH="1">
            <a:off x="6188075" y="0"/>
            <a:ext cx="6005125" cy="6858000"/>
          </a:xfrm>
          <a:custGeom>
            <a:avLst/>
            <a:gdLst>
              <a:gd name="connsiteX0" fmla="*/ 189969 w 6005125"/>
              <a:gd name="connsiteY0" fmla="*/ 0 h 6858000"/>
              <a:gd name="connsiteX1" fmla="*/ 182769 w 6005125"/>
              <a:gd name="connsiteY1" fmla="*/ 0 h 6858000"/>
              <a:gd name="connsiteX2" fmla="*/ 182769 w 6005125"/>
              <a:gd name="connsiteY2" fmla="*/ 183019 h 6858000"/>
              <a:gd name="connsiteX3" fmla="*/ 0 w 6005125"/>
              <a:gd name="connsiteY3" fmla="*/ 183019 h 6858000"/>
              <a:gd name="connsiteX4" fmla="*/ 0 w 6005125"/>
              <a:gd name="connsiteY4" fmla="*/ 190219 h 6858000"/>
              <a:gd name="connsiteX5" fmla="*/ 182769 w 6005125"/>
              <a:gd name="connsiteY5" fmla="*/ 190219 h 6858000"/>
              <a:gd name="connsiteX6" fmla="*/ 182769 w 6005125"/>
              <a:gd name="connsiteY6" fmla="*/ 6667781 h 6858000"/>
              <a:gd name="connsiteX7" fmla="*/ 0 w 6005125"/>
              <a:gd name="connsiteY7" fmla="*/ 6667781 h 6858000"/>
              <a:gd name="connsiteX8" fmla="*/ 0 w 6005125"/>
              <a:gd name="connsiteY8" fmla="*/ 6674981 h 6858000"/>
              <a:gd name="connsiteX9" fmla="*/ 182769 w 6005125"/>
              <a:gd name="connsiteY9" fmla="*/ 6674981 h 6858000"/>
              <a:gd name="connsiteX10" fmla="*/ 182769 w 6005125"/>
              <a:gd name="connsiteY10" fmla="*/ 6858000 h 6858000"/>
              <a:gd name="connsiteX11" fmla="*/ 189969 w 6005125"/>
              <a:gd name="connsiteY11" fmla="*/ 6858000 h 6858000"/>
              <a:gd name="connsiteX12" fmla="*/ 189969 w 6005125"/>
              <a:gd name="connsiteY12" fmla="*/ 6674981 h 6858000"/>
              <a:gd name="connsiteX13" fmla="*/ 6005125 w 6005125"/>
              <a:gd name="connsiteY13" fmla="*/ 6674981 h 6858000"/>
              <a:gd name="connsiteX14" fmla="*/ 6005125 w 6005125"/>
              <a:gd name="connsiteY14" fmla="*/ 6667781 h 6858000"/>
              <a:gd name="connsiteX15" fmla="*/ 189969 w 6005125"/>
              <a:gd name="connsiteY15" fmla="*/ 6667781 h 6858000"/>
              <a:gd name="connsiteX16" fmla="*/ 189969 w 6005125"/>
              <a:gd name="connsiteY16" fmla="*/ 190219 h 6858000"/>
              <a:gd name="connsiteX17" fmla="*/ 6005125 w 6005125"/>
              <a:gd name="connsiteY17" fmla="*/ 190219 h 6858000"/>
              <a:gd name="connsiteX18" fmla="*/ 6005125 w 6005125"/>
              <a:gd name="connsiteY18" fmla="*/ 183019 h 6858000"/>
              <a:gd name="connsiteX19" fmla="*/ 189969 w 6005125"/>
              <a:gd name="connsiteY19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05125" h="6858000">
                <a:moveTo>
                  <a:pt x="189969" y="0"/>
                </a:moveTo>
                <a:lnTo>
                  <a:pt x="182769" y="0"/>
                </a:lnTo>
                <a:lnTo>
                  <a:pt x="182769" y="183019"/>
                </a:lnTo>
                <a:lnTo>
                  <a:pt x="0" y="183019"/>
                </a:lnTo>
                <a:lnTo>
                  <a:pt x="0" y="190219"/>
                </a:lnTo>
                <a:lnTo>
                  <a:pt x="182769" y="190219"/>
                </a:lnTo>
                <a:lnTo>
                  <a:pt x="182769" y="6667781"/>
                </a:lnTo>
                <a:lnTo>
                  <a:pt x="0" y="6667781"/>
                </a:lnTo>
                <a:lnTo>
                  <a:pt x="0" y="6674981"/>
                </a:lnTo>
                <a:lnTo>
                  <a:pt x="182769" y="6674981"/>
                </a:lnTo>
                <a:lnTo>
                  <a:pt x="182769" y="6858000"/>
                </a:lnTo>
                <a:lnTo>
                  <a:pt x="189969" y="6858000"/>
                </a:lnTo>
                <a:lnTo>
                  <a:pt x="189969" y="6674981"/>
                </a:lnTo>
                <a:lnTo>
                  <a:pt x="6005125" y="6674981"/>
                </a:lnTo>
                <a:lnTo>
                  <a:pt x="6005125" y="6667781"/>
                </a:lnTo>
                <a:lnTo>
                  <a:pt x="189969" y="6667781"/>
                </a:lnTo>
                <a:lnTo>
                  <a:pt x="189969" y="190219"/>
                </a:lnTo>
                <a:lnTo>
                  <a:pt x="6005125" y="190219"/>
                </a:lnTo>
                <a:lnTo>
                  <a:pt x="6005125" y="183019"/>
                </a:lnTo>
                <a:lnTo>
                  <a:pt x="189969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2000" noProof="0" err="1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01CCEB3-1D0B-669D-8181-0D3BF86155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5739" y="185737"/>
            <a:ext cx="5816600" cy="9477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7F4DBB5-A82F-1751-7F85-F307A3EEB3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738" y="1368000"/>
            <a:ext cx="5816600" cy="4568400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FB2F7DF0-7CEA-D5D7-EE66-722C15338E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6394450" y="317499"/>
            <a:ext cx="5607818" cy="335901"/>
          </a:xfrm>
        </p:spPr>
        <p:txBody>
          <a:bodyPr bIns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GB"/>
              <a:t>Click to add subtitle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white">
          <a:xfrm>
            <a:off x="6394449" y="831850"/>
            <a:ext cx="5610225" cy="2153946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/>
              <a:t>Click to add text</a:t>
            </a:r>
            <a:endParaRPr lang="en-GB" noProof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C0B7F01-E700-66EC-81E4-B7DF2C2ABDA4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 bwMode="white">
          <a:xfrm>
            <a:off x="6394450" y="3496323"/>
            <a:ext cx="5607818" cy="335901"/>
          </a:xfrm>
        </p:spPr>
        <p:txBody>
          <a:bodyPr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2pPr>
            <a:lvl3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3pPr>
            <a:lvl4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4pPr>
            <a:lvl5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5pPr>
            <a:lvl6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6pPr>
            <a:lvl7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7pPr>
            <a:lvl8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8pPr>
            <a:lvl9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9pPr>
          </a:lstStyle>
          <a:p>
            <a:r>
              <a:rPr lang="en-GB"/>
              <a:t>Click to add subtitle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32FE8B0-AB22-0C4F-82D8-41548313399E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white">
          <a:xfrm>
            <a:off x="6394446" y="4004258"/>
            <a:ext cx="5610225" cy="2153946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/>
              <a:t>Click to add text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37DD5-16E1-437E-B075-CD029604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83200" y="6474619"/>
            <a:ext cx="2713037" cy="1960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8257245"/>
      </p:ext>
    </p:extLst>
  </p:cSld>
  <p:clrMapOvr>
    <a:overrideClrMapping bg1="dk1" tx1="lt1" bg2="dk2" tx2="lt2" accent1="l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uide">
            <a:extLst>
              <a:ext uri="{FF2B5EF4-FFF2-40B4-BE49-F238E27FC236}">
                <a16:creationId xmlns:a16="http://schemas.microsoft.com/office/drawing/2014/main" id="{DA955002-5CC8-78D7-1221-1E18EE11328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587316" y="-1"/>
            <a:ext cx="2605059" cy="4512011"/>
            <a:chOff x="12587316" y="-1"/>
            <a:chExt cx="2605059" cy="4512011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70D0240-BC1C-E7A5-31DE-C88F22D656E2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597199" y="524477"/>
              <a:ext cx="725714" cy="664212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C33930D-A458-B500-4F1A-8B28FBC71D9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8400" y="-1"/>
              <a:ext cx="160300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/>
                <a:t>How to insert picture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9A03C6D-D961-5A25-CAC1-746F6F44134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0859"/>
              <a:ext cx="239007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0"/>
                <a:t>Click on icon and select image 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A62FEEF-B7E4-546E-1D4B-E245158BD8D8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 rotWithShape="1">
            <a:blip r:embed="rId3"/>
            <a:srcRect t="58157" r="3019" b="37657"/>
            <a:stretch/>
          </p:blipFill>
          <p:spPr>
            <a:xfrm>
              <a:off x="12597199" y="1988288"/>
              <a:ext cx="2559789" cy="279658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46252E9-7B31-5A10-F5A9-0941688F6B0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7199" y="1381404"/>
              <a:ext cx="2559789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/>
                <a:t>Once you have inserted image, right click on it and select option </a:t>
              </a:r>
              <a:br>
                <a:rPr lang="en-GB" sz="1200" b="0"/>
              </a:br>
              <a:r>
                <a:rPr lang="en-GB" sz="1200" b="1"/>
                <a:t>Send to Back</a:t>
              </a:r>
              <a:endParaRPr lang="en-GB" sz="1200" b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B4C055B-774F-5F78-24C2-3CA6D1EBB98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656615"/>
              <a:ext cx="173444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/>
                <a:t>How to change picture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E5F8DDC-94AB-5A81-A99B-11C7C0B4E2A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47475"/>
              <a:ext cx="2390078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/>
                <a:t>Click on the frame of slide and select picture</a:t>
              </a:r>
              <a:br>
                <a:rPr lang="en-GB" sz="1200" b="0"/>
              </a:br>
              <a:br>
                <a:rPr lang="en-GB" sz="1200" b="0"/>
              </a:br>
              <a:r>
                <a:rPr lang="en-GB" sz="1200" b="0"/>
                <a:t>Once you have selected image right click on it and select option</a:t>
              </a:r>
              <a:br>
                <a:rPr lang="en-GB" sz="1200" b="0"/>
              </a:br>
              <a:r>
                <a:rPr lang="en-GB" sz="1200" b="1"/>
                <a:t>Change picture</a:t>
              </a:r>
              <a:endParaRPr lang="en-GB" sz="1200" b="0"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6F859BF7-A512-E240-79A7-BDBB5119165C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595999" y="4158512"/>
              <a:ext cx="2596376" cy="353498"/>
            </a:xfrm>
            <a:prstGeom prst="rect">
              <a:avLst/>
            </a:prstGeom>
          </p:spPr>
        </p:pic>
      </p:grpSp>
      <p:sp>
        <p:nvSpPr>
          <p:cNvPr id="7" name="Grid - freeform">
            <a:extLst>
              <a:ext uri="{FF2B5EF4-FFF2-40B4-BE49-F238E27FC236}">
                <a16:creationId xmlns:a16="http://schemas.microsoft.com/office/drawing/2014/main" id="{B444B149-BB8E-BFF1-390C-3977CB4209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 flipH="1">
            <a:off x="6189662" y="0"/>
            <a:ext cx="6002338" cy="6858000"/>
          </a:xfrm>
          <a:custGeom>
            <a:avLst/>
            <a:gdLst>
              <a:gd name="connsiteX0" fmla="*/ 183018 w 6002338"/>
              <a:gd name="connsiteY0" fmla="*/ 0 h 6858000"/>
              <a:gd name="connsiteX1" fmla="*/ 190218 w 6002338"/>
              <a:gd name="connsiteY1" fmla="*/ 0 h 6858000"/>
              <a:gd name="connsiteX2" fmla="*/ 190218 w 6002338"/>
              <a:gd name="connsiteY2" fmla="*/ 183019 h 6858000"/>
              <a:gd name="connsiteX3" fmla="*/ 6002338 w 6002338"/>
              <a:gd name="connsiteY3" fmla="*/ 183019 h 6858000"/>
              <a:gd name="connsiteX4" fmla="*/ 6002338 w 6002338"/>
              <a:gd name="connsiteY4" fmla="*/ 190219 h 6858000"/>
              <a:gd name="connsiteX5" fmla="*/ 190218 w 6002338"/>
              <a:gd name="connsiteY5" fmla="*/ 190219 h 6858000"/>
              <a:gd name="connsiteX6" fmla="*/ 190218 w 6002338"/>
              <a:gd name="connsiteY6" fmla="*/ 6667781 h 6858000"/>
              <a:gd name="connsiteX7" fmla="*/ 6002338 w 6002338"/>
              <a:gd name="connsiteY7" fmla="*/ 6667781 h 6858000"/>
              <a:gd name="connsiteX8" fmla="*/ 6002338 w 6002338"/>
              <a:gd name="connsiteY8" fmla="*/ 6674981 h 6858000"/>
              <a:gd name="connsiteX9" fmla="*/ 190218 w 6002338"/>
              <a:gd name="connsiteY9" fmla="*/ 6674981 h 6858000"/>
              <a:gd name="connsiteX10" fmla="*/ 190218 w 6002338"/>
              <a:gd name="connsiteY10" fmla="*/ 6858000 h 6858000"/>
              <a:gd name="connsiteX11" fmla="*/ 183018 w 6002338"/>
              <a:gd name="connsiteY11" fmla="*/ 6858000 h 6858000"/>
              <a:gd name="connsiteX12" fmla="*/ 183018 w 6002338"/>
              <a:gd name="connsiteY12" fmla="*/ 6674981 h 6858000"/>
              <a:gd name="connsiteX13" fmla="*/ 0 w 6002338"/>
              <a:gd name="connsiteY13" fmla="*/ 6674981 h 6858000"/>
              <a:gd name="connsiteX14" fmla="*/ 0 w 6002338"/>
              <a:gd name="connsiteY14" fmla="*/ 6667781 h 6858000"/>
              <a:gd name="connsiteX15" fmla="*/ 183018 w 6002338"/>
              <a:gd name="connsiteY15" fmla="*/ 6667781 h 6858000"/>
              <a:gd name="connsiteX16" fmla="*/ 183018 w 6002338"/>
              <a:gd name="connsiteY16" fmla="*/ 190219 h 6858000"/>
              <a:gd name="connsiteX17" fmla="*/ 0 w 6002338"/>
              <a:gd name="connsiteY17" fmla="*/ 190219 h 6858000"/>
              <a:gd name="connsiteX18" fmla="*/ 0 w 6002338"/>
              <a:gd name="connsiteY18" fmla="*/ 183019 h 6858000"/>
              <a:gd name="connsiteX19" fmla="*/ 183018 w 6002338"/>
              <a:gd name="connsiteY19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02338" h="6858000">
                <a:moveTo>
                  <a:pt x="183018" y="0"/>
                </a:moveTo>
                <a:lnTo>
                  <a:pt x="190218" y="0"/>
                </a:lnTo>
                <a:lnTo>
                  <a:pt x="190218" y="183019"/>
                </a:lnTo>
                <a:lnTo>
                  <a:pt x="6002338" y="183019"/>
                </a:lnTo>
                <a:lnTo>
                  <a:pt x="6002338" y="190219"/>
                </a:lnTo>
                <a:lnTo>
                  <a:pt x="190218" y="190219"/>
                </a:lnTo>
                <a:lnTo>
                  <a:pt x="190218" y="6667781"/>
                </a:lnTo>
                <a:lnTo>
                  <a:pt x="6002338" y="6667781"/>
                </a:lnTo>
                <a:lnTo>
                  <a:pt x="6002338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D2505F-FCED-3FF0-1A82-D58A1C318D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5738" y="185737"/>
            <a:ext cx="5818188" cy="9477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85739" y="1368000"/>
            <a:ext cx="5820058" cy="4568400"/>
          </a:xfrm>
        </p:spPr>
        <p:txBody>
          <a:bodyPr>
            <a:normAutofit/>
          </a:bodyPr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/>
              <a:t>Click to add text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025B7-EE4E-482B-A2F1-D4E098C9B71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289301" y="6474619"/>
            <a:ext cx="2713037" cy="196056"/>
          </a:xfrm>
        </p:spPr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085B930F-F28B-87EF-0702-70797890FAB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88075" y="0"/>
            <a:ext cx="6003925" cy="6858000"/>
          </a:xfrm>
          <a:solidFill>
            <a:schemeClr val="bg1">
              <a:lumMod val="85000"/>
            </a:schemeClr>
          </a:solidFill>
        </p:spPr>
        <p:txBody>
          <a:bodyPr lIns="0" tIns="3708000" anchor="t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altLang="zh-HK"/>
              <a:t>Click icon to add picture, then right click and select option Send to Back</a:t>
            </a:r>
          </a:p>
        </p:txBody>
      </p:sp>
    </p:spTree>
    <p:extLst>
      <p:ext uri="{BB962C8B-B14F-4D97-AF65-F5344CB8AC3E}">
        <p14:creationId xmlns:p14="http://schemas.microsoft.com/office/powerpoint/2010/main" val="3397906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uide">
            <a:extLst>
              <a:ext uri="{FF2B5EF4-FFF2-40B4-BE49-F238E27FC236}">
                <a16:creationId xmlns:a16="http://schemas.microsoft.com/office/drawing/2014/main" id="{894361CA-03BC-4AB9-F896-1620741457C5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587316" y="-1"/>
            <a:ext cx="2605059" cy="4512011"/>
            <a:chOff x="12587316" y="-1"/>
            <a:chExt cx="2605059" cy="4512011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994B05AD-274B-CE3F-FCA5-B5570D7E6817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597199" y="524477"/>
              <a:ext cx="725714" cy="664212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E120558-9782-8DD5-5988-3938639647A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8400" y="-1"/>
              <a:ext cx="160300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/>
                <a:t>How to insert picture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D4B5719-5EEA-3010-F877-72949F63852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0859"/>
              <a:ext cx="239007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0"/>
                <a:t>Click on icon and select image 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536D86F-F069-8970-8128-DD7F743E709A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 rotWithShape="1">
            <a:blip r:embed="rId3"/>
            <a:srcRect t="58157" r="3019" b="37657"/>
            <a:stretch/>
          </p:blipFill>
          <p:spPr>
            <a:xfrm>
              <a:off x="12597199" y="1988288"/>
              <a:ext cx="2559789" cy="279658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61D3B9B-79D8-38AA-80AE-518ACCD6D23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7199" y="1381404"/>
              <a:ext cx="2559789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/>
                <a:t>Once you have inserted image, right click on it and select option </a:t>
              </a:r>
              <a:br>
                <a:rPr lang="en-GB" sz="1200" b="0"/>
              </a:br>
              <a:r>
                <a:rPr lang="en-GB" sz="1200" b="1"/>
                <a:t>Send to Back</a:t>
              </a:r>
              <a:endParaRPr lang="en-GB" sz="1200" b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1C34F95-49DA-6878-C556-32B4633B2D3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656615"/>
              <a:ext cx="173444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/>
                <a:t>How to change picture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677E6DC-9FB7-FB48-5B9E-74044B04FC4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47475"/>
              <a:ext cx="2390078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/>
                <a:t>Click on the frame of slide and select picture</a:t>
              </a:r>
              <a:br>
                <a:rPr lang="en-GB" sz="1200" b="0"/>
              </a:br>
              <a:br>
                <a:rPr lang="en-GB" sz="1200" b="0"/>
              </a:br>
              <a:r>
                <a:rPr lang="en-GB" sz="1200" b="0"/>
                <a:t>Once you have selected image right click on it and select option</a:t>
              </a:r>
              <a:br>
                <a:rPr lang="en-GB" sz="1200" b="0"/>
              </a:br>
              <a:r>
                <a:rPr lang="en-GB" sz="1200" b="1"/>
                <a:t>Change picture</a:t>
              </a:r>
              <a:endParaRPr lang="en-GB" sz="1200" b="0"/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9604CF77-8966-45D3-7D8E-9B77E4061EE9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595999" y="4158512"/>
              <a:ext cx="2596376" cy="353498"/>
            </a:xfrm>
            <a:prstGeom prst="rect">
              <a:avLst/>
            </a:prstGeom>
          </p:spPr>
        </p:pic>
      </p:grpSp>
      <p:sp>
        <p:nvSpPr>
          <p:cNvPr id="13" name="Grid - freeform">
            <a:extLst>
              <a:ext uri="{FF2B5EF4-FFF2-40B4-BE49-F238E27FC236}">
                <a16:creationId xmlns:a16="http://schemas.microsoft.com/office/drawing/2014/main" id="{CC31F8C7-5256-2C8F-D2FD-E4E589CA2B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0" y="0"/>
            <a:ext cx="6002338" cy="6858000"/>
          </a:xfrm>
          <a:custGeom>
            <a:avLst/>
            <a:gdLst>
              <a:gd name="connsiteX0" fmla="*/ 183018 w 6002338"/>
              <a:gd name="connsiteY0" fmla="*/ 0 h 6858000"/>
              <a:gd name="connsiteX1" fmla="*/ 190218 w 6002338"/>
              <a:gd name="connsiteY1" fmla="*/ 0 h 6858000"/>
              <a:gd name="connsiteX2" fmla="*/ 190218 w 6002338"/>
              <a:gd name="connsiteY2" fmla="*/ 183019 h 6858000"/>
              <a:gd name="connsiteX3" fmla="*/ 6002338 w 6002338"/>
              <a:gd name="connsiteY3" fmla="*/ 183019 h 6858000"/>
              <a:gd name="connsiteX4" fmla="*/ 6002338 w 6002338"/>
              <a:gd name="connsiteY4" fmla="*/ 190219 h 6858000"/>
              <a:gd name="connsiteX5" fmla="*/ 190218 w 6002338"/>
              <a:gd name="connsiteY5" fmla="*/ 190219 h 6858000"/>
              <a:gd name="connsiteX6" fmla="*/ 190218 w 6002338"/>
              <a:gd name="connsiteY6" fmla="*/ 6667781 h 6858000"/>
              <a:gd name="connsiteX7" fmla="*/ 6002338 w 6002338"/>
              <a:gd name="connsiteY7" fmla="*/ 6667781 h 6858000"/>
              <a:gd name="connsiteX8" fmla="*/ 6002338 w 6002338"/>
              <a:gd name="connsiteY8" fmla="*/ 6674981 h 6858000"/>
              <a:gd name="connsiteX9" fmla="*/ 190218 w 6002338"/>
              <a:gd name="connsiteY9" fmla="*/ 6674981 h 6858000"/>
              <a:gd name="connsiteX10" fmla="*/ 190218 w 6002338"/>
              <a:gd name="connsiteY10" fmla="*/ 6858000 h 6858000"/>
              <a:gd name="connsiteX11" fmla="*/ 183018 w 6002338"/>
              <a:gd name="connsiteY11" fmla="*/ 6858000 h 6858000"/>
              <a:gd name="connsiteX12" fmla="*/ 183018 w 6002338"/>
              <a:gd name="connsiteY12" fmla="*/ 6674981 h 6858000"/>
              <a:gd name="connsiteX13" fmla="*/ 0 w 6002338"/>
              <a:gd name="connsiteY13" fmla="*/ 6674981 h 6858000"/>
              <a:gd name="connsiteX14" fmla="*/ 0 w 6002338"/>
              <a:gd name="connsiteY14" fmla="*/ 6667781 h 6858000"/>
              <a:gd name="connsiteX15" fmla="*/ 183018 w 6002338"/>
              <a:gd name="connsiteY15" fmla="*/ 6667781 h 6858000"/>
              <a:gd name="connsiteX16" fmla="*/ 183018 w 6002338"/>
              <a:gd name="connsiteY16" fmla="*/ 190219 h 6858000"/>
              <a:gd name="connsiteX17" fmla="*/ 0 w 6002338"/>
              <a:gd name="connsiteY17" fmla="*/ 190219 h 6858000"/>
              <a:gd name="connsiteX18" fmla="*/ 0 w 6002338"/>
              <a:gd name="connsiteY18" fmla="*/ 183019 h 6858000"/>
              <a:gd name="connsiteX19" fmla="*/ 183018 w 6002338"/>
              <a:gd name="connsiteY19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02338" h="6858000">
                <a:moveTo>
                  <a:pt x="183018" y="0"/>
                </a:moveTo>
                <a:lnTo>
                  <a:pt x="190218" y="0"/>
                </a:lnTo>
                <a:lnTo>
                  <a:pt x="190218" y="183019"/>
                </a:lnTo>
                <a:lnTo>
                  <a:pt x="6002338" y="183019"/>
                </a:lnTo>
                <a:lnTo>
                  <a:pt x="6002338" y="190219"/>
                </a:lnTo>
                <a:lnTo>
                  <a:pt x="190218" y="190219"/>
                </a:lnTo>
                <a:lnTo>
                  <a:pt x="190218" y="6667781"/>
                </a:lnTo>
                <a:lnTo>
                  <a:pt x="6002338" y="6667781"/>
                </a:lnTo>
                <a:lnTo>
                  <a:pt x="6002338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Logo">
            <a:extLst>
              <a:ext uri="{FF2B5EF4-FFF2-40B4-BE49-F238E27FC236}">
                <a16:creationId xmlns:a16="http://schemas.microsoft.com/office/drawing/2014/main" id="{3F4F7A62-D167-563D-A71E-F19BD0104C35}"/>
              </a:ext>
            </a:extLst>
          </p:cNvPr>
          <p:cNvSpPr/>
          <p:nvPr userDrawn="1"/>
        </p:nvSpPr>
        <p:spPr bwMode="white">
          <a:xfrm>
            <a:off x="6190695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A3FE55-2F3B-924D-F7C1-54AE6C0CC4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75" y="185737"/>
            <a:ext cx="5816600" cy="9477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188211" y="1368000"/>
            <a:ext cx="5816464" cy="4568400"/>
          </a:xfrm>
        </p:spPr>
        <p:txBody>
          <a:bodyPr>
            <a:normAutofit/>
          </a:bodyPr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/>
              <a:t>Click to add text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025B7-EE4E-482B-A2F1-D4E098C9B71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9283465" y="6474619"/>
            <a:ext cx="2713037" cy="196056"/>
          </a:xfrm>
        </p:spPr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561F121D-AFB1-9F62-CADD-8DDB2A1EFC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02338" cy="6858000"/>
          </a:xfrm>
          <a:solidFill>
            <a:schemeClr val="bg1">
              <a:lumMod val="85000"/>
            </a:schemeClr>
          </a:solidFill>
        </p:spPr>
        <p:txBody>
          <a:bodyPr lIns="0" tIns="3708000" anchor="t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altLang="zh-HK"/>
              <a:t>Click icon to add picture, then right click and select option Send to Back</a:t>
            </a:r>
          </a:p>
        </p:txBody>
      </p:sp>
    </p:spTree>
    <p:extLst>
      <p:ext uri="{BB962C8B-B14F-4D97-AF65-F5344CB8AC3E}">
        <p14:creationId xmlns:p14="http://schemas.microsoft.com/office/powerpoint/2010/main" val="1862697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right green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uide">
            <a:extLst>
              <a:ext uri="{FF2B5EF4-FFF2-40B4-BE49-F238E27FC236}">
                <a16:creationId xmlns:a16="http://schemas.microsoft.com/office/drawing/2014/main" id="{A01F3901-6933-C0F9-F1F1-575DDBA43E35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587316" y="-1"/>
            <a:ext cx="2605059" cy="4512011"/>
            <a:chOff x="12587316" y="-1"/>
            <a:chExt cx="2605059" cy="4512011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270BB3A-060E-6D64-70AE-DFF0DDA9AE97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597199" y="524477"/>
              <a:ext cx="725714" cy="664212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515C3E2-14B9-6BA4-E0B7-7FE0A5F9AC3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8400" y="-1"/>
              <a:ext cx="160300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>
                  <a:solidFill>
                    <a:sysClr val="windowText" lastClr="000000"/>
                  </a:solidFill>
                </a:rPr>
                <a:t>How to insert picture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26E8E85-6706-9DC3-B64D-DDB64F23EE9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0859"/>
              <a:ext cx="239007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0">
                  <a:solidFill>
                    <a:sysClr val="windowText" lastClr="000000"/>
                  </a:solidFill>
                </a:rPr>
                <a:t>Click on icon and select image 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AC13CC2-230E-E906-D4B3-9B84DDBF8A3A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 rotWithShape="1">
            <a:blip r:embed="rId3"/>
            <a:srcRect t="58157" r="3019" b="37657"/>
            <a:stretch/>
          </p:blipFill>
          <p:spPr>
            <a:xfrm>
              <a:off x="12597199" y="1988288"/>
              <a:ext cx="2559789" cy="279658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98F982B-5380-83E6-09AE-D22727B788F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7199" y="1381404"/>
              <a:ext cx="2559789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>
                  <a:solidFill>
                    <a:sysClr val="windowText" lastClr="000000"/>
                  </a:solidFill>
                </a:rPr>
                <a:t>Once you have inserted image, right click on it and select option </a:t>
              </a:r>
              <a:br>
                <a:rPr lang="en-GB" sz="1200" b="0">
                  <a:solidFill>
                    <a:sysClr val="windowText" lastClr="000000"/>
                  </a:solidFill>
                </a:rPr>
              </a:br>
              <a:r>
                <a:rPr lang="en-GB" sz="1200" b="1">
                  <a:solidFill>
                    <a:sysClr val="windowText" lastClr="000000"/>
                  </a:solidFill>
                </a:rPr>
                <a:t>Send to Back</a:t>
              </a:r>
              <a:endParaRPr lang="en-GB" sz="1200" b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925710A-9CAE-302F-1DFC-469C5C6B2A8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656615"/>
              <a:ext cx="173444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>
                  <a:solidFill>
                    <a:sysClr val="windowText" lastClr="000000"/>
                  </a:solidFill>
                </a:rPr>
                <a:t>How to change picture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AA1EF90-A95A-2228-A38A-A8B1C841B45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47475"/>
              <a:ext cx="2390078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>
                  <a:solidFill>
                    <a:sysClr val="windowText" lastClr="000000"/>
                  </a:solidFill>
                </a:rPr>
                <a:t>Click on the frame of slide and select picture</a:t>
              </a:r>
              <a:br>
                <a:rPr lang="en-GB" sz="1200" b="0">
                  <a:solidFill>
                    <a:sysClr val="windowText" lastClr="000000"/>
                  </a:solidFill>
                </a:rPr>
              </a:br>
              <a:br>
                <a:rPr lang="en-GB" sz="1200" b="0">
                  <a:solidFill>
                    <a:sysClr val="windowText" lastClr="000000"/>
                  </a:solidFill>
                </a:rPr>
              </a:br>
              <a:r>
                <a:rPr lang="en-GB" sz="1200" b="0">
                  <a:solidFill>
                    <a:sysClr val="windowText" lastClr="000000"/>
                  </a:solidFill>
                </a:rPr>
                <a:t>Once you have selected image right click on it and select option</a:t>
              </a:r>
              <a:br>
                <a:rPr lang="en-GB" sz="1200" b="0">
                  <a:solidFill>
                    <a:sysClr val="windowText" lastClr="000000"/>
                  </a:solidFill>
                </a:rPr>
              </a:br>
              <a:r>
                <a:rPr lang="en-GB" sz="1200" b="1">
                  <a:solidFill>
                    <a:sysClr val="windowText" lastClr="000000"/>
                  </a:solidFill>
                </a:rPr>
                <a:t>Change picture</a:t>
              </a:r>
              <a:endParaRPr lang="en-GB" sz="1200" b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03C0D355-2F8D-7ED2-7CA0-AFBDDA87C926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595999" y="4158512"/>
              <a:ext cx="2596376" cy="353498"/>
            </a:xfrm>
            <a:prstGeom prst="rect">
              <a:avLst/>
            </a:prstGeom>
          </p:spPr>
        </p:pic>
      </p:grpSp>
      <p:sp>
        <p:nvSpPr>
          <p:cNvPr id="4" name="Backgrounds">
            <a:extLst>
              <a:ext uri="{FF2B5EF4-FFF2-40B4-BE49-F238E27FC236}">
                <a16:creationId xmlns:a16="http://schemas.microsoft.com/office/drawing/2014/main" id="{91A2E7E4-6725-67D6-6B23-417C972DA2FA}"/>
              </a:ext>
            </a:extLst>
          </p:cNvPr>
          <p:cNvSpPr/>
          <p:nvPr userDrawn="1"/>
        </p:nvSpPr>
        <p:spPr>
          <a:xfrm>
            <a:off x="-1" y="0"/>
            <a:ext cx="6188076" cy="6861600"/>
          </a:xfrm>
          <a:prstGeom prst="rect">
            <a:avLst/>
          </a:prstGeom>
          <a:solidFill>
            <a:srgbClr val="123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err="1"/>
          </a:p>
        </p:txBody>
      </p:sp>
      <p:sp>
        <p:nvSpPr>
          <p:cNvPr id="12" name="Grid - green">
            <a:extLst>
              <a:ext uri="{FF2B5EF4-FFF2-40B4-BE49-F238E27FC236}">
                <a16:creationId xmlns:a16="http://schemas.microsoft.com/office/drawing/2014/main" id="{CF407EA9-CB88-C7C6-A244-A84C089EBCDD}"/>
              </a:ext>
            </a:extLst>
          </p:cNvPr>
          <p:cNvSpPr/>
          <p:nvPr userDrawn="1"/>
        </p:nvSpPr>
        <p:spPr>
          <a:xfrm>
            <a:off x="-598" y="0"/>
            <a:ext cx="12193199" cy="6858000"/>
          </a:xfrm>
          <a:custGeom>
            <a:avLst/>
            <a:gdLst>
              <a:gd name="connsiteX0" fmla="*/ 190218 w 12193199"/>
              <a:gd name="connsiteY0" fmla="*/ 190219 h 6858000"/>
              <a:gd name="connsiteX1" fmla="*/ 190218 w 12193199"/>
              <a:gd name="connsiteY1" fmla="*/ 6667781 h 6858000"/>
              <a:gd name="connsiteX2" fmla="*/ 12001837 w 12193199"/>
              <a:gd name="connsiteY2" fmla="*/ 6667781 h 6858000"/>
              <a:gd name="connsiteX3" fmla="*/ 12001837 w 12193199"/>
              <a:gd name="connsiteY3" fmla="*/ 190219 h 6858000"/>
              <a:gd name="connsiteX4" fmla="*/ 12001837 w 12193199"/>
              <a:gd name="connsiteY4" fmla="*/ 0 h 6858000"/>
              <a:gd name="connsiteX5" fmla="*/ 12009037 w 12193199"/>
              <a:gd name="connsiteY5" fmla="*/ 0 h 6858000"/>
              <a:gd name="connsiteX6" fmla="*/ 12009037 w 12193199"/>
              <a:gd name="connsiteY6" fmla="*/ 183019 h 6858000"/>
              <a:gd name="connsiteX7" fmla="*/ 12193199 w 12193199"/>
              <a:gd name="connsiteY7" fmla="*/ 183019 h 6858000"/>
              <a:gd name="connsiteX8" fmla="*/ 12193199 w 12193199"/>
              <a:gd name="connsiteY8" fmla="*/ 190219 h 6858000"/>
              <a:gd name="connsiteX9" fmla="*/ 12009037 w 12193199"/>
              <a:gd name="connsiteY9" fmla="*/ 190219 h 6858000"/>
              <a:gd name="connsiteX10" fmla="*/ 12009037 w 12193199"/>
              <a:gd name="connsiteY10" fmla="*/ 6667781 h 6858000"/>
              <a:gd name="connsiteX11" fmla="*/ 12193199 w 12193199"/>
              <a:gd name="connsiteY11" fmla="*/ 6667781 h 6858000"/>
              <a:gd name="connsiteX12" fmla="*/ 12193199 w 12193199"/>
              <a:gd name="connsiteY12" fmla="*/ 6674981 h 6858000"/>
              <a:gd name="connsiteX13" fmla="*/ 12009037 w 12193199"/>
              <a:gd name="connsiteY13" fmla="*/ 6674981 h 6858000"/>
              <a:gd name="connsiteX14" fmla="*/ 12009037 w 12193199"/>
              <a:gd name="connsiteY14" fmla="*/ 6858000 h 6858000"/>
              <a:gd name="connsiteX15" fmla="*/ 12001837 w 12193199"/>
              <a:gd name="connsiteY15" fmla="*/ 6858000 h 6858000"/>
              <a:gd name="connsiteX16" fmla="*/ 12001837 w 12193199"/>
              <a:gd name="connsiteY16" fmla="*/ 6674981 h 6858000"/>
              <a:gd name="connsiteX17" fmla="*/ 190218 w 12193199"/>
              <a:gd name="connsiteY17" fmla="*/ 6674981 h 6858000"/>
              <a:gd name="connsiteX18" fmla="*/ 190218 w 12193199"/>
              <a:gd name="connsiteY18" fmla="*/ 6858000 h 6858000"/>
              <a:gd name="connsiteX19" fmla="*/ 183018 w 12193199"/>
              <a:gd name="connsiteY19" fmla="*/ 6858000 h 6858000"/>
              <a:gd name="connsiteX20" fmla="*/ 183018 w 12193199"/>
              <a:gd name="connsiteY20" fmla="*/ 6674981 h 6858000"/>
              <a:gd name="connsiteX21" fmla="*/ 0 w 12193199"/>
              <a:gd name="connsiteY21" fmla="*/ 6674981 h 6858000"/>
              <a:gd name="connsiteX22" fmla="*/ 0 w 12193199"/>
              <a:gd name="connsiteY22" fmla="*/ 6667781 h 6858000"/>
              <a:gd name="connsiteX23" fmla="*/ 183018 w 12193199"/>
              <a:gd name="connsiteY23" fmla="*/ 6667781 h 6858000"/>
              <a:gd name="connsiteX24" fmla="*/ 183018 w 12193199"/>
              <a:gd name="connsiteY24" fmla="*/ 190219 h 6858000"/>
              <a:gd name="connsiteX25" fmla="*/ 0 w 12193199"/>
              <a:gd name="connsiteY25" fmla="*/ 190219 h 6858000"/>
              <a:gd name="connsiteX26" fmla="*/ 0 w 12193199"/>
              <a:gd name="connsiteY26" fmla="*/ 183019 h 6858000"/>
              <a:gd name="connsiteX27" fmla="*/ 183018 w 12193199"/>
              <a:gd name="connsiteY27" fmla="*/ 183019 h 6858000"/>
              <a:gd name="connsiteX28" fmla="*/ 183018 w 12193199"/>
              <a:gd name="connsiteY28" fmla="*/ 0 h 6858000"/>
              <a:gd name="connsiteX29" fmla="*/ 190218 w 12193199"/>
              <a:gd name="connsiteY29" fmla="*/ 0 h 6858000"/>
              <a:gd name="connsiteX30" fmla="*/ 190218 w 12193199"/>
              <a:gd name="connsiteY30" fmla="*/ 183019 h 6858000"/>
              <a:gd name="connsiteX31" fmla="*/ 12001837 w 12193199"/>
              <a:gd name="connsiteY31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193199" h="6858000">
                <a:moveTo>
                  <a:pt x="190218" y="190219"/>
                </a:moveTo>
                <a:lnTo>
                  <a:pt x="190218" y="6667781"/>
                </a:lnTo>
                <a:lnTo>
                  <a:pt x="12001837" y="6667781"/>
                </a:lnTo>
                <a:lnTo>
                  <a:pt x="12001837" y="190219"/>
                </a:lnTo>
                <a:close/>
                <a:moveTo>
                  <a:pt x="12001837" y="0"/>
                </a:moveTo>
                <a:lnTo>
                  <a:pt x="12009037" y="0"/>
                </a:lnTo>
                <a:lnTo>
                  <a:pt x="12009037" y="183019"/>
                </a:lnTo>
                <a:lnTo>
                  <a:pt x="12193199" y="183019"/>
                </a:lnTo>
                <a:lnTo>
                  <a:pt x="12193199" y="190219"/>
                </a:lnTo>
                <a:lnTo>
                  <a:pt x="12009037" y="190219"/>
                </a:lnTo>
                <a:lnTo>
                  <a:pt x="12009037" y="6667781"/>
                </a:lnTo>
                <a:lnTo>
                  <a:pt x="12193199" y="6667781"/>
                </a:lnTo>
                <a:lnTo>
                  <a:pt x="12193199" y="6674981"/>
                </a:lnTo>
                <a:lnTo>
                  <a:pt x="12009037" y="6674981"/>
                </a:lnTo>
                <a:lnTo>
                  <a:pt x="12009037" y="6858000"/>
                </a:lnTo>
                <a:lnTo>
                  <a:pt x="12001837" y="6858000"/>
                </a:lnTo>
                <a:lnTo>
                  <a:pt x="12001837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lnTo>
                  <a:pt x="183018" y="0"/>
                </a:lnTo>
                <a:lnTo>
                  <a:pt x="190218" y="0"/>
                </a:lnTo>
                <a:lnTo>
                  <a:pt x="190218" y="183019"/>
                </a:lnTo>
                <a:lnTo>
                  <a:pt x="12001837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  <p:sp>
        <p:nvSpPr>
          <p:cNvPr id="7" name="Grid - freeform">
            <a:extLst>
              <a:ext uri="{FF2B5EF4-FFF2-40B4-BE49-F238E27FC236}">
                <a16:creationId xmlns:a16="http://schemas.microsoft.com/office/drawing/2014/main" id="{37130A60-DB98-97A9-DAD5-9A5734FBD7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 flipH="1">
            <a:off x="6189662" y="0"/>
            <a:ext cx="6002338" cy="6858000"/>
          </a:xfrm>
          <a:custGeom>
            <a:avLst/>
            <a:gdLst>
              <a:gd name="connsiteX0" fmla="*/ 183018 w 6002338"/>
              <a:gd name="connsiteY0" fmla="*/ 0 h 6858000"/>
              <a:gd name="connsiteX1" fmla="*/ 190218 w 6002338"/>
              <a:gd name="connsiteY1" fmla="*/ 0 h 6858000"/>
              <a:gd name="connsiteX2" fmla="*/ 190218 w 6002338"/>
              <a:gd name="connsiteY2" fmla="*/ 183019 h 6858000"/>
              <a:gd name="connsiteX3" fmla="*/ 6002338 w 6002338"/>
              <a:gd name="connsiteY3" fmla="*/ 183019 h 6858000"/>
              <a:gd name="connsiteX4" fmla="*/ 6002338 w 6002338"/>
              <a:gd name="connsiteY4" fmla="*/ 190219 h 6858000"/>
              <a:gd name="connsiteX5" fmla="*/ 190218 w 6002338"/>
              <a:gd name="connsiteY5" fmla="*/ 190219 h 6858000"/>
              <a:gd name="connsiteX6" fmla="*/ 190218 w 6002338"/>
              <a:gd name="connsiteY6" fmla="*/ 6667781 h 6858000"/>
              <a:gd name="connsiteX7" fmla="*/ 6002338 w 6002338"/>
              <a:gd name="connsiteY7" fmla="*/ 6667781 h 6858000"/>
              <a:gd name="connsiteX8" fmla="*/ 6002338 w 6002338"/>
              <a:gd name="connsiteY8" fmla="*/ 6674981 h 6858000"/>
              <a:gd name="connsiteX9" fmla="*/ 190218 w 6002338"/>
              <a:gd name="connsiteY9" fmla="*/ 6674981 h 6858000"/>
              <a:gd name="connsiteX10" fmla="*/ 190218 w 6002338"/>
              <a:gd name="connsiteY10" fmla="*/ 6858000 h 6858000"/>
              <a:gd name="connsiteX11" fmla="*/ 183018 w 6002338"/>
              <a:gd name="connsiteY11" fmla="*/ 6858000 h 6858000"/>
              <a:gd name="connsiteX12" fmla="*/ 183018 w 6002338"/>
              <a:gd name="connsiteY12" fmla="*/ 6674981 h 6858000"/>
              <a:gd name="connsiteX13" fmla="*/ 0 w 6002338"/>
              <a:gd name="connsiteY13" fmla="*/ 6674981 h 6858000"/>
              <a:gd name="connsiteX14" fmla="*/ 0 w 6002338"/>
              <a:gd name="connsiteY14" fmla="*/ 6667781 h 6858000"/>
              <a:gd name="connsiteX15" fmla="*/ 183018 w 6002338"/>
              <a:gd name="connsiteY15" fmla="*/ 6667781 h 6858000"/>
              <a:gd name="connsiteX16" fmla="*/ 183018 w 6002338"/>
              <a:gd name="connsiteY16" fmla="*/ 190219 h 6858000"/>
              <a:gd name="connsiteX17" fmla="*/ 0 w 6002338"/>
              <a:gd name="connsiteY17" fmla="*/ 190219 h 6858000"/>
              <a:gd name="connsiteX18" fmla="*/ 0 w 6002338"/>
              <a:gd name="connsiteY18" fmla="*/ 183019 h 6858000"/>
              <a:gd name="connsiteX19" fmla="*/ 183018 w 6002338"/>
              <a:gd name="connsiteY19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02338" h="6858000">
                <a:moveTo>
                  <a:pt x="183018" y="0"/>
                </a:moveTo>
                <a:lnTo>
                  <a:pt x="190218" y="0"/>
                </a:lnTo>
                <a:lnTo>
                  <a:pt x="190218" y="183019"/>
                </a:lnTo>
                <a:lnTo>
                  <a:pt x="6002338" y="183019"/>
                </a:lnTo>
                <a:lnTo>
                  <a:pt x="6002338" y="190219"/>
                </a:lnTo>
                <a:lnTo>
                  <a:pt x="190218" y="190219"/>
                </a:lnTo>
                <a:lnTo>
                  <a:pt x="190218" y="6667781"/>
                </a:lnTo>
                <a:lnTo>
                  <a:pt x="6002338" y="6667781"/>
                </a:lnTo>
                <a:lnTo>
                  <a:pt x="6002338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Logo">
            <a:extLst>
              <a:ext uri="{FF2B5EF4-FFF2-40B4-BE49-F238E27FC236}">
                <a16:creationId xmlns:a16="http://schemas.microsoft.com/office/drawing/2014/main" id="{5F37B766-92F3-3EFE-31BF-5F12C286ADA6}"/>
              </a:ext>
            </a:extLst>
          </p:cNvPr>
          <p:cNvSpPr/>
          <p:nvPr userDrawn="1"/>
        </p:nvSpPr>
        <p:spPr bwMode="white">
          <a:xfrm>
            <a:off x="190800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accent1"/>
              </a:solidFill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5D0E069-EED7-E693-F207-863701AACE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85738" y="185737"/>
            <a:ext cx="5816600" cy="9477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white">
          <a:xfrm>
            <a:off x="185739" y="1368000"/>
            <a:ext cx="5818470" cy="4568400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/>
              <a:t>Click to add text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025B7-EE4E-482B-A2F1-D4E098C9B71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white">
          <a:xfrm>
            <a:off x="3289301" y="6474619"/>
            <a:ext cx="2713037" cy="196056"/>
          </a:xfrm>
          <a:noFill/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A7EE698A-8A94-9F7E-F96D-82FCA1FD4D3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88075" y="0"/>
            <a:ext cx="6003925" cy="6858000"/>
          </a:xfrm>
          <a:solidFill>
            <a:schemeClr val="accent1">
              <a:lumMod val="85000"/>
            </a:schemeClr>
          </a:solidFill>
        </p:spPr>
        <p:txBody>
          <a:bodyPr lIns="0" tIns="3708000" anchor="t"/>
          <a:lstStyle>
            <a:lvl1pPr marL="0" indent="0" algn="ctr">
              <a:buNone/>
              <a:defRPr sz="1600"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HK"/>
              <a:t>Click icon to add picture, then right click and select option Send to Back</a:t>
            </a:r>
          </a:p>
        </p:txBody>
      </p:sp>
    </p:spTree>
    <p:extLst>
      <p:ext uri="{BB962C8B-B14F-4D97-AF65-F5344CB8AC3E}">
        <p14:creationId xmlns:p14="http://schemas.microsoft.com/office/powerpoint/2010/main" val="1366766121"/>
      </p:ext>
    </p:extLst>
  </p:cSld>
  <p:clrMapOvr>
    <a:overrideClrMapping bg1="dk1" tx1="lt1" bg2="dk2" tx2="lt2" accent1="l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left gr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uide">
            <a:extLst>
              <a:ext uri="{FF2B5EF4-FFF2-40B4-BE49-F238E27FC236}">
                <a16:creationId xmlns:a16="http://schemas.microsoft.com/office/drawing/2014/main" id="{4FEED968-A754-189A-8AE5-FC39FF6D8F7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587316" y="-1"/>
            <a:ext cx="2605059" cy="4512011"/>
            <a:chOff x="12587316" y="-1"/>
            <a:chExt cx="2605059" cy="4512011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3CBB990-C009-1F5A-28E2-D34B2F56AE95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597199" y="524477"/>
              <a:ext cx="725714" cy="664212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3A82F0-429A-9615-8C49-6C6036F2628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8400" y="-1"/>
              <a:ext cx="160300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>
                  <a:solidFill>
                    <a:sysClr val="windowText" lastClr="000000"/>
                  </a:solidFill>
                </a:rPr>
                <a:t>How to insert picture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84F163D-69E3-DAD6-2131-396C310A4A3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0859"/>
              <a:ext cx="239007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0">
                  <a:solidFill>
                    <a:sysClr val="windowText" lastClr="000000"/>
                  </a:solidFill>
                </a:rPr>
                <a:t>Click on icon and select image 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0F8A488-7D56-7A7B-5AE6-6815B96D8478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 rotWithShape="1">
            <a:blip r:embed="rId3"/>
            <a:srcRect t="58157" r="3019" b="37657"/>
            <a:stretch/>
          </p:blipFill>
          <p:spPr>
            <a:xfrm>
              <a:off x="12597199" y="1988288"/>
              <a:ext cx="2559789" cy="279658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CFC36EB-6487-3E9E-031A-DD85AD53A0B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7199" y="1381404"/>
              <a:ext cx="2559789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>
                  <a:solidFill>
                    <a:sysClr val="windowText" lastClr="000000"/>
                  </a:solidFill>
                </a:rPr>
                <a:t>Once you have inserted image, right click on it and select option </a:t>
              </a:r>
              <a:br>
                <a:rPr lang="en-GB" sz="1200" b="0">
                  <a:solidFill>
                    <a:sysClr val="windowText" lastClr="000000"/>
                  </a:solidFill>
                </a:rPr>
              </a:br>
              <a:r>
                <a:rPr lang="en-GB" sz="1200" b="1">
                  <a:solidFill>
                    <a:sysClr val="windowText" lastClr="000000"/>
                  </a:solidFill>
                </a:rPr>
                <a:t>Send to Back</a:t>
              </a:r>
              <a:endParaRPr lang="en-GB" sz="1200" b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615FEC9-36FD-73E4-991C-5AE50AE95EB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656615"/>
              <a:ext cx="173444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>
                  <a:solidFill>
                    <a:sysClr val="windowText" lastClr="000000"/>
                  </a:solidFill>
                </a:rPr>
                <a:t>How to change picture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4AE6CCE-0CCD-AC0C-A48A-2A280345FE5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47475"/>
              <a:ext cx="2390078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>
                  <a:solidFill>
                    <a:sysClr val="windowText" lastClr="000000"/>
                  </a:solidFill>
                </a:rPr>
                <a:t>Click on the frame of slide and select picture</a:t>
              </a:r>
              <a:br>
                <a:rPr lang="en-GB" sz="1200" b="0">
                  <a:solidFill>
                    <a:sysClr val="windowText" lastClr="000000"/>
                  </a:solidFill>
                </a:rPr>
              </a:br>
              <a:br>
                <a:rPr lang="en-GB" sz="1200" b="0">
                  <a:solidFill>
                    <a:sysClr val="windowText" lastClr="000000"/>
                  </a:solidFill>
                </a:rPr>
              </a:br>
              <a:r>
                <a:rPr lang="en-GB" sz="1200" b="0">
                  <a:solidFill>
                    <a:sysClr val="windowText" lastClr="000000"/>
                  </a:solidFill>
                </a:rPr>
                <a:t>Once you have selected image right click on it and select option</a:t>
              </a:r>
              <a:br>
                <a:rPr lang="en-GB" sz="1200" b="0">
                  <a:solidFill>
                    <a:sysClr val="windowText" lastClr="000000"/>
                  </a:solidFill>
                </a:rPr>
              </a:br>
              <a:r>
                <a:rPr lang="en-GB" sz="1200" b="1">
                  <a:solidFill>
                    <a:sysClr val="windowText" lastClr="000000"/>
                  </a:solidFill>
                </a:rPr>
                <a:t>Change picture</a:t>
              </a:r>
              <a:endParaRPr lang="en-GB" sz="1200" b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0A97689-4FA2-8763-FE1D-55BE6E07B66E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595999" y="4158512"/>
              <a:ext cx="2596376" cy="353498"/>
            </a:xfrm>
            <a:prstGeom prst="rect">
              <a:avLst/>
            </a:prstGeom>
          </p:spPr>
        </p:pic>
      </p:grpSp>
      <p:sp>
        <p:nvSpPr>
          <p:cNvPr id="4" name="Backgrounds">
            <a:extLst>
              <a:ext uri="{FF2B5EF4-FFF2-40B4-BE49-F238E27FC236}">
                <a16:creationId xmlns:a16="http://schemas.microsoft.com/office/drawing/2014/main" id="{D86BC030-9960-8396-396A-19B6A5AF7B3F}"/>
              </a:ext>
            </a:extLst>
          </p:cNvPr>
          <p:cNvSpPr/>
          <p:nvPr userDrawn="1"/>
        </p:nvSpPr>
        <p:spPr>
          <a:xfrm>
            <a:off x="6002338" y="0"/>
            <a:ext cx="6190862" cy="6861600"/>
          </a:xfrm>
          <a:prstGeom prst="rect">
            <a:avLst/>
          </a:prstGeom>
          <a:solidFill>
            <a:srgbClr val="123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err="1"/>
          </a:p>
        </p:txBody>
      </p:sp>
      <p:sp>
        <p:nvSpPr>
          <p:cNvPr id="27" name="Grid - green">
            <a:extLst>
              <a:ext uri="{FF2B5EF4-FFF2-40B4-BE49-F238E27FC236}">
                <a16:creationId xmlns:a16="http://schemas.microsoft.com/office/drawing/2014/main" id="{BD3F9CF4-7EBF-26DA-F12D-4E39EAED76E6}"/>
              </a:ext>
            </a:extLst>
          </p:cNvPr>
          <p:cNvSpPr/>
          <p:nvPr userDrawn="1"/>
        </p:nvSpPr>
        <p:spPr>
          <a:xfrm>
            <a:off x="-598" y="0"/>
            <a:ext cx="12193199" cy="6858000"/>
          </a:xfrm>
          <a:custGeom>
            <a:avLst/>
            <a:gdLst>
              <a:gd name="connsiteX0" fmla="*/ 190218 w 12193199"/>
              <a:gd name="connsiteY0" fmla="*/ 190219 h 6858000"/>
              <a:gd name="connsiteX1" fmla="*/ 190218 w 12193199"/>
              <a:gd name="connsiteY1" fmla="*/ 6667781 h 6858000"/>
              <a:gd name="connsiteX2" fmla="*/ 12001837 w 12193199"/>
              <a:gd name="connsiteY2" fmla="*/ 6667781 h 6858000"/>
              <a:gd name="connsiteX3" fmla="*/ 12001837 w 12193199"/>
              <a:gd name="connsiteY3" fmla="*/ 190219 h 6858000"/>
              <a:gd name="connsiteX4" fmla="*/ 12001837 w 12193199"/>
              <a:gd name="connsiteY4" fmla="*/ 0 h 6858000"/>
              <a:gd name="connsiteX5" fmla="*/ 12009037 w 12193199"/>
              <a:gd name="connsiteY5" fmla="*/ 0 h 6858000"/>
              <a:gd name="connsiteX6" fmla="*/ 12009037 w 12193199"/>
              <a:gd name="connsiteY6" fmla="*/ 183019 h 6858000"/>
              <a:gd name="connsiteX7" fmla="*/ 12193199 w 12193199"/>
              <a:gd name="connsiteY7" fmla="*/ 183019 h 6858000"/>
              <a:gd name="connsiteX8" fmla="*/ 12193199 w 12193199"/>
              <a:gd name="connsiteY8" fmla="*/ 190219 h 6858000"/>
              <a:gd name="connsiteX9" fmla="*/ 12009037 w 12193199"/>
              <a:gd name="connsiteY9" fmla="*/ 190219 h 6858000"/>
              <a:gd name="connsiteX10" fmla="*/ 12009037 w 12193199"/>
              <a:gd name="connsiteY10" fmla="*/ 6667781 h 6858000"/>
              <a:gd name="connsiteX11" fmla="*/ 12193199 w 12193199"/>
              <a:gd name="connsiteY11" fmla="*/ 6667781 h 6858000"/>
              <a:gd name="connsiteX12" fmla="*/ 12193199 w 12193199"/>
              <a:gd name="connsiteY12" fmla="*/ 6674981 h 6858000"/>
              <a:gd name="connsiteX13" fmla="*/ 12009037 w 12193199"/>
              <a:gd name="connsiteY13" fmla="*/ 6674981 h 6858000"/>
              <a:gd name="connsiteX14" fmla="*/ 12009037 w 12193199"/>
              <a:gd name="connsiteY14" fmla="*/ 6858000 h 6858000"/>
              <a:gd name="connsiteX15" fmla="*/ 12001837 w 12193199"/>
              <a:gd name="connsiteY15" fmla="*/ 6858000 h 6858000"/>
              <a:gd name="connsiteX16" fmla="*/ 12001837 w 12193199"/>
              <a:gd name="connsiteY16" fmla="*/ 6674981 h 6858000"/>
              <a:gd name="connsiteX17" fmla="*/ 190218 w 12193199"/>
              <a:gd name="connsiteY17" fmla="*/ 6674981 h 6858000"/>
              <a:gd name="connsiteX18" fmla="*/ 190218 w 12193199"/>
              <a:gd name="connsiteY18" fmla="*/ 6858000 h 6858000"/>
              <a:gd name="connsiteX19" fmla="*/ 183018 w 12193199"/>
              <a:gd name="connsiteY19" fmla="*/ 6858000 h 6858000"/>
              <a:gd name="connsiteX20" fmla="*/ 183018 w 12193199"/>
              <a:gd name="connsiteY20" fmla="*/ 6674981 h 6858000"/>
              <a:gd name="connsiteX21" fmla="*/ 0 w 12193199"/>
              <a:gd name="connsiteY21" fmla="*/ 6674981 h 6858000"/>
              <a:gd name="connsiteX22" fmla="*/ 0 w 12193199"/>
              <a:gd name="connsiteY22" fmla="*/ 6667781 h 6858000"/>
              <a:gd name="connsiteX23" fmla="*/ 183018 w 12193199"/>
              <a:gd name="connsiteY23" fmla="*/ 6667781 h 6858000"/>
              <a:gd name="connsiteX24" fmla="*/ 183018 w 12193199"/>
              <a:gd name="connsiteY24" fmla="*/ 190219 h 6858000"/>
              <a:gd name="connsiteX25" fmla="*/ 0 w 12193199"/>
              <a:gd name="connsiteY25" fmla="*/ 190219 h 6858000"/>
              <a:gd name="connsiteX26" fmla="*/ 0 w 12193199"/>
              <a:gd name="connsiteY26" fmla="*/ 183019 h 6858000"/>
              <a:gd name="connsiteX27" fmla="*/ 183018 w 12193199"/>
              <a:gd name="connsiteY27" fmla="*/ 183019 h 6858000"/>
              <a:gd name="connsiteX28" fmla="*/ 183018 w 12193199"/>
              <a:gd name="connsiteY28" fmla="*/ 0 h 6858000"/>
              <a:gd name="connsiteX29" fmla="*/ 190218 w 12193199"/>
              <a:gd name="connsiteY29" fmla="*/ 0 h 6858000"/>
              <a:gd name="connsiteX30" fmla="*/ 190218 w 12193199"/>
              <a:gd name="connsiteY30" fmla="*/ 183019 h 6858000"/>
              <a:gd name="connsiteX31" fmla="*/ 12001837 w 12193199"/>
              <a:gd name="connsiteY31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193199" h="6858000">
                <a:moveTo>
                  <a:pt x="190218" y="190219"/>
                </a:moveTo>
                <a:lnTo>
                  <a:pt x="190218" y="6667781"/>
                </a:lnTo>
                <a:lnTo>
                  <a:pt x="12001837" y="6667781"/>
                </a:lnTo>
                <a:lnTo>
                  <a:pt x="12001837" y="190219"/>
                </a:lnTo>
                <a:close/>
                <a:moveTo>
                  <a:pt x="12001837" y="0"/>
                </a:moveTo>
                <a:lnTo>
                  <a:pt x="12009037" y="0"/>
                </a:lnTo>
                <a:lnTo>
                  <a:pt x="12009037" y="183019"/>
                </a:lnTo>
                <a:lnTo>
                  <a:pt x="12193199" y="183019"/>
                </a:lnTo>
                <a:lnTo>
                  <a:pt x="12193199" y="190219"/>
                </a:lnTo>
                <a:lnTo>
                  <a:pt x="12009037" y="190219"/>
                </a:lnTo>
                <a:lnTo>
                  <a:pt x="12009037" y="6667781"/>
                </a:lnTo>
                <a:lnTo>
                  <a:pt x="12193199" y="6667781"/>
                </a:lnTo>
                <a:lnTo>
                  <a:pt x="12193199" y="6674981"/>
                </a:lnTo>
                <a:lnTo>
                  <a:pt x="12009037" y="6674981"/>
                </a:lnTo>
                <a:lnTo>
                  <a:pt x="12009037" y="6858000"/>
                </a:lnTo>
                <a:lnTo>
                  <a:pt x="12001837" y="6858000"/>
                </a:lnTo>
                <a:lnTo>
                  <a:pt x="12001837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lnTo>
                  <a:pt x="183018" y="0"/>
                </a:lnTo>
                <a:lnTo>
                  <a:pt x="190218" y="0"/>
                </a:lnTo>
                <a:lnTo>
                  <a:pt x="190218" y="183019"/>
                </a:lnTo>
                <a:lnTo>
                  <a:pt x="12001837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  <p:sp>
        <p:nvSpPr>
          <p:cNvPr id="25" name="Grid - freeform">
            <a:extLst>
              <a:ext uri="{FF2B5EF4-FFF2-40B4-BE49-F238E27FC236}">
                <a16:creationId xmlns:a16="http://schemas.microsoft.com/office/drawing/2014/main" id="{1AFD01C1-5A19-E8BB-3DCC-D61E7F7125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0" y="0"/>
            <a:ext cx="6002338" cy="6858000"/>
          </a:xfrm>
          <a:custGeom>
            <a:avLst/>
            <a:gdLst>
              <a:gd name="connsiteX0" fmla="*/ 183018 w 6002338"/>
              <a:gd name="connsiteY0" fmla="*/ 0 h 6858000"/>
              <a:gd name="connsiteX1" fmla="*/ 190218 w 6002338"/>
              <a:gd name="connsiteY1" fmla="*/ 0 h 6858000"/>
              <a:gd name="connsiteX2" fmla="*/ 190218 w 6002338"/>
              <a:gd name="connsiteY2" fmla="*/ 183019 h 6858000"/>
              <a:gd name="connsiteX3" fmla="*/ 6002338 w 6002338"/>
              <a:gd name="connsiteY3" fmla="*/ 183019 h 6858000"/>
              <a:gd name="connsiteX4" fmla="*/ 6002338 w 6002338"/>
              <a:gd name="connsiteY4" fmla="*/ 190219 h 6858000"/>
              <a:gd name="connsiteX5" fmla="*/ 190218 w 6002338"/>
              <a:gd name="connsiteY5" fmla="*/ 190219 h 6858000"/>
              <a:gd name="connsiteX6" fmla="*/ 190218 w 6002338"/>
              <a:gd name="connsiteY6" fmla="*/ 6667781 h 6858000"/>
              <a:gd name="connsiteX7" fmla="*/ 6002338 w 6002338"/>
              <a:gd name="connsiteY7" fmla="*/ 6667781 h 6858000"/>
              <a:gd name="connsiteX8" fmla="*/ 6002338 w 6002338"/>
              <a:gd name="connsiteY8" fmla="*/ 6674981 h 6858000"/>
              <a:gd name="connsiteX9" fmla="*/ 190218 w 6002338"/>
              <a:gd name="connsiteY9" fmla="*/ 6674981 h 6858000"/>
              <a:gd name="connsiteX10" fmla="*/ 190218 w 6002338"/>
              <a:gd name="connsiteY10" fmla="*/ 6858000 h 6858000"/>
              <a:gd name="connsiteX11" fmla="*/ 183018 w 6002338"/>
              <a:gd name="connsiteY11" fmla="*/ 6858000 h 6858000"/>
              <a:gd name="connsiteX12" fmla="*/ 183018 w 6002338"/>
              <a:gd name="connsiteY12" fmla="*/ 6674981 h 6858000"/>
              <a:gd name="connsiteX13" fmla="*/ 0 w 6002338"/>
              <a:gd name="connsiteY13" fmla="*/ 6674981 h 6858000"/>
              <a:gd name="connsiteX14" fmla="*/ 0 w 6002338"/>
              <a:gd name="connsiteY14" fmla="*/ 6667781 h 6858000"/>
              <a:gd name="connsiteX15" fmla="*/ 183018 w 6002338"/>
              <a:gd name="connsiteY15" fmla="*/ 6667781 h 6858000"/>
              <a:gd name="connsiteX16" fmla="*/ 183018 w 6002338"/>
              <a:gd name="connsiteY16" fmla="*/ 190219 h 6858000"/>
              <a:gd name="connsiteX17" fmla="*/ 0 w 6002338"/>
              <a:gd name="connsiteY17" fmla="*/ 190219 h 6858000"/>
              <a:gd name="connsiteX18" fmla="*/ 0 w 6002338"/>
              <a:gd name="connsiteY18" fmla="*/ 183019 h 6858000"/>
              <a:gd name="connsiteX19" fmla="*/ 183018 w 6002338"/>
              <a:gd name="connsiteY19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02338" h="6858000">
                <a:moveTo>
                  <a:pt x="183018" y="0"/>
                </a:moveTo>
                <a:lnTo>
                  <a:pt x="190218" y="0"/>
                </a:lnTo>
                <a:lnTo>
                  <a:pt x="190218" y="183019"/>
                </a:lnTo>
                <a:lnTo>
                  <a:pt x="6002338" y="183019"/>
                </a:lnTo>
                <a:lnTo>
                  <a:pt x="6002338" y="190219"/>
                </a:lnTo>
                <a:lnTo>
                  <a:pt x="190218" y="190219"/>
                </a:lnTo>
                <a:lnTo>
                  <a:pt x="190218" y="6667781"/>
                </a:lnTo>
                <a:lnTo>
                  <a:pt x="6002338" y="6667781"/>
                </a:lnTo>
                <a:lnTo>
                  <a:pt x="6002338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Logo">
            <a:extLst>
              <a:ext uri="{FF2B5EF4-FFF2-40B4-BE49-F238E27FC236}">
                <a16:creationId xmlns:a16="http://schemas.microsoft.com/office/drawing/2014/main" id="{72FF8C4E-1A61-40B5-B63E-B994E0B8491A}"/>
              </a:ext>
            </a:extLst>
          </p:cNvPr>
          <p:cNvSpPr/>
          <p:nvPr userDrawn="1"/>
        </p:nvSpPr>
        <p:spPr bwMode="white">
          <a:xfrm>
            <a:off x="6190695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white">
          <a:xfrm>
            <a:off x="6189665" y="1368000"/>
            <a:ext cx="5806838" cy="4568400"/>
          </a:xfrm>
          <a:noFill/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altLang="zh-HK" noProof="0"/>
              <a:t>Click to add text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025B7-EE4E-482B-A2F1-D4E098C9B71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white">
          <a:xfrm>
            <a:off x="9283465" y="6474619"/>
            <a:ext cx="2713037" cy="19605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1A66082-E3B9-D074-20E4-E15681F3CD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6188075" y="185737"/>
            <a:ext cx="5816601" cy="9477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61A4D560-E51A-F971-14BA-98A5E2748F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3600"/>
            <a:ext cx="6002338" cy="6858000"/>
          </a:xfrm>
          <a:solidFill>
            <a:schemeClr val="accent1">
              <a:lumMod val="85000"/>
            </a:schemeClr>
          </a:solidFill>
        </p:spPr>
        <p:txBody>
          <a:bodyPr lIns="0" tIns="3708000" anchor="t"/>
          <a:lstStyle>
            <a:lvl1pPr marL="0" indent="0" algn="ctr">
              <a:buNone/>
              <a:defRPr sz="1600"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HK"/>
              <a:t>Click icon to add picture, then right click and select option Send to Back</a:t>
            </a:r>
          </a:p>
        </p:txBody>
      </p:sp>
    </p:spTree>
    <p:extLst>
      <p:ext uri="{BB962C8B-B14F-4D97-AF65-F5344CB8AC3E}">
        <p14:creationId xmlns:p14="http://schemas.microsoft.com/office/powerpoint/2010/main" val="1231330115"/>
      </p:ext>
    </p:extLst>
  </p:cSld>
  <p:clrMapOvr>
    <a:overrideClrMapping bg1="dk1" tx1="lt1" bg2="dk2" tx2="lt2" accent1="l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p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ackgrounds">
            <a:extLst>
              <a:ext uri="{FF2B5EF4-FFF2-40B4-BE49-F238E27FC236}">
                <a16:creationId xmlns:a16="http://schemas.microsoft.com/office/drawing/2014/main" id="{0CA24D45-44EC-7074-5CDD-2AF3181146C9}"/>
              </a:ext>
            </a:extLst>
          </p:cNvPr>
          <p:cNvSpPr/>
          <p:nvPr userDrawn="1"/>
        </p:nvSpPr>
        <p:spPr bwMode="ltGray">
          <a:xfrm>
            <a:off x="0" y="-8312"/>
            <a:ext cx="12193200" cy="686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err="1"/>
          </a:p>
        </p:txBody>
      </p:sp>
      <p:sp>
        <p:nvSpPr>
          <p:cNvPr id="84" name="Grid">
            <a:extLst>
              <a:ext uri="{FF2B5EF4-FFF2-40B4-BE49-F238E27FC236}">
                <a16:creationId xmlns:a16="http://schemas.microsoft.com/office/drawing/2014/main" id="{6B14ED8E-E195-D0C0-D950-EEEE70133C27}"/>
              </a:ext>
            </a:extLst>
          </p:cNvPr>
          <p:cNvSpPr/>
          <p:nvPr userDrawn="1"/>
        </p:nvSpPr>
        <p:spPr bwMode="white"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F065CCFB-AEB8-FC9C-7290-5BFE3F24F2EE}"/>
              </a:ext>
            </a:extLst>
          </p:cNvPr>
          <p:cNvSpPr/>
          <p:nvPr userDrawn="1"/>
        </p:nvSpPr>
        <p:spPr bwMode="white">
          <a:xfrm>
            <a:off x="187325" y="1864444"/>
            <a:ext cx="1679576" cy="255624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2998615" y="1666875"/>
            <a:ext cx="9191625" cy="3522662"/>
          </a:xfrm>
        </p:spPr>
        <p:txBody>
          <a:bodyPr lIns="198000" tIns="144000" rIns="180000" bIns="144000" anchor="t"/>
          <a:lstStyle>
            <a:lvl1pPr algn="l">
              <a:lnSpc>
                <a:spcPct val="86000"/>
              </a:lnSpc>
              <a:defRPr sz="63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C2954703-2753-4E2F-FCA3-D6D9F68EB77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white">
          <a:xfrm>
            <a:off x="6189513" y="5135271"/>
            <a:ext cx="2808000" cy="198000"/>
          </a:xfrm>
        </p:spPr>
        <p:txBody>
          <a:bodyPr bIns="0"/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Click to insert date / version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FAED2660-8C3E-1565-6D1F-B6BB26B0029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white">
          <a:xfrm>
            <a:off x="3186635" y="5135271"/>
            <a:ext cx="2808000" cy="198000"/>
          </a:xfrm>
        </p:spPr>
        <p:txBody>
          <a:bodyPr bIns="0"/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Click to insert client name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CEED010C-A0AB-29BD-DDE2-C564BD9809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white">
          <a:xfrm>
            <a:off x="3186635" y="5375917"/>
            <a:ext cx="2808000" cy="198000"/>
          </a:xfrm>
        </p:spPr>
        <p:txBody>
          <a:bodyPr bIns="0"/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Click to insert project name</a:t>
            </a:r>
          </a:p>
        </p:txBody>
      </p:sp>
      <p:sp>
        <p:nvSpPr>
          <p:cNvPr id="5" name="Box">
            <a:extLst>
              <a:ext uri="{FF2B5EF4-FFF2-40B4-BE49-F238E27FC236}">
                <a16:creationId xmlns:a16="http://schemas.microsoft.com/office/drawing/2014/main" id="{03A0F438-4088-5AAB-159E-9333B609A02F}"/>
              </a:ext>
            </a:extLst>
          </p:cNvPr>
          <p:cNvSpPr/>
          <p:nvPr userDrawn="1"/>
        </p:nvSpPr>
        <p:spPr bwMode="white">
          <a:xfrm>
            <a:off x="3000375" y="1666874"/>
            <a:ext cx="187501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27" name="Box">
            <a:extLst>
              <a:ext uri="{FF2B5EF4-FFF2-40B4-BE49-F238E27FC236}">
                <a16:creationId xmlns:a16="http://schemas.microsoft.com/office/drawing/2014/main" id="{56974EA7-F7BD-1941-D933-C92C4666FD27}"/>
              </a:ext>
            </a:extLst>
          </p:cNvPr>
          <p:cNvSpPr/>
          <p:nvPr userDrawn="1"/>
        </p:nvSpPr>
        <p:spPr bwMode="white">
          <a:xfrm>
            <a:off x="3000375" y="5002212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26" name="Box">
            <a:extLst>
              <a:ext uri="{FF2B5EF4-FFF2-40B4-BE49-F238E27FC236}">
                <a16:creationId xmlns:a16="http://schemas.microsoft.com/office/drawing/2014/main" id="{66A3D3DA-0B49-90D3-34F9-7D9680003524}"/>
              </a:ext>
            </a:extLst>
          </p:cNvPr>
          <p:cNvSpPr/>
          <p:nvPr userDrawn="1"/>
        </p:nvSpPr>
        <p:spPr bwMode="white">
          <a:xfrm>
            <a:off x="12004675" y="1666875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28" name="Box">
            <a:extLst>
              <a:ext uri="{FF2B5EF4-FFF2-40B4-BE49-F238E27FC236}">
                <a16:creationId xmlns:a16="http://schemas.microsoft.com/office/drawing/2014/main" id="{9A49D4CB-D021-8272-A5EA-4155D0714E00}"/>
              </a:ext>
            </a:extLst>
          </p:cNvPr>
          <p:cNvSpPr/>
          <p:nvPr userDrawn="1"/>
        </p:nvSpPr>
        <p:spPr bwMode="white">
          <a:xfrm>
            <a:off x="12007056" y="5002213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201F121-2588-6C55-1976-5CD7EC4260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00977" y="6556496"/>
            <a:ext cx="1413818" cy="1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9409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50" userDrawn="1">
          <p15:clr>
            <a:srgbClr val="A4A3A4"/>
          </p15:clr>
        </p15:guide>
        <p15:guide id="2" orient="horz" pos="1168" userDrawn="1">
          <p15:clr>
            <a:srgbClr val="A4A3A4"/>
          </p15:clr>
        </p15:guide>
        <p15:guide id="3" orient="horz" pos="2101" userDrawn="1">
          <p15:clr>
            <a:srgbClr val="A4A3A4"/>
          </p15:clr>
        </p15:guide>
        <p15:guide id="4" orient="horz" pos="2218" userDrawn="1">
          <p15:clr>
            <a:srgbClr val="A4A3A4"/>
          </p15:clr>
        </p15:guide>
        <p15:guide id="5" orient="horz" pos="3151" userDrawn="1">
          <p15:clr>
            <a:srgbClr val="A4A3A4"/>
          </p15:clr>
        </p15:guide>
        <p15:guide id="6" orient="horz" pos="3269" userDrawn="1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pag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s">
            <a:extLst>
              <a:ext uri="{FF2B5EF4-FFF2-40B4-BE49-F238E27FC236}">
                <a16:creationId xmlns:a16="http://schemas.microsoft.com/office/drawing/2014/main" id="{CA0DEA3C-AEE2-C307-5D8E-500705E9AB76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E7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err="1"/>
          </a:p>
        </p:txBody>
      </p:sp>
      <p:sp>
        <p:nvSpPr>
          <p:cNvPr id="84" name="Grid">
            <a:extLst>
              <a:ext uri="{FF2B5EF4-FFF2-40B4-BE49-F238E27FC236}">
                <a16:creationId xmlns:a16="http://schemas.microsoft.com/office/drawing/2014/main" id="{6B14ED8E-E195-D0C0-D950-EEEE70133C27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F065CCFB-AEB8-FC9C-7290-5BFE3F24F2EE}"/>
              </a:ext>
            </a:extLst>
          </p:cNvPr>
          <p:cNvSpPr/>
          <p:nvPr userDrawn="1"/>
        </p:nvSpPr>
        <p:spPr>
          <a:xfrm>
            <a:off x="187325" y="1864444"/>
            <a:ext cx="1679576" cy="255624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00374" y="1666875"/>
            <a:ext cx="9191625" cy="3522662"/>
          </a:xfrm>
        </p:spPr>
        <p:txBody>
          <a:bodyPr lIns="198000" tIns="144000" rIns="180000" bIns="144000" anchor="t"/>
          <a:lstStyle>
            <a:lvl1pPr algn="l">
              <a:lnSpc>
                <a:spcPct val="86000"/>
              </a:lnSpc>
              <a:defRPr sz="630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5" name="Box">
            <a:extLst>
              <a:ext uri="{FF2B5EF4-FFF2-40B4-BE49-F238E27FC236}">
                <a16:creationId xmlns:a16="http://schemas.microsoft.com/office/drawing/2014/main" id="{03A0F438-4088-5AAB-159E-9333B609A02F}"/>
              </a:ext>
            </a:extLst>
          </p:cNvPr>
          <p:cNvSpPr/>
          <p:nvPr userDrawn="1"/>
        </p:nvSpPr>
        <p:spPr>
          <a:xfrm>
            <a:off x="3000375" y="1666874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27" name="Box">
            <a:extLst>
              <a:ext uri="{FF2B5EF4-FFF2-40B4-BE49-F238E27FC236}">
                <a16:creationId xmlns:a16="http://schemas.microsoft.com/office/drawing/2014/main" id="{56974EA7-F7BD-1941-D933-C92C4666FD27}"/>
              </a:ext>
            </a:extLst>
          </p:cNvPr>
          <p:cNvSpPr/>
          <p:nvPr userDrawn="1"/>
        </p:nvSpPr>
        <p:spPr>
          <a:xfrm>
            <a:off x="3000375" y="5002212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26" name="Box">
            <a:extLst>
              <a:ext uri="{FF2B5EF4-FFF2-40B4-BE49-F238E27FC236}">
                <a16:creationId xmlns:a16="http://schemas.microsoft.com/office/drawing/2014/main" id="{66A3D3DA-0B49-90D3-34F9-7D9680003524}"/>
              </a:ext>
            </a:extLst>
          </p:cNvPr>
          <p:cNvSpPr/>
          <p:nvPr userDrawn="1"/>
        </p:nvSpPr>
        <p:spPr>
          <a:xfrm>
            <a:off x="12004675" y="1666875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28" name="Box">
            <a:extLst>
              <a:ext uri="{FF2B5EF4-FFF2-40B4-BE49-F238E27FC236}">
                <a16:creationId xmlns:a16="http://schemas.microsoft.com/office/drawing/2014/main" id="{9A49D4CB-D021-8272-A5EA-4155D0714E00}"/>
              </a:ext>
            </a:extLst>
          </p:cNvPr>
          <p:cNvSpPr/>
          <p:nvPr userDrawn="1"/>
        </p:nvSpPr>
        <p:spPr>
          <a:xfrm>
            <a:off x="12007056" y="5002213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3" name="Text Placeholder 16">
            <a:extLst>
              <a:ext uri="{FF2B5EF4-FFF2-40B4-BE49-F238E27FC236}">
                <a16:creationId xmlns:a16="http://schemas.microsoft.com/office/drawing/2014/main" id="{8ADBE27C-8929-A2F1-90D1-7F447909EA7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white">
          <a:xfrm>
            <a:off x="6189513" y="5135271"/>
            <a:ext cx="2808000" cy="198000"/>
          </a:xfrm>
        </p:spPr>
        <p:txBody>
          <a:bodyPr bIns="0"/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Click to insert date / version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E01A4073-508E-97D8-273C-C37EF94B8C1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white">
          <a:xfrm>
            <a:off x="3186635" y="5135271"/>
            <a:ext cx="2808000" cy="198000"/>
          </a:xfrm>
        </p:spPr>
        <p:txBody>
          <a:bodyPr bIns="0"/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Click to insert client name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14194A3-85A1-C852-4B35-014896A695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white">
          <a:xfrm>
            <a:off x="3186635" y="5375917"/>
            <a:ext cx="2808000" cy="198000"/>
          </a:xfrm>
        </p:spPr>
        <p:txBody>
          <a:bodyPr bIns="0"/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Click to insert project name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708027A-32AC-BB7B-076A-F55C04B124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01150" y="6557961"/>
            <a:ext cx="1413818" cy="1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939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50" userDrawn="1">
          <p15:clr>
            <a:srgbClr val="A4A3A4"/>
          </p15:clr>
        </p15:guide>
        <p15:guide id="2" orient="horz" pos="1168" userDrawn="1">
          <p15:clr>
            <a:srgbClr val="A4A3A4"/>
          </p15:clr>
        </p15:guide>
        <p15:guide id="3" orient="horz" pos="2101" userDrawn="1">
          <p15:clr>
            <a:srgbClr val="A4A3A4"/>
          </p15:clr>
        </p15:guide>
        <p15:guide id="4" orient="horz" pos="2218" userDrawn="1">
          <p15:clr>
            <a:srgbClr val="A4A3A4"/>
          </p15:clr>
        </p15:guide>
        <p15:guide id="5" orient="horz" pos="3151" userDrawn="1">
          <p15:clr>
            <a:srgbClr val="A4A3A4"/>
          </p15:clr>
        </p15:guide>
        <p15:guide id="6" orient="horz" pos="3269" userDrawn="1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page w.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id - freeform">
            <a:extLst>
              <a:ext uri="{FF2B5EF4-FFF2-40B4-BE49-F238E27FC236}">
                <a16:creationId xmlns:a16="http://schemas.microsoft.com/office/drawing/2014/main" id="{62DADB1D-DAF1-595A-485B-5D89409A1F7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0" y="2"/>
            <a:ext cx="12192000" cy="6857998"/>
          </a:xfrm>
          <a:custGeom>
            <a:avLst/>
            <a:gdLst>
              <a:gd name="connsiteX0" fmla="*/ 9193444 w 12192000"/>
              <a:gd name="connsiteY0" fmla="*/ 5192943 h 6857998"/>
              <a:gd name="connsiteX1" fmla="*/ 9193444 w 12192000"/>
              <a:gd name="connsiteY1" fmla="*/ 6668993 h 6857998"/>
              <a:gd name="connsiteX2" fmla="*/ 12001406 w 12192000"/>
              <a:gd name="connsiteY2" fmla="*/ 6668993 h 6857998"/>
              <a:gd name="connsiteX3" fmla="*/ 12001406 w 12192000"/>
              <a:gd name="connsiteY3" fmla="*/ 5192943 h 6857998"/>
              <a:gd name="connsiteX4" fmla="*/ 9006666 w 12192000"/>
              <a:gd name="connsiteY4" fmla="*/ 5192943 h 6857998"/>
              <a:gd name="connsiteX5" fmla="*/ 9006666 w 12192000"/>
              <a:gd name="connsiteY5" fmla="*/ 6668993 h 6857998"/>
              <a:gd name="connsiteX6" fmla="*/ 9186244 w 12192000"/>
              <a:gd name="connsiteY6" fmla="*/ 6668993 h 6857998"/>
              <a:gd name="connsiteX7" fmla="*/ 9186244 w 12192000"/>
              <a:gd name="connsiteY7" fmla="*/ 5192943 h 6857998"/>
              <a:gd name="connsiteX8" fmla="*/ 6191504 w 12192000"/>
              <a:gd name="connsiteY8" fmla="*/ 5192943 h 6857998"/>
              <a:gd name="connsiteX9" fmla="*/ 6191504 w 12192000"/>
              <a:gd name="connsiteY9" fmla="*/ 6668993 h 6857998"/>
              <a:gd name="connsiteX10" fmla="*/ 8999466 w 12192000"/>
              <a:gd name="connsiteY10" fmla="*/ 6668993 h 6857998"/>
              <a:gd name="connsiteX11" fmla="*/ 8999466 w 12192000"/>
              <a:gd name="connsiteY11" fmla="*/ 5192943 h 6857998"/>
              <a:gd name="connsiteX12" fmla="*/ 6006316 w 12192000"/>
              <a:gd name="connsiteY12" fmla="*/ 5192943 h 6857998"/>
              <a:gd name="connsiteX13" fmla="*/ 6006316 w 12192000"/>
              <a:gd name="connsiteY13" fmla="*/ 6668993 h 6857998"/>
              <a:gd name="connsiteX14" fmla="*/ 6184304 w 12192000"/>
              <a:gd name="connsiteY14" fmla="*/ 6668993 h 6857998"/>
              <a:gd name="connsiteX15" fmla="*/ 6184304 w 12192000"/>
              <a:gd name="connsiteY15" fmla="*/ 5192943 h 6857998"/>
              <a:gd name="connsiteX16" fmla="*/ 3191152 w 12192000"/>
              <a:gd name="connsiteY16" fmla="*/ 5192943 h 6857998"/>
              <a:gd name="connsiteX17" fmla="*/ 3191152 w 12192000"/>
              <a:gd name="connsiteY17" fmla="*/ 6668993 h 6857998"/>
              <a:gd name="connsiteX18" fmla="*/ 5999116 w 12192000"/>
              <a:gd name="connsiteY18" fmla="*/ 6668993 h 6857998"/>
              <a:gd name="connsiteX19" fmla="*/ 5999116 w 12192000"/>
              <a:gd name="connsiteY19" fmla="*/ 5192943 h 6857998"/>
              <a:gd name="connsiteX20" fmla="*/ 3004803 w 12192000"/>
              <a:gd name="connsiteY20" fmla="*/ 5192943 h 6857998"/>
              <a:gd name="connsiteX21" fmla="*/ 3004803 w 12192000"/>
              <a:gd name="connsiteY21" fmla="*/ 6668993 h 6857998"/>
              <a:gd name="connsiteX22" fmla="*/ 3183952 w 12192000"/>
              <a:gd name="connsiteY22" fmla="*/ 6668993 h 6857998"/>
              <a:gd name="connsiteX23" fmla="*/ 3183952 w 12192000"/>
              <a:gd name="connsiteY23" fmla="*/ 5192943 h 6857998"/>
              <a:gd name="connsiteX24" fmla="*/ 190221 w 12192000"/>
              <a:gd name="connsiteY24" fmla="*/ 5192943 h 6857998"/>
              <a:gd name="connsiteX25" fmla="*/ 190221 w 12192000"/>
              <a:gd name="connsiteY25" fmla="*/ 6668993 h 6857998"/>
              <a:gd name="connsiteX26" fmla="*/ 2997602 w 12192000"/>
              <a:gd name="connsiteY26" fmla="*/ 6668993 h 6857998"/>
              <a:gd name="connsiteX27" fmla="*/ 2997602 w 12192000"/>
              <a:gd name="connsiteY27" fmla="*/ 5192943 h 6857998"/>
              <a:gd name="connsiteX28" fmla="*/ 9193444 w 12192000"/>
              <a:gd name="connsiteY28" fmla="*/ 5006166 h 6857998"/>
              <a:gd name="connsiteX29" fmla="*/ 9193444 w 12192000"/>
              <a:gd name="connsiteY29" fmla="*/ 5185743 h 6857998"/>
              <a:gd name="connsiteX30" fmla="*/ 12001406 w 12192000"/>
              <a:gd name="connsiteY30" fmla="*/ 5185743 h 6857998"/>
              <a:gd name="connsiteX31" fmla="*/ 12001406 w 12192000"/>
              <a:gd name="connsiteY31" fmla="*/ 5006166 h 6857998"/>
              <a:gd name="connsiteX32" fmla="*/ 9006666 w 12192000"/>
              <a:gd name="connsiteY32" fmla="*/ 5006166 h 6857998"/>
              <a:gd name="connsiteX33" fmla="*/ 9006666 w 12192000"/>
              <a:gd name="connsiteY33" fmla="*/ 5185743 h 6857998"/>
              <a:gd name="connsiteX34" fmla="*/ 9186244 w 12192000"/>
              <a:gd name="connsiteY34" fmla="*/ 5185743 h 6857998"/>
              <a:gd name="connsiteX35" fmla="*/ 9186244 w 12192000"/>
              <a:gd name="connsiteY35" fmla="*/ 5006166 h 6857998"/>
              <a:gd name="connsiteX36" fmla="*/ 6191504 w 12192000"/>
              <a:gd name="connsiteY36" fmla="*/ 5006166 h 6857998"/>
              <a:gd name="connsiteX37" fmla="*/ 6191504 w 12192000"/>
              <a:gd name="connsiteY37" fmla="*/ 5185743 h 6857998"/>
              <a:gd name="connsiteX38" fmla="*/ 8999466 w 12192000"/>
              <a:gd name="connsiteY38" fmla="*/ 5185743 h 6857998"/>
              <a:gd name="connsiteX39" fmla="*/ 8999466 w 12192000"/>
              <a:gd name="connsiteY39" fmla="*/ 5006166 h 6857998"/>
              <a:gd name="connsiteX40" fmla="*/ 6006316 w 12192000"/>
              <a:gd name="connsiteY40" fmla="*/ 5006166 h 6857998"/>
              <a:gd name="connsiteX41" fmla="*/ 6006316 w 12192000"/>
              <a:gd name="connsiteY41" fmla="*/ 5185743 h 6857998"/>
              <a:gd name="connsiteX42" fmla="*/ 6184304 w 12192000"/>
              <a:gd name="connsiteY42" fmla="*/ 5185743 h 6857998"/>
              <a:gd name="connsiteX43" fmla="*/ 6184304 w 12192000"/>
              <a:gd name="connsiteY43" fmla="*/ 5006166 h 6857998"/>
              <a:gd name="connsiteX44" fmla="*/ 3191152 w 12192000"/>
              <a:gd name="connsiteY44" fmla="*/ 5006166 h 6857998"/>
              <a:gd name="connsiteX45" fmla="*/ 3191152 w 12192000"/>
              <a:gd name="connsiteY45" fmla="*/ 5185743 h 6857998"/>
              <a:gd name="connsiteX46" fmla="*/ 5999116 w 12192000"/>
              <a:gd name="connsiteY46" fmla="*/ 5185743 h 6857998"/>
              <a:gd name="connsiteX47" fmla="*/ 5999116 w 12192000"/>
              <a:gd name="connsiteY47" fmla="*/ 5006166 h 6857998"/>
              <a:gd name="connsiteX48" fmla="*/ 3004803 w 12192000"/>
              <a:gd name="connsiteY48" fmla="*/ 5006166 h 6857998"/>
              <a:gd name="connsiteX49" fmla="*/ 3004803 w 12192000"/>
              <a:gd name="connsiteY49" fmla="*/ 5185743 h 6857998"/>
              <a:gd name="connsiteX50" fmla="*/ 3183952 w 12192000"/>
              <a:gd name="connsiteY50" fmla="*/ 5185743 h 6857998"/>
              <a:gd name="connsiteX51" fmla="*/ 3183952 w 12192000"/>
              <a:gd name="connsiteY51" fmla="*/ 5006166 h 6857998"/>
              <a:gd name="connsiteX52" fmla="*/ 190221 w 12192000"/>
              <a:gd name="connsiteY52" fmla="*/ 5006166 h 6857998"/>
              <a:gd name="connsiteX53" fmla="*/ 190221 w 12192000"/>
              <a:gd name="connsiteY53" fmla="*/ 5185743 h 6857998"/>
              <a:gd name="connsiteX54" fmla="*/ 2997602 w 12192000"/>
              <a:gd name="connsiteY54" fmla="*/ 5185743 h 6857998"/>
              <a:gd name="connsiteX55" fmla="*/ 2997602 w 12192000"/>
              <a:gd name="connsiteY55" fmla="*/ 5006166 h 6857998"/>
              <a:gd name="connsiteX56" fmla="*/ 9193444 w 12192000"/>
              <a:gd name="connsiteY56" fmla="*/ 3524503 h 6857998"/>
              <a:gd name="connsiteX57" fmla="*/ 9193444 w 12192000"/>
              <a:gd name="connsiteY57" fmla="*/ 4998966 h 6857998"/>
              <a:gd name="connsiteX58" fmla="*/ 12001406 w 12192000"/>
              <a:gd name="connsiteY58" fmla="*/ 4998966 h 6857998"/>
              <a:gd name="connsiteX59" fmla="*/ 12001406 w 12192000"/>
              <a:gd name="connsiteY59" fmla="*/ 3524503 h 6857998"/>
              <a:gd name="connsiteX60" fmla="*/ 9006666 w 12192000"/>
              <a:gd name="connsiteY60" fmla="*/ 3524503 h 6857998"/>
              <a:gd name="connsiteX61" fmla="*/ 9006666 w 12192000"/>
              <a:gd name="connsiteY61" fmla="*/ 4998966 h 6857998"/>
              <a:gd name="connsiteX62" fmla="*/ 9186244 w 12192000"/>
              <a:gd name="connsiteY62" fmla="*/ 4998966 h 6857998"/>
              <a:gd name="connsiteX63" fmla="*/ 9186244 w 12192000"/>
              <a:gd name="connsiteY63" fmla="*/ 3524503 h 6857998"/>
              <a:gd name="connsiteX64" fmla="*/ 6191504 w 12192000"/>
              <a:gd name="connsiteY64" fmla="*/ 3524503 h 6857998"/>
              <a:gd name="connsiteX65" fmla="*/ 6191504 w 12192000"/>
              <a:gd name="connsiteY65" fmla="*/ 4998966 h 6857998"/>
              <a:gd name="connsiteX66" fmla="*/ 8999466 w 12192000"/>
              <a:gd name="connsiteY66" fmla="*/ 4998966 h 6857998"/>
              <a:gd name="connsiteX67" fmla="*/ 8999466 w 12192000"/>
              <a:gd name="connsiteY67" fmla="*/ 3524503 h 6857998"/>
              <a:gd name="connsiteX68" fmla="*/ 6006316 w 12192000"/>
              <a:gd name="connsiteY68" fmla="*/ 3524503 h 6857998"/>
              <a:gd name="connsiteX69" fmla="*/ 6006316 w 12192000"/>
              <a:gd name="connsiteY69" fmla="*/ 4998966 h 6857998"/>
              <a:gd name="connsiteX70" fmla="*/ 6184304 w 12192000"/>
              <a:gd name="connsiteY70" fmla="*/ 4998966 h 6857998"/>
              <a:gd name="connsiteX71" fmla="*/ 6184304 w 12192000"/>
              <a:gd name="connsiteY71" fmla="*/ 3524503 h 6857998"/>
              <a:gd name="connsiteX72" fmla="*/ 3191152 w 12192000"/>
              <a:gd name="connsiteY72" fmla="*/ 3524503 h 6857998"/>
              <a:gd name="connsiteX73" fmla="*/ 3191152 w 12192000"/>
              <a:gd name="connsiteY73" fmla="*/ 4998966 h 6857998"/>
              <a:gd name="connsiteX74" fmla="*/ 5999116 w 12192000"/>
              <a:gd name="connsiteY74" fmla="*/ 4998966 h 6857998"/>
              <a:gd name="connsiteX75" fmla="*/ 5999116 w 12192000"/>
              <a:gd name="connsiteY75" fmla="*/ 3524503 h 6857998"/>
              <a:gd name="connsiteX76" fmla="*/ 3004803 w 12192000"/>
              <a:gd name="connsiteY76" fmla="*/ 3524503 h 6857998"/>
              <a:gd name="connsiteX77" fmla="*/ 3004803 w 12192000"/>
              <a:gd name="connsiteY77" fmla="*/ 4998966 h 6857998"/>
              <a:gd name="connsiteX78" fmla="*/ 3183952 w 12192000"/>
              <a:gd name="connsiteY78" fmla="*/ 4998966 h 6857998"/>
              <a:gd name="connsiteX79" fmla="*/ 3183952 w 12192000"/>
              <a:gd name="connsiteY79" fmla="*/ 3524503 h 6857998"/>
              <a:gd name="connsiteX80" fmla="*/ 190221 w 12192000"/>
              <a:gd name="connsiteY80" fmla="*/ 3524503 h 6857998"/>
              <a:gd name="connsiteX81" fmla="*/ 190221 w 12192000"/>
              <a:gd name="connsiteY81" fmla="*/ 4998966 h 6857998"/>
              <a:gd name="connsiteX82" fmla="*/ 2997602 w 12192000"/>
              <a:gd name="connsiteY82" fmla="*/ 4998966 h 6857998"/>
              <a:gd name="connsiteX83" fmla="*/ 2997602 w 12192000"/>
              <a:gd name="connsiteY83" fmla="*/ 3524503 h 6857998"/>
              <a:gd name="connsiteX84" fmla="*/ 9193444 w 12192000"/>
              <a:gd name="connsiteY84" fmla="*/ 3339315 h 6857998"/>
              <a:gd name="connsiteX85" fmla="*/ 9193444 w 12192000"/>
              <a:gd name="connsiteY85" fmla="*/ 3517303 h 6857998"/>
              <a:gd name="connsiteX86" fmla="*/ 12001406 w 12192000"/>
              <a:gd name="connsiteY86" fmla="*/ 3517303 h 6857998"/>
              <a:gd name="connsiteX87" fmla="*/ 12001406 w 12192000"/>
              <a:gd name="connsiteY87" fmla="*/ 3339315 h 6857998"/>
              <a:gd name="connsiteX88" fmla="*/ 9006666 w 12192000"/>
              <a:gd name="connsiteY88" fmla="*/ 3339315 h 6857998"/>
              <a:gd name="connsiteX89" fmla="*/ 9006666 w 12192000"/>
              <a:gd name="connsiteY89" fmla="*/ 3517303 h 6857998"/>
              <a:gd name="connsiteX90" fmla="*/ 9186244 w 12192000"/>
              <a:gd name="connsiteY90" fmla="*/ 3517303 h 6857998"/>
              <a:gd name="connsiteX91" fmla="*/ 9186244 w 12192000"/>
              <a:gd name="connsiteY91" fmla="*/ 3339315 h 6857998"/>
              <a:gd name="connsiteX92" fmla="*/ 6191504 w 12192000"/>
              <a:gd name="connsiteY92" fmla="*/ 3339315 h 6857998"/>
              <a:gd name="connsiteX93" fmla="*/ 6191504 w 12192000"/>
              <a:gd name="connsiteY93" fmla="*/ 3517303 h 6857998"/>
              <a:gd name="connsiteX94" fmla="*/ 8999466 w 12192000"/>
              <a:gd name="connsiteY94" fmla="*/ 3517303 h 6857998"/>
              <a:gd name="connsiteX95" fmla="*/ 8999466 w 12192000"/>
              <a:gd name="connsiteY95" fmla="*/ 3339315 h 6857998"/>
              <a:gd name="connsiteX96" fmla="*/ 6006316 w 12192000"/>
              <a:gd name="connsiteY96" fmla="*/ 3339315 h 6857998"/>
              <a:gd name="connsiteX97" fmla="*/ 6006316 w 12192000"/>
              <a:gd name="connsiteY97" fmla="*/ 3517303 h 6857998"/>
              <a:gd name="connsiteX98" fmla="*/ 6184304 w 12192000"/>
              <a:gd name="connsiteY98" fmla="*/ 3517303 h 6857998"/>
              <a:gd name="connsiteX99" fmla="*/ 6184304 w 12192000"/>
              <a:gd name="connsiteY99" fmla="*/ 3339315 h 6857998"/>
              <a:gd name="connsiteX100" fmla="*/ 3191152 w 12192000"/>
              <a:gd name="connsiteY100" fmla="*/ 3339315 h 6857998"/>
              <a:gd name="connsiteX101" fmla="*/ 3191152 w 12192000"/>
              <a:gd name="connsiteY101" fmla="*/ 3517303 h 6857998"/>
              <a:gd name="connsiteX102" fmla="*/ 5999116 w 12192000"/>
              <a:gd name="connsiteY102" fmla="*/ 3517303 h 6857998"/>
              <a:gd name="connsiteX103" fmla="*/ 5999116 w 12192000"/>
              <a:gd name="connsiteY103" fmla="*/ 3339315 h 6857998"/>
              <a:gd name="connsiteX104" fmla="*/ 3004803 w 12192000"/>
              <a:gd name="connsiteY104" fmla="*/ 3339315 h 6857998"/>
              <a:gd name="connsiteX105" fmla="*/ 3004803 w 12192000"/>
              <a:gd name="connsiteY105" fmla="*/ 3517303 h 6857998"/>
              <a:gd name="connsiteX106" fmla="*/ 3183952 w 12192000"/>
              <a:gd name="connsiteY106" fmla="*/ 3517303 h 6857998"/>
              <a:gd name="connsiteX107" fmla="*/ 3183952 w 12192000"/>
              <a:gd name="connsiteY107" fmla="*/ 3339315 h 6857998"/>
              <a:gd name="connsiteX108" fmla="*/ 190221 w 12192000"/>
              <a:gd name="connsiteY108" fmla="*/ 3339315 h 6857998"/>
              <a:gd name="connsiteX109" fmla="*/ 190221 w 12192000"/>
              <a:gd name="connsiteY109" fmla="*/ 3517303 h 6857998"/>
              <a:gd name="connsiteX110" fmla="*/ 2997602 w 12192000"/>
              <a:gd name="connsiteY110" fmla="*/ 3517303 h 6857998"/>
              <a:gd name="connsiteX111" fmla="*/ 2997602 w 12192000"/>
              <a:gd name="connsiteY111" fmla="*/ 3339315 h 6857998"/>
              <a:gd name="connsiteX112" fmla="*/ 9193444 w 12192000"/>
              <a:gd name="connsiteY112" fmla="*/ 1859240 h 6857998"/>
              <a:gd name="connsiteX113" fmla="*/ 9193444 w 12192000"/>
              <a:gd name="connsiteY113" fmla="*/ 3332115 h 6857998"/>
              <a:gd name="connsiteX114" fmla="*/ 12001406 w 12192000"/>
              <a:gd name="connsiteY114" fmla="*/ 3332115 h 6857998"/>
              <a:gd name="connsiteX115" fmla="*/ 12001406 w 12192000"/>
              <a:gd name="connsiteY115" fmla="*/ 1859240 h 6857998"/>
              <a:gd name="connsiteX116" fmla="*/ 9006666 w 12192000"/>
              <a:gd name="connsiteY116" fmla="*/ 1859240 h 6857998"/>
              <a:gd name="connsiteX117" fmla="*/ 9006666 w 12192000"/>
              <a:gd name="connsiteY117" fmla="*/ 3332115 h 6857998"/>
              <a:gd name="connsiteX118" fmla="*/ 9186244 w 12192000"/>
              <a:gd name="connsiteY118" fmla="*/ 3332115 h 6857998"/>
              <a:gd name="connsiteX119" fmla="*/ 9186244 w 12192000"/>
              <a:gd name="connsiteY119" fmla="*/ 1859240 h 6857998"/>
              <a:gd name="connsiteX120" fmla="*/ 6191504 w 12192000"/>
              <a:gd name="connsiteY120" fmla="*/ 1859240 h 6857998"/>
              <a:gd name="connsiteX121" fmla="*/ 6191504 w 12192000"/>
              <a:gd name="connsiteY121" fmla="*/ 3332115 h 6857998"/>
              <a:gd name="connsiteX122" fmla="*/ 8999466 w 12192000"/>
              <a:gd name="connsiteY122" fmla="*/ 3332115 h 6857998"/>
              <a:gd name="connsiteX123" fmla="*/ 8999466 w 12192000"/>
              <a:gd name="connsiteY123" fmla="*/ 1859240 h 6857998"/>
              <a:gd name="connsiteX124" fmla="*/ 6006316 w 12192000"/>
              <a:gd name="connsiteY124" fmla="*/ 1859240 h 6857998"/>
              <a:gd name="connsiteX125" fmla="*/ 6006316 w 12192000"/>
              <a:gd name="connsiteY125" fmla="*/ 3332115 h 6857998"/>
              <a:gd name="connsiteX126" fmla="*/ 6184304 w 12192000"/>
              <a:gd name="connsiteY126" fmla="*/ 3332115 h 6857998"/>
              <a:gd name="connsiteX127" fmla="*/ 6184304 w 12192000"/>
              <a:gd name="connsiteY127" fmla="*/ 1859240 h 6857998"/>
              <a:gd name="connsiteX128" fmla="*/ 3191152 w 12192000"/>
              <a:gd name="connsiteY128" fmla="*/ 1859240 h 6857998"/>
              <a:gd name="connsiteX129" fmla="*/ 3191152 w 12192000"/>
              <a:gd name="connsiteY129" fmla="*/ 3332115 h 6857998"/>
              <a:gd name="connsiteX130" fmla="*/ 5999116 w 12192000"/>
              <a:gd name="connsiteY130" fmla="*/ 3332115 h 6857998"/>
              <a:gd name="connsiteX131" fmla="*/ 5999116 w 12192000"/>
              <a:gd name="connsiteY131" fmla="*/ 1859240 h 6857998"/>
              <a:gd name="connsiteX132" fmla="*/ 3004803 w 12192000"/>
              <a:gd name="connsiteY132" fmla="*/ 1859240 h 6857998"/>
              <a:gd name="connsiteX133" fmla="*/ 3004803 w 12192000"/>
              <a:gd name="connsiteY133" fmla="*/ 3332115 h 6857998"/>
              <a:gd name="connsiteX134" fmla="*/ 3183952 w 12192000"/>
              <a:gd name="connsiteY134" fmla="*/ 3332115 h 6857998"/>
              <a:gd name="connsiteX135" fmla="*/ 3183952 w 12192000"/>
              <a:gd name="connsiteY135" fmla="*/ 1859240 h 6857998"/>
              <a:gd name="connsiteX136" fmla="*/ 190221 w 12192000"/>
              <a:gd name="connsiteY136" fmla="*/ 1859240 h 6857998"/>
              <a:gd name="connsiteX137" fmla="*/ 190221 w 12192000"/>
              <a:gd name="connsiteY137" fmla="*/ 3332115 h 6857998"/>
              <a:gd name="connsiteX138" fmla="*/ 2997602 w 12192000"/>
              <a:gd name="connsiteY138" fmla="*/ 3332115 h 6857998"/>
              <a:gd name="connsiteX139" fmla="*/ 2997602 w 12192000"/>
              <a:gd name="connsiteY139" fmla="*/ 1859240 h 6857998"/>
              <a:gd name="connsiteX140" fmla="*/ 9193444 w 12192000"/>
              <a:gd name="connsiteY140" fmla="*/ 1671302 h 6857998"/>
              <a:gd name="connsiteX141" fmla="*/ 9193444 w 12192000"/>
              <a:gd name="connsiteY141" fmla="*/ 1852040 h 6857998"/>
              <a:gd name="connsiteX142" fmla="*/ 12001406 w 12192000"/>
              <a:gd name="connsiteY142" fmla="*/ 1852040 h 6857998"/>
              <a:gd name="connsiteX143" fmla="*/ 12001406 w 12192000"/>
              <a:gd name="connsiteY143" fmla="*/ 1671302 h 6857998"/>
              <a:gd name="connsiteX144" fmla="*/ 9006666 w 12192000"/>
              <a:gd name="connsiteY144" fmla="*/ 1671302 h 6857998"/>
              <a:gd name="connsiteX145" fmla="*/ 9006666 w 12192000"/>
              <a:gd name="connsiteY145" fmla="*/ 1852040 h 6857998"/>
              <a:gd name="connsiteX146" fmla="*/ 9186244 w 12192000"/>
              <a:gd name="connsiteY146" fmla="*/ 1852040 h 6857998"/>
              <a:gd name="connsiteX147" fmla="*/ 9186244 w 12192000"/>
              <a:gd name="connsiteY147" fmla="*/ 1671302 h 6857998"/>
              <a:gd name="connsiteX148" fmla="*/ 6191504 w 12192000"/>
              <a:gd name="connsiteY148" fmla="*/ 1671302 h 6857998"/>
              <a:gd name="connsiteX149" fmla="*/ 6191504 w 12192000"/>
              <a:gd name="connsiteY149" fmla="*/ 1852040 h 6857998"/>
              <a:gd name="connsiteX150" fmla="*/ 8999466 w 12192000"/>
              <a:gd name="connsiteY150" fmla="*/ 1852040 h 6857998"/>
              <a:gd name="connsiteX151" fmla="*/ 8999466 w 12192000"/>
              <a:gd name="connsiteY151" fmla="*/ 1671302 h 6857998"/>
              <a:gd name="connsiteX152" fmla="*/ 6006316 w 12192000"/>
              <a:gd name="connsiteY152" fmla="*/ 1671302 h 6857998"/>
              <a:gd name="connsiteX153" fmla="*/ 6006316 w 12192000"/>
              <a:gd name="connsiteY153" fmla="*/ 1852040 h 6857998"/>
              <a:gd name="connsiteX154" fmla="*/ 6184304 w 12192000"/>
              <a:gd name="connsiteY154" fmla="*/ 1852040 h 6857998"/>
              <a:gd name="connsiteX155" fmla="*/ 6184304 w 12192000"/>
              <a:gd name="connsiteY155" fmla="*/ 1671302 h 6857998"/>
              <a:gd name="connsiteX156" fmla="*/ 3191152 w 12192000"/>
              <a:gd name="connsiteY156" fmla="*/ 1671302 h 6857998"/>
              <a:gd name="connsiteX157" fmla="*/ 3191152 w 12192000"/>
              <a:gd name="connsiteY157" fmla="*/ 1852040 h 6857998"/>
              <a:gd name="connsiteX158" fmla="*/ 5999116 w 12192000"/>
              <a:gd name="connsiteY158" fmla="*/ 1852040 h 6857998"/>
              <a:gd name="connsiteX159" fmla="*/ 5999116 w 12192000"/>
              <a:gd name="connsiteY159" fmla="*/ 1671302 h 6857998"/>
              <a:gd name="connsiteX160" fmla="*/ 3004803 w 12192000"/>
              <a:gd name="connsiteY160" fmla="*/ 1671302 h 6857998"/>
              <a:gd name="connsiteX161" fmla="*/ 3004803 w 12192000"/>
              <a:gd name="connsiteY161" fmla="*/ 1852040 h 6857998"/>
              <a:gd name="connsiteX162" fmla="*/ 3183952 w 12192000"/>
              <a:gd name="connsiteY162" fmla="*/ 1852040 h 6857998"/>
              <a:gd name="connsiteX163" fmla="*/ 3183952 w 12192000"/>
              <a:gd name="connsiteY163" fmla="*/ 1671302 h 6857998"/>
              <a:gd name="connsiteX164" fmla="*/ 190221 w 12192000"/>
              <a:gd name="connsiteY164" fmla="*/ 1671302 h 6857998"/>
              <a:gd name="connsiteX165" fmla="*/ 190221 w 12192000"/>
              <a:gd name="connsiteY165" fmla="*/ 1852040 h 6857998"/>
              <a:gd name="connsiteX166" fmla="*/ 2997602 w 12192000"/>
              <a:gd name="connsiteY166" fmla="*/ 1852040 h 6857998"/>
              <a:gd name="connsiteX167" fmla="*/ 2997602 w 12192000"/>
              <a:gd name="connsiteY167" fmla="*/ 1671302 h 6857998"/>
              <a:gd name="connsiteX168" fmla="*/ 9193444 w 12192000"/>
              <a:gd name="connsiteY168" fmla="*/ 190219 h 6857998"/>
              <a:gd name="connsiteX169" fmla="*/ 9193444 w 12192000"/>
              <a:gd name="connsiteY169" fmla="*/ 1664102 h 6857998"/>
              <a:gd name="connsiteX170" fmla="*/ 12001406 w 12192000"/>
              <a:gd name="connsiteY170" fmla="*/ 1664102 h 6857998"/>
              <a:gd name="connsiteX171" fmla="*/ 12001406 w 12192000"/>
              <a:gd name="connsiteY171" fmla="*/ 190219 h 6857998"/>
              <a:gd name="connsiteX172" fmla="*/ 9006666 w 12192000"/>
              <a:gd name="connsiteY172" fmla="*/ 190219 h 6857998"/>
              <a:gd name="connsiteX173" fmla="*/ 9006666 w 12192000"/>
              <a:gd name="connsiteY173" fmla="*/ 1664102 h 6857998"/>
              <a:gd name="connsiteX174" fmla="*/ 9186244 w 12192000"/>
              <a:gd name="connsiteY174" fmla="*/ 1664102 h 6857998"/>
              <a:gd name="connsiteX175" fmla="*/ 9186244 w 12192000"/>
              <a:gd name="connsiteY175" fmla="*/ 190219 h 6857998"/>
              <a:gd name="connsiteX176" fmla="*/ 6191504 w 12192000"/>
              <a:gd name="connsiteY176" fmla="*/ 190219 h 6857998"/>
              <a:gd name="connsiteX177" fmla="*/ 6191504 w 12192000"/>
              <a:gd name="connsiteY177" fmla="*/ 1664102 h 6857998"/>
              <a:gd name="connsiteX178" fmla="*/ 8999466 w 12192000"/>
              <a:gd name="connsiteY178" fmla="*/ 1664102 h 6857998"/>
              <a:gd name="connsiteX179" fmla="*/ 8999466 w 12192000"/>
              <a:gd name="connsiteY179" fmla="*/ 190219 h 6857998"/>
              <a:gd name="connsiteX180" fmla="*/ 6006316 w 12192000"/>
              <a:gd name="connsiteY180" fmla="*/ 190219 h 6857998"/>
              <a:gd name="connsiteX181" fmla="*/ 6006316 w 12192000"/>
              <a:gd name="connsiteY181" fmla="*/ 1664102 h 6857998"/>
              <a:gd name="connsiteX182" fmla="*/ 6184304 w 12192000"/>
              <a:gd name="connsiteY182" fmla="*/ 1664102 h 6857998"/>
              <a:gd name="connsiteX183" fmla="*/ 6184304 w 12192000"/>
              <a:gd name="connsiteY183" fmla="*/ 190219 h 6857998"/>
              <a:gd name="connsiteX184" fmla="*/ 3191152 w 12192000"/>
              <a:gd name="connsiteY184" fmla="*/ 190219 h 6857998"/>
              <a:gd name="connsiteX185" fmla="*/ 3191152 w 12192000"/>
              <a:gd name="connsiteY185" fmla="*/ 1664102 h 6857998"/>
              <a:gd name="connsiteX186" fmla="*/ 5999116 w 12192000"/>
              <a:gd name="connsiteY186" fmla="*/ 1664102 h 6857998"/>
              <a:gd name="connsiteX187" fmla="*/ 5999116 w 12192000"/>
              <a:gd name="connsiteY187" fmla="*/ 190219 h 6857998"/>
              <a:gd name="connsiteX188" fmla="*/ 3004803 w 12192000"/>
              <a:gd name="connsiteY188" fmla="*/ 190219 h 6857998"/>
              <a:gd name="connsiteX189" fmla="*/ 3004803 w 12192000"/>
              <a:gd name="connsiteY189" fmla="*/ 1664102 h 6857998"/>
              <a:gd name="connsiteX190" fmla="*/ 3183952 w 12192000"/>
              <a:gd name="connsiteY190" fmla="*/ 1664102 h 6857998"/>
              <a:gd name="connsiteX191" fmla="*/ 3183952 w 12192000"/>
              <a:gd name="connsiteY191" fmla="*/ 190219 h 6857998"/>
              <a:gd name="connsiteX192" fmla="*/ 190221 w 12192000"/>
              <a:gd name="connsiteY192" fmla="*/ 190219 h 6857998"/>
              <a:gd name="connsiteX193" fmla="*/ 190221 w 12192000"/>
              <a:gd name="connsiteY193" fmla="*/ 1664102 h 6857998"/>
              <a:gd name="connsiteX194" fmla="*/ 2997602 w 12192000"/>
              <a:gd name="connsiteY194" fmla="*/ 1664102 h 6857998"/>
              <a:gd name="connsiteX195" fmla="*/ 2997602 w 12192000"/>
              <a:gd name="connsiteY195" fmla="*/ 190219 h 6857998"/>
              <a:gd name="connsiteX196" fmla="*/ 183021 w 12192000"/>
              <a:gd name="connsiteY196" fmla="*/ 0 h 6857998"/>
              <a:gd name="connsiteX197" fmla="*/ 190221 w 12192000"/>
              <a:gd name="connsiteY197" fmla="*/ 0 h 6857998"/>
              <a:gd name="connsiteX198" fmla="*/ 190221 w 12192000"/>
              <a:gd name="connsiteY198" fmla="*/ 183019 h 6857998"/>
              <a:gd name="connsiteX199" fmla="*/ 2997602 w 12192000"/>
              <a:gd name="connsiteY199" fmla="*/ 183019 h 6857998"/>
              <a:gd name="connsiteX200" fmla="*/ 2997602 w 12192000"/>
              <a:gd name="connsiteY200" fmla="*/ 0 h 6857998"/>
              <a:gd name="connsiteX201" fmla="*/ 3004803 w 12192000"/>
              <a:gd name="connsiteY201" fmla="*/ 0 h 6857998"/>
              <a:gd name="connsiteX202" fmla="*/ 3004803 w 12192000"/>
              <a:gd name="connsiteY202" fmla="*/ 183019 h 6857998"/>
              <a:gd name="connsiteX203" fmla="*/ 3183952 w 12192000"/>
              <a:gd name="connsiteY203" fmla="*/ 183019 h 6857998"/>
              <a:gd name="connsiteX204" fmla="*/ 3183952 w 12192000"/>
              <a:gd name="connsiteY204" fmla="*/ 0 h 6857998"/>
              <a:gd name="connsiteX205" fmla="*/ 3191152 w 12192000"/>
              <a:gd name="connsiteY205" fmla="*/ 0 h 6857998"/>
              <a:gd name="connsiteX206" fmla="*/ 3191152 w 12192000"/>
              <a:gd name="connsiteY206" fmla="*/ 183019 h 6857998"/>
              <a:gd name="connsiteX207" fmla="*/ 5999116 w 12192000"/>
              <a:gd name="connsiteY207" fmla="*/ 183019 h 6857998"/>
              <a:gd name="connsiteX208" fmla="*/ 5999116 w 12192000"/>
              <a:gd name="connsiteY208" fmla="*/ 0 h 6857998"/>
              <a:gd name="connsiteX209" fmla="*/ 6006316 w 12192000"/>
              <a:gd name="connsiteY209" fmla="*/ 0 h 6857998"/>
              <a:gd name="connsiteX210" fmla="*/ 6006316 w 12192000"/>
              <a:gd name="connsiteY210" fmla="*/ 183019 h 6857998"/>
              <a:gd name="connsiteX211" fmla="*/ 6184304 w 12192000"/>
              <a:gd name="connsiteY211" fmla="*/ 183019 h 6857998"/>
              <a:gd name="connsiteX212" fmla="*/ 6184304 w 12192000"/>
              <a:gd name="connsiteY212" fmla="*/ 0 h 6857998"/>
              <a:gd name="connsiteX213" fmla="*/ 6191504 w 12192000"/>
              <a:gd name="connsiteY213" fmla="*/ 0 h 6857998"/>
              <a:gd name="connsiteX214" fmla="*/ 6191504 w 12192000"/>
              <a:gd name="connsiteY214" fmla="*/ 183019 h 6857998"/>
              <a:gd name="connsiteX215" fmla="*/ 8999466 w 12192000"/>
              <a:gd name="connsiteY215" fmla="*/ 183019 h 6857998"/>
              <a:gd name="connsiteX216" fmla="*/ 8999466 w 12192000"/>
              <a:gd name="connsiteY216" fmla="*/ 0 h 6857998"/>
              <a:gd name="connsiteX217" fmla="*/ 9006666 w 12192000"/>
              <a:gd name="connsiteY217" fmla="*/ 0 h 6857998"/>
              <a:gd name="connsiteX218" fmla="*/ 9006666 w 12192000"/>
              <a:gd name="connsiteY218" fmla="*/ 183019 h 6857998"/>
              <a:gd name="connsiteX219" fmla="*/ 9186244 w 12192000"/>
              <a:gd name="connsiteY219" fmla="*/ 183019 h 6857998"/>
              <a:gd name="connsiteX220" fmla="*/ 9186244 w 12192000"/>
              <a:gd name="connsiteY220" fmla="*/ 1 h 6857998"/>
              <a:gd name="connsiteX221" fmla="*/ 9193444 w 12192000"/>
              <a:gd name="connsiteY221" fmla="*/ 1 h 6857998"/>
              <a:gd name="connsiteX222" fmla="*/ 9193444 w 12192000"/>
              <a:gd name="connsiteY222" fmla="*/ 183019 h 6857998"/>
              <a:gd name="connsiteX223" fmla="*/ 12001406 w 12192000"/>
              <a:gd name="connsiteY223" fmla="*/ 183019 h 6857998"/>
              <a:gd name="connsiteX224" fmla="*/ 12001406 w 12192000"/>
              <a:gd name="connsiteY224" fmla="*/ 1 h 6857998"/>
              <a:gd name="connsiteX225" fmla="*/ 12008606 w 12192000"/>
              <a:gd name="connsiteY225" fmla="*/ 1 h 6857998"/>
              <a:gd name="connsiteX226" fmla="*/ 12008606 w 12192000"/>
              <a:gd name="connsiteY226" fmla="*/ 183019 h 6857998"/>
              <a:gd name="connsiteX227" fmla="*/ 12192000 w 12192000"/>
              <a:gd name="connsiteY227" fmla="*/ 183019 h 6857998"/>
              <a:gd name="connsiteX228" fmla="*/ 12192000 w 12192000"/>
              <a:gd name="connsiteY228" fmla="*/ 190219 h 6857998"/>
              <a:gd name="connsiteX229" fmla="*/ 12008606 w 12192000"/>
              <a:gd name="connsiteY229" fmla="*/ 190219 h 6857998"/>
              <a:gd name="connsiteX230" fmla="*/ 12008606 w 12192000"/>
              <a:gd name="connsiteY230" fmla="*/ 1664102 h 6857998"/>
              <a:gd name="connsiteX231" fmla="*/ 12192000 w 12192000"/>
              <a:gd name="connsiteY231" fmla="*/ 1664102 h 6857998"/>
              <a:gd name="connsiteX232" fmla="*/ 12192000 w 12192000"/>
              <a:gd name="connsiteY232" fmla="*/ 1671302 h 6857998"/>
              <a:gd name="connsiteX233" fmla="*/ 12008606 w 12192000"/>
              <a:gd name="connsiteY233" fmla="*/ 1671302 h 6857998"/>
              <a:gd name="connsiteX234" fmla="*/ 12008606 w 12192000"/>
              <a:gd name="connsiteY234" fmla="*/ 1852040 h 6857998"/>
              <a:gd name="connsiteX235" fmla="*/ 12192000 w 12192000"/>
              <a:gd name="connsiteY235" fmla="*/ 1852040 h 6857998"/>
              <a:gd name="connsiteX236" fmla="*/ 12192000 w 12192000"/>
              <a:gd name="connsiteY236" fmla="*/ 1859240 h 6857998"/>
              <a:gd name="connsiteX237" fmla="*/ 12008606 w 12192000"/>
              <a:gd name="connsiteY237" fmla="*/ 1859240 h 6857998"/>
              <a:gd name="connsiteX238" fmla="*/ 12008606 w 12192000"/>
              <a:gd name="connsiteY238" fmla="*/ 3332115 h 6857998"/>
              <a:gd name="connsiteX239" fmla="*/ 12192000 w 12192000"/>
              <a:gd name="connsiteY239" fmla="*/ 3332115 h 6857998"/>
              <a:gd name="connsiteX240" fmla="*/ 12192000 w 12192000"/>
              <a:gd name="connsiteY240" fmla="*/ 3339315 h 6857998"/>
              <a:gd name="connsiteX241" fmla="*/ 12008606 w 12192000"/>
              <a:gd name="connsiteY241" fmla="*/ 3339315 h 6857998"/>
              <a:gd name="connsiteX242" fmla="*/ 12008606 w 12192000"/>
              <a:gd name="connsiteY242" fmla="*/ 3517303 h 6857998"/>
              <a:gd name="connsiteX243" fmla="*/ 12192000 w 12192000"/>
              <a:gd name="connsiteY243" fmla="*/ 3517303 h 6857998"/>
              <a:gd name="connsiteX244" fmla="*/ 12192000 w 12192000"/>
              <a:gd name="connsiteY244" fmla="*/ 3524503 h 6857998"/>
              <a:gd name="connsiteX245" fmla="*/ 12008606 w 12192000"/>
              <a:gd name="connsiteY245" fmla="*/ 3524503 h 6857998"/>
              <a:gd name="connsiteX246" fmla="*/ 12008606 w 12192000"/>
              <a:gd name="connsiteY246" fmla="*/ 4998966 h 6857998"/>
              <a:gd name="connsiteX247" fmla="*/ 12192000 w 12192000"/>
              <a:gd name="connsiteY247" fmla="*/ 4998966 h 6857998"/>
              <a:gd name="connsiteX248" fmla="*/ 12192000 w 12192000"/>
              <a:gd name="connsiteY248" fmla="*/ 5006166 h 6857998"/>
              <a:gd name="connsiteX249" fmla="*/ 12008606 w 12192000"/>
              <a:gd name="connsiteY249" fmla="*/ 5006166 h 6857998"/>
              <a:gd name="connsiteX250" fmla="*/ 12008606 w 12192000"/>
              <a:gd name="connsiteY250" fmla="*/ 5185743 h 6857998"/>
              <a:gd name="connsiteX251" fmla="*/ 12192000 w 12192000"/>
              <a:gd name="connsiteY251" fmla="*/ 5185743 h 6857998"/>
              <a:gd name="connsiteX252" fmla="*/ 12192000 w 12192000"/>
              <a:gd name="connsiteY252" fmla="*/ 5192943 h 6857998"/>
              <a:gd name="connsiteX253" fmla="*/ 12008606 w 12192000"/>
              <a:gd name="connsiteY253" fmla="*/ 5192943 h 6857998"/>
              <a:gd name="connsiteX254" fmla="*/ 12008606 w 12192000"/>
              <a:gd name="connsiteY254" fmla="*/ 6668993 h 6857998"/>
              <a:gd name="connsiteX255" fmla="*/ 12192000 w 12192000"/>
              <a:gd name="connsiteY255" fmla="*/ 6668993 h 6857998"/>
              <a:gd name="connsiteX256" fmla="*/ 12192000 w 12192000"/>
              <a:gd name="connsiteY256" fmla="*/ 6676193 h 6857998"/>
              <a:gd name="connsiteX257" fmla="*/ 12008606 w 12192000"/>
              <a:gd name="connsiteY257" fmla="*/ 6676193 h 6857998"/>
              <a:gd name="connsiteX258" fmla="*/ 12008606 w 12192000"/>
              <a:gd name="connsiteY258" fmla="*/ 6857998 h 6857998"/>
              <a:gd name="connsiteX259" fmla="*/ 12001406 w 12192000"/>
              <a:gd name="connsiteY259" fmla="*/ 6857998 h 6857998"/>
              <a:gd name="connsiteX260" fmla="*/ 12001406 w 12192000"/>
              <a:gd name="connsiteY260" fmla="*/ 6676193 h 6857998"/>
              <a:gd name="connsiteX261" fmla="*/ 9193444 w 12192000"/>
              <a:gd name="connsiteY261" fmla="*/ 6676193 h 6857998"/>
              <a:gd name="connsiteX262" fmla="*/ 9193444 w 12192000"/>
              <a:gd name="connsiteY262" fmla="*/ 6857998 h 6857998"/>
              <a:gd name="connsiteX263" fmla="*/ 9186244 w 12192000"/>
              <a:gd name="connsiteY263" fmla="*/ 6857998 h 6857998"/>
              <a:gd name="connsiteX264" fmla="*/ 9186244 w 12192000"/>
              <a:gd name="connsiteY264" fmla="*/ 6676193 h 6857998"/>
              <a:gd name="connsiteX265" fmla="*/ 9006666 w 12192000"/>
              <a:gd name="connsiteY265" fmla="*/ 6676193 h 6857998"/>
              <a:gd name="connsiteX266" fmla="*/ 9006666 w 12192000"/>
              <a:gd name="connsiteY266" fmla="*/ 6857998 h 6857998"/>
              <a:gd name="connsiteX267" fmla="*/ 8999466 w 12192000"/>
              <a:gd name="connsiteY267" fmla="*/ 6857998 h 6857998"/>
              <a:gd name="connsiteX268" fmla="*/ 8999466 w 12192000"/>
              <a:gd name="connsiteY268" fmla="*/ 6676193 h 6857998"/>
              <a:gd name="connsiteX269" fmla="*/ 6191504 w 12192000"/>
              <a:gd name="connsiteY269" fmla="*/ 6676193 h 6857998"/>
              <a:gd name="connsiteX270" fmla="*/ 6191504 w 12192000"/>
              <a:gd name="connsiteY270" fmla="*/ 6857998 h 6857998"/>
              <a:gd name="connsiteX271" fmla="*/ 6184304 w 12192000"/>
              <a:gd name="connsiteY271" fmla="*/ 6857998 h 6857998"/>
              <a:gd name="connsiteX272" fmla="*/ 6184304 w 12192000"/>
              <a:gd name="connsiteY272" fmla="*/ 6676193 h 6857998"/>
              <a:gd name="connsiteX273" fmla="*/ 6006316 w 12192000"/>
              <a:gd name="connsiteY273" fmla="*/ 6676193 h 6857998"/>
              <a:gd name="connsiteX274" fmla="*/ 6006316 w 12192000"/>
              <a:gd name="connsiteY274" fmla="*/ 6857998 h 6857998"/>
              <a:gd name="connsiteX275" fmla="*/ 5999116 w 12192000"/>
              <a:gd name="connsiteY275" fmla="*/ 6857998 h 6857998"/>
              <a:gd name="connsiteX276" fmla="*/ 5999116 w 12192000"/>
              <a:gd name="connsiteY276" fmla="*/ 6676193 h 6857998"/>
              <a:gd name="connsiteX277" fmla="*/ 3191152 w 12192000"/>
              <a:gd name="connsiteY277" fmla="*/ 6676193 h 6857998"/>
              <a:gd name="connsiteX278" fmla="*/ 3191152 w 12192000"/>
              <a:gd name="connsiteY278" fmla="*/ 6857998 h 6857998"/>
              <a:gd name="connsiteX279" fmla="*/ 3183952 w 12192000"/>
              <a:gd name="connsiteY279" fmla="*/ 6857998 h 6857998"/>
              <a:gd name="connsiteX280" fmla="*/ 3183952 w 12192000"/>
              <a:gd name="connsiteY280" fmla="*/ 6676193 h 6857998"/>
              <a:gd name="connsiteX281" fmla="*/ 3004803 w 12192000"/>
              <a:gd name="connsiteY281" fmla="*/ 6676193 h 6857998"/>
              <a:gd name="connsiteX282" fmla="*/ 3004803 w 12192000"/>
              <a:gd name="connsiteY282" fmla="*/ 6857998 h 6857998"/>
              <a:gd name="connsiteX283" fmla="*/ 2997602 w 12192000"/>
              <a:gd name="connsiteY283" fmla="*/ 6857998 h 6857998"/>
              <a:gd name="connsiteX284" fmla="*/ 2997602 w 12192000"/>
              <a:gd name="connsiteY284" fmla="*/ 6676193 h 6857998"/>
              <a:gd name="connsiteX285" fmla="*/ 190221 w 12192000"/>
              <a:gd name="connsiteY285" fmla="*/ 6676193 h 6857998"/>
              <a:gd name="connsiteX286" fmla="*/ 190221 w 12192000"/>
              <a:gd name="connsiteY286" fmla="*/ 6857998 h 6857998"/>
              <a:gd name="connsiteX287" fmla="*/ 183021 w 12192000"/>
              <a:gd name="connsiteY287" fmla="*/ 6857998 h 6857998"/>
              <a:gd name="connsiteX288" fmla="*/ 183021 w 12192000"/>
              <a:gd name="connsiteY288" fmla="*/ 6676193 h 6857998"/>
              <a:gd name="connsiteX289" fmla="*/ 0 w 12192000"/>
              <a:gd name="connsiteY289" fmla="*/ 6676193 h 6857998"/>
              <a:gd name="connsiteX290" fmla="*/ 0 w 12192000"/>
              <a:gd name="connsiteY290" fmla="*/ 6668993 h 6857998"/>
              <a:gd name="connsiteX291" fmla="*/ 183021 w 12192000"/>
              <a:gd name="connsiteY291" fmla="*/ 6668993 h 6857998"/>
              <a:gd name="connsiteX292" fmla="*/ 183021 w 12192000"/>
              <a:gd name="connsiteY292" fmla="*/ 5192943 h 6857998"/>
              <a:gd name="connsiteX293" fmla="*/ 0 w 12192000"/>
              <a:gd name="connsiteY293" fmla="*/ 5192943 h 6857998"/>
              <a:gd name="connsiteX294" fmla="*/ 0 w 12192000"/>
              <a:gd name="connsiteY294" fmla="*/ 5185743 h 6857998"/>
              <a:gd name="connsiteX295" fmla="*/ 183021 w 12192000"/>
              <a:gd name="connsiteY295" fmla="*/ 5185743 h 6857998"/>
              <a:gd name="connsiteX296" fmla="*/ 183021 w 12192000"/>
              <a:gd name="connsiteY296" fmla="*/ 5006166 h 6857998"/>
              <a:gd name="connsiteX297" fmla="*/ 1 w 12192000"/>
              <a:gd name="connsiteY297" fmla="*/ 5006166 h 6857998"/>
              <a:gd name="connsiteX298" fmla="*/ 1 w 12192000"/>
              <a:gd name="connsiteY298" fmla="*/ 4998966 h 6857998"/>
              <a:gd name="connsiteX299" fmla="*/ 183021 w 12192000"/>
              <a:gd name="connsiteY299" fmla="*/ 4998966 h 6857998"/>
              <a:gd name="connsiteX300" fmla="*/ 183021 w 12192000"/>
              <a:gd name="connsiteY300" fmla="*/ 3524503 h 6857998"/>
              <a:gd name="connsiteX301" fmla="*/ 1 w 12192000"/>
              <a:gd name="connsiteY301" fmla="*/ 3524503 h 6857998"/>
              <a:gd name="connsiteX302" fmla="*/ 1 w 12192000"/>
              <a:gd name="connsiteY302" fmla="*/ 3517303 h 6857998"/>
              <a:gd name="connsiteX303" fmla="*/ 183021 w 12192000"/>
              <a:gd name="connsiteY303" fmla="*/ 3517303 h 6857998"/>
              <a:gd name="connsiteX304" fmla="*/ 183021 w 12192000"/>
              <a:gd name="connsiteY304" fmla="*/ 3339315 h 6857998"/>
              <a:gd name="connsiteX305" fmla="*/ 1 w 12192000"/>
              <a:gd name="connsiteY305" fmla="*/ 3339315 h 6857998"/>
              <a:gd name="connsiteX306" fmla="*/ 1 w 12192000"/>
              <a:gd name="connsiteY306" fmla="*/ 3332115 h 6857998"/>
              <a:gd name="connsiteX307" fmla="*/ 183021 w 12192000"/>
              <a:gd name="connsiteY307" fmla="*/ 3332115 h 6857998"/>
              <a:gd name="connsiteX308" fmla="*/ 183021 w 12192000"/>
              <a:gd name="connsiteY308" fmla="*/ 1859240 h 6857998"/>
              <a:gd name="connsiteX309" fmla="*/ 1 w 12192000"/>
              <a:gd name="connsiteY309" fmla="*/ 1859240 h 6857998"/>
              <a:gd name="connsiteX310" fmla="*/ 1 w 12192000"/>
              <a:gd name="connsiteY310" fmla="*/ 1852040 h 6857998"/>
              <a:gd name="connsiteX311" fmla="*/ 183021 w 12192000"/>
              <a:gd name="connsiteY311" fmla="*/ 1852040 h 6857998"/>
              <a:gd name="connsiteX312" fmla="*/ 183021 w 12192000"/>
              <a:gd name="connsiteY312" fmla="*/ 1671302 h 6857998"/>
              <a:gd name="connsiteX313" fmla="*/ 1 w 12192000"/>
              <a:gd name="connsiteY313" fmla="*/ 1671302 h 6857998"/>
              <a:gd name="connsiteX314" fmla="*/ 1 w 12192000"/>
              <a:gd name="connsiteY314" fmla="*/ 1664102 h 6857998"/>
              <a:gd name="connsiteX315" fmla="*/ 183021 w 12192000"/>
              <a:gd name="connsiteY315" fmla="*/ 1664102 h 6857998"/>
              <a:gd name="connsiteX316" fmla="*/ 183021 w 12192000"/>
              <a:gd name="connsiteY316" fmla="*/ 190219 h 6857998"/>
              <a:gd name="connsiteX317" fmla="*/ 1 w 12192000"/>
              <a:gd name="connsiteY317" fmla="*/ 190219 h 6857998"/>
              <a:gd name="connsiteX318" fmla="*/ 1 w 12192000"/>
              <a:gd name="connsiteY318" fmla="*/ 183019 h 6857998"/>
              <a:gd name="connsiteX319" fmla="*/ 183021 w 12192000"/>
              <a:gd name="connsiteY319" fmla="*/ 18301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2000" h="6857998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2000" y="183019"/>
                </a:lnTo>
                <a:lnTo>
                  <a:pt x="121920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2000" y="1664102"/>
                </a:lnTo>
                <a:lnTo>
                  <a:pt x="121920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2000" y="1852040"/>
                </a:lnTo>
                <a:lnTo>
                  <a:pt x="121920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2000" y="3332115"/>
                </a:lnTo>
                <a:lnTo>
                  <a:pt x="121920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2000" y="3517303"/>
                </a:lnTo>
                <a:lnTo>
                  <a:pt x="121920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2000" y="4998966"/>
                </a:lnTo>
                <a:lnTo>
                  <a:pt x="121920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2000" y="5185743"/>
                </a:lnTo>
                <a:lnTo>
                  <a:pt x="121920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2000" y="6668993"/>
                </a:lnTo>
                <a:lnTo>
                  <a:pt x="12192000" y="6676193"/>
                </a:lnTo>
                <a:lnTo>
                  <a:pt x="12008606" y="6676193"/>
                </a:lnTo>
                <a:lnTo>
                  <a:pt x="12008606" y="6857998"/>
                </a:lnTo>
                <a:lnTo>
                  <a:pt x="12001406" y="6857998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8"/>
                </a:lnTo>
                <a:lnTo>
                  <a:pt x="9186244" y="6857998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8"/>
                </a:lnTo>
                <a:lnTo>
                  <a:pt x="8999466" y="6857998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8"/>
                </a:lnTo>
                <a:lnTo>
                  <a:pt x="6184304" y="6857998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8"/>
                </a:lnTo>
                <a:lnTo>
                  <a:pt x="5999116" y="6857998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8"/>
                </a:lnTo>
                <a:lnTo>
                  <a:pt x="3183952" y="6857998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8"/>
                </a:lnTo>
                <a:lnTo>
                  <a:pt x="2997602" y="6857998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8"/>
                </a:lnTo>
                <a:lnTo>
                  <a:pt x="183021" y="6857998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 wrap="square" tIns="0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00374" y="1666875"/>
            <a:ext cx="9191625" cy="3522662"/>
          </a:xfrm>
        </p:spPr>
        <p:txBody>
          <a:bodyPr lIns="198000" tIns="144000" rIns="180000" bIns="144000" anchor="t"/>
          <a:lstStyle>
            <a:lvl1pPr algn="l">
              <a:lnSpc>
                <a:spcPct val="86000"/>
              </a:lnSpc>
              <a:defRPr sz="63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Text Placeholder 16">
            <a:extLst>
              <a:ext uri="{FF2B5EF4-FFF2-40B4-BE49-F238E27FC236}">
                <a16:creationId xmlns:a16="http://schemas.microsoft.com/office/drawing/2014/main" id="{8ADBE27C-8929-A2F1-90D1-7F447909EA7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white">
          <a:xfrm>
            <a:off x="6189513" y="5137109"/>
            <a:ext cx="2808000" cy="198000"/>
          </a:xfrm>
        </p:spPr>
        <p:txBody>
          <a:bodyPr bIns="0"/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Click to insert date / version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E01A4073-508E-97D8-273C-C37EF94B8C1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white">
          <a:xfrm>
            <a:off x="3186635" y="5135271"/>
            <a:ext cx="2808000" cy="198000"/>
          </a:xfrm>
        </p:spPr>
        <p:txBody>
          <a:bodyPr bIns="0"/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Click to insert client name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14194A3-85A1-C852-4B35-014896A695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white">
          <a:xfrm>
            <a:off x="3186635" y="5375917"/>
            <a:ext cx="2808000" cy="198000"/>
          </a:xfrm>
        </p:spPr>
        <p:txBody>
          <a:bodyPr bIns="0"/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Click to insert project name</a:t>
            </a:r>
          </a:p>
        </p:txBody>
      </p:sp>
      <p:sp>
        <p:nvSpPr>
          <p:cNvPr id="12" name="Logo - freeform">
            <a:extLst>
              <a:ext uri="{FF2B5EF4-FFF2-40B4-BE49-F238E27FC236}">
                <a16:creationId xmlns:a16="http://schemas.microsoft.com/office/drawing/2014/main" id="{A365E6E5-85B4-B753-3B4A-DBA3D1964B2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white">
          <a:xfrm>
            <a:off x="187324" y="1864444"/>
            <a:ext cx="1679576" cy="255624"/>
          </a:xfrm>
          <a:custGeom>
            <a:avLst/>
            <a:gdLst>
              <a:gd name="connsiteX0" fmla="*/ 11589172 w 14787902"/>
              <a:gd name="connsiteY0" fmla="*/ 1086010 h 2250653"/>
              <a:gd name="connsiteX1" fmla="*/ 11293040 w 14787902"/>
              <a:gd name="connsiteY1" fmla="*/ 1204426 h 2250653"/>
              <a:gd name="connsiteX2" fmla="*/ 10917900 w 14787902"/>
              <a:gd name="connsiteY2" fmla="*/ 1421553 h 2250653"/>
              <a:gd name="connsiteX3" fmla="*/ 11174624 w 14787902"/>
              <a:gd name="connsiteY3" fmla="*/ 1618975 h 2250653"/>
              <a:gd name="connsiteX4" fmla="*/ 11589172 w 14787902"/>
              <a:gd name="connsiteY4" fmla="*/ 1145124 h 2250653"/>
              <a:gd name="connsiteX5" fmla="*/ 2369254 w 14787902"/>
              <a:gd name="connsiteY5" fmla="*/ 552857 h 2250653"/>
              <a:gd name="connsiteX6" fmla="*/ 1954706 w 14787902"/>
              <a:gd name="connsiteY6" fmla="*/ 967408 h 2250653"/>
              <a:gd name="connsiteX7" fmla="*/ 2764099 w 14787902"/>
              <a:gd name="connsiteY7" fmla="*/ 967408 h 2250653"/>
              <a:gd name="connsiteX8" fmla="*/ 2369254 w 14787902"/>
              <a:gd name="connsiteY8" fmla="*/ 552857 h 2250653"/>
              <a:gd name="connsiteX9" fmla="*/ 6120654 w 14787902"/>
              <a:gd name="connsiteY9" fmla="*/ 552670 h 2250653"/>
              <a:gd name="connsiteX10" fmla="*/ 5686211 w 14787902"/>
              <a:gd name="connsiteY10" fmla="*/ 1085823 h 2250653"/>
              <a:gd name="connsiteX11" fmla="*/ 6120654 w 14787902"/>
              <a:gd name="connsiteY11" fmla="*/ 1618975 h 2250653"/>
              <a:gd name="connsiteX12" fmla="*/ 6535203 w 14787902"/>
              <a:gd name="connsiteY12" fmla="*/ 1085823 h 2250653"/>
              <a:gd name="connsiteX13" fmla="*/ 6120654 w 14787902"/>
              <a:gd name="connsiteY13" fmla="*/ 552670 h 2250653"/>
              <a:gd name="connsiteX14" fmla="*/ 9891567 w 14787902"/>
              <a:gd name="connsiteY14" fmla="*/ 532964 h 2250653"/>
              <a:gd name="connsiteX15" fmla="*/ 9457125 w 14787902"/>
              <a:gd name="connsiteY15" fmla="*/ 1085823 h 2250653"/>
              <a:gd name="connsiteX16" fmla="*/ 9891567 w 14787902"/>
              <a:gd name="connsiteY16" fmla="*/ 1618975 h 2250653"/>
              <a:gd name="connsiteX17" fmla="*/ 10286412 w 14787902"/>
              <a:gd name="connsiteY17" fmla="*/ 1066118 h 2250653"/>
              <a:gd name="connsiteX18" fmla="*/ 9891567 w 14787902"/>
              <a:gd name="connsiteY18" fmla="*/ 532964 h 2250653"/>
              <a:gd name="connsiteX19" fmla="*/ 13445542 w 14787902"/>
              <a:gd name="connsiteY19" fmla="*/ 375139 h 2250653"/>
              <a:gd name="connsiteX20" fmla="*/ 13721972 w 14787902"/>
              <a:gd name="connsiteY20" fmla="*/ 375139 h 2250653"/>
              <a:gd name="connsiteX21" fmla="*/ 14057702 w 14787902"/>
              <a:gd name="connsiteY21" fmla="*/ 1303137 h 2250653"/>
              <a:gd name="connsiteX22" fmla="*/ 14117004 w 14787902"/>
              <a:gd name="connsiteY22" fmla="*/ 1559861 h 2250653"/>
              <a:gd name="connsiteX23" fmla="*/ 14136708 w 14787902"/>
              <a:gd name="connsiteY23" fmla="*/ 1559861 h 2250653"/>
              <a:gd name="connsiteX24" fmla="*/ 14196010 w 14787902"/>
              <a:gd name="connsiteY24" fmla="*/ 1303137 h 2250653"/>
              <a:gd name="connsiteX25" fmla="*/ 14531740 w 14787902"/>
              <a:gd name="connsiteY25" fmla="*/ 375139 h 2250653"/>
              <a:gd name="connsiteX26" fmla="*/ 14787902 w 14787902"/>
              <a:gd name="connsiteY26" fmla="*/ 375139 h 2250653"/>
              <a:gd name="connsiteX27" fmla="*/ 14274641 w 14787902"/>
              <a:gd name="connsiteY27" fmla="*/ 1737392 h 2250653"/>
              <a:gd name="connsiteX28" fmla="*/ 13702079 w 14787902"/>
              <a:gd name="connsiteY28" fmla="*/ 2250653 h 2250653"/>
              <a:gd name="connsiteX29" fmla="*/ 13524361 w 14787902"/>
              <a:gd name="connsiteY29" fmla="*/ 2211243 h 2250653"/>
              <a:gd name="connsiteX30" fmla="*/ 13524361 w 14787902"/>
              <a:gd name="connsiteY30" fmla="*/ 2013820 h 2250653"/>
              <a:gd name="connsiteX31" fmla="*/ 13682374 w 14787902"/>
              <a:gd name="connsiteY31" fmla="*/ 2053231 h 2250653"/>
              <a:gd name="connsiteX32" fmla="*/ 14018104 w 14787902"/>
              <a:gd name="connsiteY32" fmla="*/ 1816398 h 2250653"/>
              <a:gd name="connsiteX33" fmla="*/ 12872981 w 14787902"/>
              <a:gd name="connsiteY33" fmla="*/ 355435 h 2250653"/>
              <a:gd name="connsiteX34" fmla="*/ 13346832 w 14787902"/>
              <a:gd name="connsiteY34" fmla="*/ 829286 h 2250653"/>
              <a:gd name="connsiteX35" fmla="*/ 13346645 w 14787902"/>
              <a:gd name="connsiteY35" fmla="*/ 829286 h 2250653"/>
              <a:gd name="connsiteX36" fmla="*/ 13346645 w 14787902"/>
              <a:gd name="connsiteY36" fmla="*/ 1776989 h 2250653"/>
              <a:gd name="connsiteX37" fmla="*/ 13109812 w 14787902"/>
              <a:gd name="connsiteY37" fmla="*/ 1776989 h 2250653"/>
              <a:gd name="connsiteX38" fmla="*/ 13109812 w 14787902"/>
              <a:gd name="connsiteY38" fmla="*/ 888587 h 2250653"/>
              <a:gd name="connsiteX39" fmla="*/ 12813678 w 14787902"/>
              <a:gd name="connsiteY39" fmla="*/ 552857 h 2250653"/>
              <a:gd name="connsiteX40" fmla="*/ 12418833 w 14787902"/>
              <a:gd name="connsiteY40" fmla="*/ 1066118 h 2250653"/>
              <a:gd name="connsiteX41" fmla="*/ 12418833 w 14787902"/>
              <a:gd name="connsiteY41" fmla="*/ 1776802 h 2250653"/>
              <a:gd name="connsiteX42" fmla="*/ 12182002 w 14787902"/>
              <a:gd name="connsiteY42" fmla="*/ 1776802 h 2250653"/>
              <a:gd name="connsiteX43" fmla="*/ 12182002 w 14787902"/>
              <a:gd name="connsiteY43" fmla="*/ 375139 h 2250653"/>
              <a:gd name="connsiteX44" fmla="*/ 12418833 w 14787902"/>
              <a:gd name="connsiteY44" fmla="*/ 375139 h 2250653"/>
              <a:gd name="connsiteX45" fmla="*/ 12418833 w 14787902"/>
              <a:gd name="connsiteY45" fmla="*/ 710871 h 2250653"/>
              <a:gd name="connsiteX46" fmla="*/ 12872981 w 14787902"/>
              <a:gd name="connsiteY46" fmla="*/ 355435 h 2250653"/>
              <a:gd name="connsiteX47" fmla="*/ 11293040 w 14787902"/>
              <a:gd name="connsiteY47" fmla="*/ 355435 h 2250653"/>
              <a:gd name="connsiteX48" fmla="*/ 11845896 w 14787902"/>
              <a:gd name="connsiteY48" fmla="*/ 829286 h 2250653"/>
              <a:gd name="connsiteX49" fmla="*/ 11845896 w 14787902"/>
              <a:gd name="connsiteY49" fmla="*/ 1461151 h 2250653"/>
              <a:gd name="connsiteX50" fmla="*/ 11944606 w 14787902"/>
              <a:gd name="connsiteY50" fmla="*/ 1619165 h 2250653"/>
              <a:gd name="connsiteX51" fmla="*/ 12063023 w 14787902"/>
              <a:gd name="connsiteY51" fmla="*/ 1599458 h 2250653"/>
              <a:gd name="connsiteX52" fmla="*/ 12063212 w 14787902"/>
              <a:gd name="connsiteY52" fmla="*/ 1599271 h 2250653"/>
              <a:gd name="connsiteX53" fmla="*/ 12063212 w 14787902"/>
              <a:gd name="connsiteY53" fmla="*/ 1776989 h 2250653"/>
              <a:gd name="connsiteX54" fmla="*/ 11885494 w 14787902"/>
              <a:gd name="connsiteY54" fmla="*/ 1796694 h 2250653"/>
              <a:gd name="connsiteX55" fmla="*/ 11609064 w 14787902"/>
              <a:gd name="connsiteY55" fmla="*/ 1520265 h 2250653"/>
              <a:gd name="connsiteX56" fmla="*/ 11609064 w 14787902"/>
              <a:gd name="connsiteY56" fmla="*/ 1460963 h 2250653"/>
              <a:gd name="connsiteX57" fmla="*/ 11589359 w 14787902"/>
              <a:gd name="connsiteY57" fmla="*/ 1460963 h 2250653"/>
              <a:gd name="connsiteX58" fmla="*/ 11115509 w 14787902"/>
              <a:gd name="connsiteY58" fmla="*/ 1816398 h 2250653"/>
              <a:gd name="connsiteX59" fmla="*/ 10681067 w 14787902"/>
              <a:gd name="connsiteY59" fmla="*/ 1441259 h 2250653"/>
              <a:gd name="connsiteX60" fmla="*/ 11253629 w 14787902"/>
              <a:gd name="connsiteY60" fmla="*/ 1026708 h 2250653"/>
              <a:gd name="connsiteX61" fmla="*/ 11589359 w 14787902"/>
              <a:gd name="connsiteY61" fmla="*/ 769984 h 2250653"/>
              <a:gd name="connsiteX62" fmla="*/ 11293227 w 14787902"/>
              <a:gd name="connsiteY62" fmla="*/ 533153 h 2250653"/>
              <a:gd name="connsiteX63" fmla="*/ 10957497 w 14787902"/>
              <a:gd name="connsiteY63" fmla="*/ 848992 h 2250653"/>
              <a:gd name="connsiteX64" fmla="*/ 10700773 w 14787902"/>
              <a:gd name="connsiteY64" fmla="*/ 848992 h 2250653"/>
              <a:gd name="connsiteX65" fmla="*/ 11293040 w 14787902"/>
              <a:gd name="connsiteY65" fmla="*/ 355435 h 2250653"/>
              <a:gd name="connsiteX66" fmla="*/ 9950869 w 14787902"/>
              <a:gd name="connsiteY66" fmla="*/ 355435 h 2250653"/>
              <a:gd name="connsiteX67" fmla="*/ 10543136 w 14787902"/>
              <a:gd name="connsiteY67" fmla="*/ 1066118 h 2250653"/>
              <a:gd name="connsiteX68" fmla="*/ 9950869 w 14787902"/>
              <a:gd name="connsiteY68" fmla="*/ 1816398 h 2250653"/>
              <a:gd name="connsiteX69" fmla="*/ 9477018 w 14787902"/>
              <a:gd name="connsiteY69" fmla="*/ 1460963 h 2250653"/>
              <a:gd name="connsiteX70" fmla="*/ 9457314 w 14787902"/>
              <a:gd name="connsiteY70" fmla="*/ 1460963 h 2250653"/>
              <a:gd name="connsiteX71" fmla="*/ 9457314 w 14787902"/>
              <a:gd name="connsiteY71" fmla="*/ 2250653 h 2250653"/>
              <a:gd name="connsiteX72" fmla="*/ 9220482 w 14787902"/>
              <a:gd name="connsiteY72" fmla="*/ 2250653 h 2250653"/>
              <a:gd name="connsiteX73" fmla="*/ 9220482 w 14787902"/>
              <a:gd name="connsiteY73" fmla="*/ 375139 h 2250653"/>
              <a:gd name="connsiteX74" fmla="*/ 9457314 w 14787902"/>
              <a:gd name="connsiteY74" fmla="*/ 375139 h 2250653"/>
              <a:gd name="connsiteX75" fmla="*/ 9457314 w 14787902"/>
              <a:gd name="connsiteY75" fmla="*/ 710871 h 2250653"/>
              <a:gd name="connsiteX76" fmla="*/ 9477018 w 14787902"/>
              <a:gd name="connsiteY76" fmla="*/ 710871 h 2250653"/>
              <a:gd name="connsiteX77" fmla="*/ 9950869 w 14787902"/>
              <a:gd name="connsiteY77" fmla="*/ 355435 h 2250653"/>
              <a:gd name="connsiteX78" fmla="*/ 7660247 w 14787902"/>
              <a:gd name="connsiteY78" fmla="*/ 355435 h 2250653"/>
              <a:gd name="connsiteX79" fmla="*/ 8094687 w 14787902"/>
              <a:gd name="connsiteY79" fmla="*/ 710871 h 2250653"/>
              <a:gd name="connsiteX80" fmla="*/ 8529128 w 14787902"/>
              <a:gd name="connsiteY80" fmla="*/ 355435 h 2250653"/>
              <a:gd name="connsiteX81" fmla="*/ 9002979 w 14787902"/>
              <a:gd name="connsiteY81" fmla="*/ 829286 h 2250653"/>
              <a:gd name="connsiteX82" fmla="*/ 9002979 w 14787902"/>
              <a:gd name="connsiteY82" fmla="*/ 1776989 h 2250653"/>
              <a:gd name="connsiteX83" fmla="*/ 8746255 w 14787902"/>
              <a:gd name="connsiteY83" fmla="*/ 1776989 h 2250653"/>
              <a:gd name="connsiteX84" fmla="*/ 8746255 w 14787902"/>
              <a:gd name="connsiteY84" fmla="*/ 848992 h 2250653"/>
              <a:gd name="connsiteX85" fmla="*/ 8469828 w 14787902"/>
              <a:gd name="connsiteY85" fmla="*/ 552857 h 2250653"/>
              <a:gd name="connsiteX86" fmla="*/ 8114393 w 14787902"/>
              <a:gd name="connsiteY86" fmla="*/ 1066118 h 2250653"/>
              <a:gd name="connsiteX87" fmla="*/ 8114393 w 14787902"/>
              <a:gd name="connsiteY87" fmla="*/ 1776802 h 2250653"/>
              <a:gd name="connsiteX88" fmla="*/ 7857667 w 14787902"/>
              <a:gd name="connsiteY88" fmla="*/ 1776802 h 2250653"/>
              <a:gd name="connsiteX89" fmla="*/ 7857667 w 14787902"/>
              <a:gd name="connsiteY89" fmla="*/ 848803 h 2250653"/>
              <a:gd name="connsiteX90" fmla="*/ 7581239 w 14787902"/>
              <a:gd name="connsiteY90" fmla="*/ 552670 h 2250653"/>
              <a:gd name="connsiteX91" fmla="*/ 7206099 w 14787902"/>
              <a:gd name="connsiteY91" fmla="*/ 1065931 h 2250653"/>
              <a:gd name="connsiteX92" fmla="*/ 7206099 w 14787902"/>
              <a:gd name="connsiteY92" fmla="*/ 1776613 h 2250653"/>
              <a:gd name="connsiteX93" fmla="*/ 6969268 w 14787902"/>
              <a:gd name="connsiteY93" fmla="*/ 1776613 h 2250653"/>
              <a:gd name="connsiteX94" fmla="*/ 6969268 w 14787902"/>
              <a:gd name="connsiteY94" fmla="*/ 375139 h 2250653"/>
              <a:gd name="connsiteX95" fmla="*/ 7206099 w 14787902"/>
              <a:gd name="connsiteY95" fmla="*/ 375139 h 2250653"/>
              <a:gd name="connsiteX96" fmla="*/ 7206099 w 14787902"/>
              <a:gd name="connsiteY96" fmla="*/ 710871 h 2250653"/>
              <a:gd name="connsiteX97" fmla="*/ 7660247 w 14787902"/>
              <a:gd name="connsiteY97" fmla="*/ 355435 h 2250653"/>
              <a:gd name="connsiteX98" fmla="*/ 6120466 w 14787902"/>
              <a:gd name="connsiteY98" fmla="*/ 355248 h 2250653"/>
              <a:gd name="connsiteX99" fmla="*/ 6791739 w 14787902"/>
              <a:gd name="connsiteY99" fmla="*/ 1085823 h 2250653"/>
              <a:gd name="connsiteX100" fmla="*/ 6120466 w 14787902"/>
              <a:gd name="connsiteY100" fmla="*/ 1816400 h 2250653"/>
              <a:gd name="connsiteX101" fmla="*/ 5429487 w 14787902"/>
              <a:gd name="connsiteY101" fmla="*/ 1085823 h 2250653"/>
              <a:gd name="connsiteX102" fmla="*/ 6120466 w 14787902"/>
              <a:gd name="connsiteY102" fmla="*/ 355248 h 2250653"/>
              <a:gd name="connsiteX103" fmla="*/ 4639609 w 14787902"/>
              <a:gd name="connsiteY103" fmla="*/ 355248 h 2250653"/>
              <a:gd name="connsiteX104" fmla="*/ 5271473 w 14787902"/>
              <a:gd name="connsiteY104" fmla="*/ 908106 h 2250653"/>
              <a:gd name="connsiteX105" fmla="*/ 5014749 w 14787902"/>
              <a:gd name="connsiteY105" fmla="*/ 908106 h 2250653"/>
              <a:gd name="connsiteX106" fmla="*/ 4639609 w 14787902"/>
              <a:gd name="connsiteY106" fmla="*/ 552670 h 2250653"/>
              <a:gd name="connsiteX107" fmla="*/ 4205167 w 14787902"/>
              <a:gd name="connsiteY107" fmla="*/ 1085823 h 2250653"/>
              <a:gd name="connsiteX108" fmla="*/ 4639609 w 14787902"/>
              <a:gd name="connsiteY108" fmla="*/ 1618975 h 2250653"/>
              <a:gd name="connsiteX109" fmla="*/ 5034454 w 14787902"/>
              <a:gd name="connsiteY109" fmla="*/ 1243837 h 2250653"/>
              <a:gd name="connsiteX110" fmla="*/ 5271284 w 14787902"/>
              <a:gd name="connsiteY110" fmla="*/ 1243837 h 2250653"/>
              <a:gd name="connsiteX111" fmla="*/ 4639422 w 14787902"/>
              <a:gd name="connsiteY111" fmla="*/ 1816400 h 2250653"/>
              <a:gd name="connsiteX112" fmla="*/ 3948443 w 14787902"/>
              <a:gd name="connsiteY112" fmla="*/ 1085823 h 2250653"/>
              <a:gd name="connsiteX113" fmla="*/ 3948630 w 14787902"/>
              <a:gd name="connsiteY113" fmla="*/ 1085823 h 2250653"/>
              <a:gd name="connsiteX114" fmla="*/ 4639609 w 14787902"/>
              <a:gd name="connsiteY114" fmla="*/ 355248 h 2250653"/>
              <a:gd name="connsiteX115" fmla="*/ 2369629 w 14787902"/>
              <a:gd name="connsiteY115" fmla="*/ 355248 h 2250653"/>
              <a:gd name="connsiteX116" fmla="*/ 3021197 w 14787902"/>
              <a:gd name="connsiteY116" fmla="*/ 1105529 h 2250653"/>
              <a:gd name="connsiteX117" fmla="*/ 3021197 w 14787902"/>
              <a:gd name="connsiteY117" fmla="*/ 1144937 h 2250653"/>
              <a:gd name="connsiteX118" fmla="*/ 3020823 w 14787902"/>
              <a:gd name="connsiteY118" fmla="*/ 1145124 h 2250653"/>
              <a:gd name="connsiteX119" fmla="*/ 1954706 w 14787902"/>
              <a:gd name="connsiteY119" fmla="*/ 1145124 h 2250653"/>
              <a:gd name="connsiteX120" fmla="*/ 2389146 w 14787902"/>
              <a:gd name="connsiteY120" fmla="*/ 1618975 h 2250653"/>
              <a:gd name="connsiteX121" fmla="*/ 2744582 w 14787902"/>
              <a:gd name="connsiteY121" fmla="*/ 1362251 h 2250653"/>
              <a:gd name="connsiteX122" fmla="*/ 3001306 w 14787902"/>
              <a:gd name="connsiteY122" fmla="*/ 1362251 h 2250653"/>
              <a:gd name="connsiteX123" fmla="*/ 2389335 w 14787902"/>
              <a:gd name="connsiteY123" fmla="*/ 1816400 h 2250653"/>
              <a:gd name="connsiteX124" fmla="*/ 1698356 w 14787902"/>
              <a:gd name="connsiteY124" fmla="*/ 1085823 h 2250653"/>
              <a:gd name="connsiteX125" fmla="*/ 2369629 w 14787902"/>
              <a:gd name="connsiteY125" fmla="*/ 355248 h 2250653"/>
              <a:gd name="connsiteX126" fmla="*/ 3297064 w 14787902"/>
              <a:gd name="connsiteY126" fmla="*/ 0 h 2250653"/>
              <a:gd name="connsiteX127" fmla="*/ 3553788 w 14787902"/>
              <a:gd name="connsiteY127" fmla="*/ 0 h 2250653"/>
              <a:gd name="connsiteX128" fmla="*/ 3553788 w 14787902"/>
              <a:gd name="connsiteY128" fmla="*/ 375141 h 2250653"/>
              <a:gd name="connsiteX129" fmla="*/ 3849920 w 14787902"/>
              <a:gd name="connsiteY129" fmla="*/ 375141 h 2250653"/>
              <a:gd name="connsiteX130" fmla="*/ 3849920 w 14787902"/>
              <a:gd name="connsiteY130" fmla="*/ 572563 h 2250653"/>
              <a:gd name="connsiteX131" fmla="*/ 3553788 w 14787902"/>
              <a:gd name="connsiteY131" fmla="*/ 572563 h 2250653"/>
              <a:gd name="connsiteX132" fmla="*/ 3553788 w 14787902"/>
              <a:gd name="connsiteY132" fmla="*/ 1401851 h 2250653"/>
              <a:gd name="connsiteX133" fmla="*/ 3711800 w 14787902"/>
              <a:gd name="connsiteY133" fmla="*/ 1618977 h 2250653"/>
              <a:gd name="connsiteX134" fmla="*/ 3849920 w 14787902"/>
              <a:gd name="connsiteY134" fmla="*/ 1579567 h 2250653"/>
              <a:gd name="connsiteX135" fmla="*/ 3849920 w 14787902"/>
              <a:gd name="connsiteY135" fmla="*/ 1776989 h 2250653"/>
              <a:gd name="connsiteX136" fmla="*/ 3691908 w 14787902"/>
              <a:gd name="connsiteY136" fmla="*/ 1816400 h 2250653"/>
              <a:gd name="connsiteX137" fmla="*/ 3297064 w 14787902"/>
              <a:gd name="connsiteY137" fmla="*/ 1421555 h 2250653"/>
              <a:gd name="connsiteX138" fmla="*/ 3297064 w 14787902"/>
              <a:gd name="connsiteY138" fmla="*/ 572563 h 2250653"/>
              <a:gd name="connsiteX139" fmla="*/ 3099642 w 14787902"/>
              <a:gd name="connsiteY139" fmla="*/ 572563 h 2250653"/>
              <a:gd name="connsiteX140" fmla="*/ 3099642 w 14787902"/>
              <a:gd name="connsiteY140" fmla="*/ 375141 h 2250653"/>
              <a:gd name="connsiteX141" fmla="*/ 3297064 w 14787902"/>
              <a:gd name="connsiteY141" fmla="*/ 375141 h 2250653"/>
              <a:gd name="connsiteX142" fmla="*/ 0 w 14787902"/>
              <a:gd name="connsiteY142" fmla="*/ 0 h 2250653"/>
              <a:gd name="connsiteX143" fmla="*/ 315839 w 14787902"/>
              <a:gd name="connsiteY143" fmla="*/ 0 h 2250653"/>
              <a:gd name="connsiteX144" fmla="*/ 1105528 w 14787902"/>
              <a:gd name="connsiteY144" fmla="*/ 1224132 h 2250653"/>
              <a:gd name="connsiteX145" fmla="*/ 1263540 w 14787902"/>
              <a:gd name="connsiteY145" fmla="*/ 1500561 h 2250653"/>
              <a:gd name="connsiteX146" fmla="*/ 1263540 w 14787902"/>
              <a:gd name="connsiteY146" fmla="*/ 0 h 2250653"/>
              <a:gd name="connsiteX147" fmla="*/ 1500372 w 14787902"/>
              <a:gd name="connsiteY147" fmla="*/ 0 h 2250653"/>
              <a:gd name="connsiteX148" fmla="*/ 1500372 w 14787902"/>
              <a:gd name="connsiteY148" fmla="*/ 1776989 h 2250653"/>
              <a:gd name="connsiteX149" fmla="*/ 1184534 w 14787902"/>
              <a:gd name="connsiteY149" fmla="*/ 1776989 h 2250653"/>
              <a:gd name="connsiteX150" fmla="*/ 394845 w 14787902"/>
              <a:gd name="connsiteY150" fmla="*/ 572563 h 2250653"/>
              <a:gd name="connsiteX151" fmla="*/ 256724 w 14787902"/>
              <a:gd name="connsiteY151" fmla="*/ 296135 h 2250653"/>
              <a:gd name="connsiteX152" fmla="*/ 237022 w 14787902"/>
              <a:gd name="connsiteY152" fmla="*/ 296135 h 2250653"/>
              <a:gd name="connsiteX153" fmla="*/ 256724 w 14787902"/>
              <a:gd name="connsiteY153" fmla="*/ 611972 h 2250653"/>
              <a:gd name="connsiteX154" fmla="*/ 256724 w 14787902"/>
              <a:gd name="connsiteY154" fmla="*/ 1776802 h 2250653"/>
              <a:gd name="connsiteX155" fmla="*/ 0 w 14787902"/>
              <a:gd name="connsiteY155" fmla="*/ 1776802 h 2250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4787902" h="2250653">
                <a:moveTo>
                  <a:pt x="11589172" y="1086010"/>
                </a:moveTo>
                <a:cubicBezTo>
                  <a:pt x="11510166" y="1145312"/>
                  <a:pt x="11391750" y="1184722"/>
                  <a:pt x="11293040" y="1204426"/>
                </a:cubicBezTo>
                <a:cubicBezTo>
                  <a:pt x="11115322" y="1243835"/>
                  <a:pt x="10917900" y="1263728"/>
                  <a:pt x="10917900" y="1421553"/>
                </a:cubicBezTo>
                <a:cubicBezTo>
                  <a:pt x="10917900" y="1559674"/>
                  <a:pt x="11036316" y="1618975"/>
                  <a:pt x="11174624" y="1618975"/>
                </a:cubicBezTo>
                <a:cubicBezTo>
                  <a:pt x="11451052" y="1618975"/>
                  <a:pt x="11589172" y="1421553"/>
                  <a:pt x="11589172" y="1145124"/>
                </a:cubicBezTo>
                <a:close/>
                <a:moveTo>
                  <a:pt x="2369254" y="552857"/>
                </a:moveTo>
                <a:cubicBezTo>
                  <a:pt x="2152128" y="552857"/>
                  <a:pt x="1994114" y="690978"/>
                  <a:pt x="1954706" y="967408"/>
                </a:cubicBezTo>
                <a:lnTo>
                  <a:pt x="2764099" y="967408"/>
                </a:lnTo>
                <a:cubicBezTo>
                  <a:pt x="2744397" y="690978"/>
                  <a:pt x="2586381" y="552857"/>
                  <a:pt x="2369254" y="552857"/>
                </a:cubicBezTo>
                <a:close/>
                <a:moveTo>
                  <a:pt x="6120654" y="552670"/>
                </a:moveTo>
                <a:cubicBezTo>
                  <a:pt x="5844225" y="552670"/>
                  <a:pt x="5686211" y="750092"/>
                  <a:pt x="5686211" y="1085823"/>
                </a:cubicBezTo>
                <a:cubicBezTo>
                  <a:pt x="5686211" y="1401662"/>
                  <a:pt x="5844225" y="1618975"/>
                  <a:pt x="6120654" y="1618975"/>
                </a:cubicBezTo>
                <a:cubicBezTo>
                  <a:pt x="6377377" y="1618975"/>
                  <a:pt x="6535203" y="1401849"/>
                  <a:pt x="6535203" y="1085823"/>
                </a:cubicBezTo>
                <a:cubicBezTo>
                  <a:pt x="6535203" y="750092"/>
                  <a:pt x="6377191" y="552670"/>
                  <a:pt x="6120654" y="552670"/>
                </a:cubicBezTo>
                <a:close/>
                <a:moveTo>
                  <a:pt x="9891567" y="532964"/>
                </a:moveTo>
                <a:cubicBezTo>
                  <a:pt x="9634843" y="532964"/>
                  <a:pt x="9457125" y="789690"/>
                  <a:pt x="9457125" y="1085823"/>
                </a:cubicBezTo>
                <a:cubicBezTo>
                  <a:pt x="9457125" y="1381957"/>
                  <a:pt x="9634843" y="1618975"/>
                  <a:pt x="9891567" y="1618975"/>
                </a:cubicBezTo>
                <a:cubicBezTo>
                  <a:pt x="10128400" y="1618975"/>
                  <a:pt x="10286412" y="1401849"/>
                  <a:pt x="10286412" y="1066118"/>
                </a:cubicBezTo>
                <a:cubicBezTo>
                  <a:pt x="10286412" y="750280"/>
                  <a:pt x="10128400" y="532964"/>
                  <a:pt x="9891567" y="532964"/>
                </a:cubicBezTo>
                <a:close/>
                <a:moveTo>
                  <a:pt x="13445542" y="375139"/>
                </a:moveTo>
                <a:lnTo>
                  <a:pt x="13721972" y="375139"/>
                </a:lnTo>
                <a:lnTo>
                  <a:pt x="14057702" y="1303137"/>
                </a:lnTo>
                <a:cubicBezTo>
                  <a:pt x="14077406" y="1382145"/>
                  <a:pt x="14097110" y="1461151"/>
                  <a:pt x="14117004" y="1559861"/>
                </a:cubicBezTo>
                <a:lnTo>
                  <a:pt x="14136708" y="1559861"/>
                </a:lnTo>
                <a:cubicBezTo>
                  <a:pt x="14156412" y="1461151"/>
                  <a:pt x="14176118" y="1382145"/>
                  <a:pt x="14196010" y="1303137"/>
                </a:cubicBezTo>
                <a:lnTo>
                  <a:pt x="14531740" y="375139"/>
                </a:lnTo>
                <a:lnTo>
                  <a:pt x="14787902" y="375139"/>
                </a:lnTo>
                <a:lnTo>
                  <a:pt x="14274641" y="1737392"/>
                </a:lnTo>
                <a:cubicBezTo>
                  <a:pt x="14195635" y="1934814"/>
                  <a:pt x="14017917" y="2250653"/>
                  <a:pt x="13702079" y="2250653"/>
                </a:cubicBezTo>
                <a:cubicBezTo>
                  <a:pt x="13603369" y="2250653"/>
                  <a:pt x="13544065" y="2230947"/>
                  <a:pt x="13524361" y="2211243"/>
                </a:cubicBezTo>
                <a:lnTo>
                  <a:pt x="13524361" y="2013820"/>
                </a:lnTo>
                <a:cubicBezTo>
                  <a:pt x="13563771" y="2033525"/>
                  <a:pt x="13623073" y="2053231"/>
                  <a:pt x="13682374" y="2053231"/>
                </a:cubicBezTo>
                <a:cubicBezTo>
                  <a:pt x="13860093" y="2053231"/>
                  <a:pt x="13958803" y="1934814"/>
                  <a:pt x="14018104" y="1816398"/>
                </a:cubicBezTo>
                <a:close/>
                <a:moveTo>
                  <a:pt x="12872981" y="355435"/>
                </a:moveTo>
                <a:cubicBezTo>
                  <a:pt x="13149409" y="355435"/>
                  <a:pt x="13346832" y="552857"/>
                  <a:pt x="13346832" y="829286"/>
                </a:cubicBezTo>
                <a:lnTo>
                  <a:pt x="13346645" y="829286"/>
                </a:lnTo>
                <a:lnTo>
                  <a:pt x="13346645" y="1776989"/>
                </a:lnTo>
                <a:lnTo>
                  <a:pt x="13109812" y="1776989"/>
                </a:lnTo>
                <a:lnTo>
                  <a:pt x="13109812" y="888587"/>
                </a:lnTo>
                <a:cubicBezTo>
                  <a:pt x="13109812" y="671461"/>
                  <a:pt x="12991396" y="552857"/>
                  <a:pt x="12813678" y="552857"/>
                </a:cubicBezTo>
                <a:cubicBezTo>
                  <a:pt x="12576847" y="552857"/>
                  <a:pt x="12418833" y="730575"/>
                  <a:pt x="12418833" y="1066118"/>
                </a:cubicBezTo>
                <a:lnTo>
                  <a:pt x="12418833" y="1776802"/>
                </a:lnTo>
                <a:lnTo>
                  <a:pt x="12182002" y="1776802"/>
                </a:lnTo>
                <a:lnTo>
                  <a:pt x="12182002" y="375139"/>
                </a:lnTo>
                <a:lnTo>
                  <a:pt x="12418833" y="375139"/>
                </a:lnTo>
                <a:lnTo>
                  <a:pt x="12418833" y="710871"/>
                </a:lnTo>
                <a:cubicBezTo>
                  <a:pt x="12458243" y="474038"/>
                  <a:pt x="12655666" y="355435"/>
                  <a:pt x="12872981" y="355435"/>
                </a:cubicBezTo>
                <a:close/>
                <a:moveTo>
                  <a:pt x="11293040" y="355435"/>
                </a:moveTo>
                <a:cubicBezTo>
                  <a:pt x="11648474" y="355435"/>
                  <a:pt x="11845896" y="513449"/>
                  <a:pt x="11845896" y="829286"/>
                </a:cubicBezTo>
                <a:lnTo>
                  <a:pt x="11845896" y="1461151"/>
                </a:lnTo>
                <a:cubicBezTo>
                  <a:pt x="11845896" y="1599271"/>
                  <a:pt x="11905198" y="1619165"/>
                  <a:pt x="11944606" y="1619165"/>
                </a:cubicBezTo>
                <a:cubicBezTo>
                  <a:pt x="11984017" y="1619165"/>
                  <a:pt x="12023614" y="1599458"/>
                  <a:pt x="12063023" y="1599458"/>
                </a:cubicBezTo>
                <a:lnTo>
                  <a:pt x="12063212" y="1599271"/>
                </a:lnTo>
                <a:lnTo>
                  <a:pt x="12063212" y="1776989"/>
                </a:lnTo>
                <a:cubicBezTo>
                  <a:pt x="12003910" y="1796694"/>
                  <a:pt x="11944795" y="1796694"/>
                  <a:pt x="11885494" y="1796694"/>
                </a:cubicBezTo>
                <a:cubicBezTo>
                  <a:pt x="11688072" y="1796694"/>
                  <a:pt x="11609064" y="1678277"/>
                  <a:pt x="11609064" y="1520265"/>
                </a:cubicBezTo>
                <a:lnTo>
                  <a:pt x="11609064" y="1460963"/>
                </a:lnTo>
                <a:lnTo>
                  <a:pt x="11589359" y="1460963"/>
                </a:lnTo>
                <a:cubicBezTo>
                  <a:pt x="11530060" y="1678090"/>
                  <a:pt x="11352529" y="1816398"/>
                  <a:pt x="11115509" y="1816398"/>
                </a:cubicBezTo>
                <a:cubicBezTo>
                  <a:pt x="10878489" y="1816398"/>
                  <a:pt x="10681067" y="1697983"/>
                  <a:pt x="10681067" y="1441259"/>
                </a:cubicBezTo>
                <a:cubicBezTo>
                  <a:pt x="10681067" y="1105527"/>
                  <a:pt x="10977201" y="1066118"/>
                  <a:pt x="11253629" y="1026708"/>
                </a:cubicBezTo>
                <a:cubicBezTo>
                  <a:pt x="11470756" y="987300"/>
                  <a:pt x="11589359" y="947702"/>
                  <a:pt x="11589359" y="769984"/>
                </a:cubicBezTo>
                <a:cubicBezTo>
                  <a:pt x="11589359" y="651569"/>
                  <a:pt x="11510353" y="533153"/>
                  <a:pt x="11293227" y="533153"/>
                </a:cubicBezTo>
                <a:cubicBezTo>
                  <a:pt x="11076101" y="533153"/>
                  <a:pt x="10957497" y="631863"/>
                  <a:pt x="10957497" y="848992"/>
                </a:cubicBezTo>
                <a:lnTo>
                  <a:pt x="10700773" y="848992"/>
                </a:lnTo>
                <a:cubicBezTo>
                  <a:pt x="10720477" y="533153"/>
                  <a:pt x="10917900" y="355435"/>
                  <a:pt x="11293040" y="355435"/>
                </a:cubicBezTo>
                <a:close/>
                <a:moveTo>
                  <a:pt x="9950869" y="355435"/>
                </a:moveTo>
                <a:cubicBezTo>
                  <a:pt x="10306305" y="355435"/>
                  <a:pt x="10543136" y="651569"/>
                  <a:pt x="10543136" y="1066118"/>
                </a:cubicBezTo>
                <a:cubicBezTo>
                  <a:pt x="10543136" y="1500561"/>
                  <a:pt x="10286412" y="1816398"/>
                  <a:pt x="9950869" y="1816398"/>
                </a:cubicBezTo>
                <a:cubicBezTo>
                  <a:pt x="9733742" y="1816398"/>
                  <a:pt x="9536320" y="1697983"/>
                  <a:pt x="9477018" y="1460963"/>
                </a:cubicBezTo>
                <a:lnTo>
                  <a:pt x="9457314" y="1460963"/>
                </a:lnTo>
                <a:lnTo>
                  <a:pt x="9457314" y="2250653"/>
                </a:lnTo>
                <a:lnTo>
                  <a:pt x="9220482" y="2250653"/>
                </a:lnTo>
                <a:lnTo>
                  <a:pt x="9220482" y="375139"/>
                </a:lnTo>
                <a:lnTo>
                  <a:pt x="9457314" y="375139"/>
                </a:lnTo>
                <a:lnTo>
                  <a:pt x="9457314" y="710871"/>
                </a:lnTo>
                <a:lnTo>
                  <a:pt x="9477018" y="710871"/>
                </a:lnTo>
                <a:cubicBezTo>
                  <a:pt x="9536320" y="474038"/>
                  <a:pt x="9733742" y="355435"/>
                  <a:pt x="9950869" y="355435"/>
                </a:cubicBezTo>
                <a:close/>
                <a:moveTo>
                  <a:pt x="7660247" y="355435"/>
                </a:moveTo>
                <a:cubicBezTo>
                  <a:pt x="7857667" y="355435"/>
                  <a:pt x="8035385" y="473851"/>
                  <a:pt x="8094687" y="710871"/>
                </a:cubicBezTo>
                <a:cubicBezTo>
                  <a:pt x="8153988" y="454147"/>
                  <a:pt x="8351411" y="355435"/>
                  <a:pt x="8529128" y="355435"/>
                </a:cubicBezTo>
                <a:cubicBezTo>
                  <a:pt x="8785852" y="355435"/>
                  <a:pt x="9002979" y="533153"/>
                  <a:pt x="9002979" y="829286"/>
                </a:cubicBezTo>
                <a:lnTo>
                  <a:pt x="9002979" y="1776989"/>
                </a:lnTo>
                <a:lnTo>
                  <a:pt x="8746255" y="1776989"/>
                </a:lnTo>
                <a:lnTo>
                  <a:pt x="8746255" y="848992"/>
                </a:lnTo>
                <a:cubicBezTo>
                  <a:pt x="8746255" y="671274"/>
                  <a:pt x="8627841" y="552857"/>
                  <a:pt x="8469828" y="552857"/>
                </a:cubicBezTo>
                <a:cubicBezTo>
                  <a:pt x="8252701" y="552857"/>
                  <a:pt x="8114393" y="730575"/>
                  <a:pt x="8114393" y="1066118"/>
                </a:cubicBezTo>
                <a:lnTo>
                  <a:pt x="8114393" y="1776802"/>
                </a:lnTo>
                <a:lnTo>
                  <a:pt x="7857667" y="1776802"/>
                </a:lnTo>
                <a:lnTo>
                  <a:pt x="7857667" y="848803"/>
                </a:lnTo>
                <a:cubicBezTo>
                  <a:pt x="7857667" y="671084"/>
                  <a:pt x="7739253" y="552670"/>
                  <a:pt x="7581239" y="552670"/>
                </a:cubicBezTo>
                <a:cubicBezTo>
                  <a:pt x="7364113" y="552670"/>
                  <a:pt x="7206099" y="769797"/>
                  <a:pt x="7206099" y="1065931"/>
                </a:cubicBezTo>
                <a:lnTo>
                  <a:pt x="7206099" y="1776613"/>
                </a:lnTo>
                <a:lnTo>
                  <a:pt x="6969268" y="1776613"/>
                </a:lnTo>
                <a:lnTo>
                  <a:pt x="6969268" y="375139"/>
                </a:lnTo>
                <a:lnTo>
                  <a:pt x="7206099" y="375139"/>
                </a:lnTo>
                <a:lnTo>
                  <a:pt x="7206099" y="710871"/>
                </a:lnTo>
                <a:cubicBezTo>
                  <a:pt x="7265401" y="474038"/>
                  <a:pt x="7442931" y="355435"/>
                  <a:pt x="7660247" y="355435"/>
                </a:cubicBezTo>
                <a:close/>
                <a:moveTo>
                  <a:pt x="6120466" y="355248"/>
                </a:moveTo>
                <a:cubicBezTo>
                  <a:pt x="6554719" y="355248"/>
                  <a:pt x="6791739" y="651380"/>
                  <a:pt x="6791739" y="1085823"/>
                </a:cubicBezTo>
                <a:cubicBezTo>
                  <a:pt x="6791739" y="1520265"/>
                  <a:pt x="6535015" y="1816400"/>
                  <a:pt x="6120466" y="1816400"/>
                </a:cubicBezTo>
                <a:cubicBezTo>
                  <a:pt x="5705915" y="1816400"/>
                  <a:pt x="5429487" y="1520265"/>
                  <a:pt x="5429487" y="1085823"/>
                </a:cubicBezTo>
                <a:cubicBezTo>
                  <a:pt x="5429487" y="651380"/>
                  <a:pt x="5686211" y="355248"/>
                  <a:pt x="6120466" y="355248"/>
                </a:cubicBezTo>
                <a:close/>
                <a:moveTo>
                  <a:pt x="4639609" y="355248"/>
                </a:moveTo>
                <a:cubicBezTo>
                  <a:pt x="4995043" y="355248"/>
                  <a:pt x="5251580" y="572374"/>
                  <a:pt x="5271473" y="908106"/>
                </a:cubicBezTo>
                <a:lnTo>
                  <a:pt x="5014749" y="908106"/>
                </a:lnTo>
                <a:cubicBezTo>
                  <a:pt x="4995043" y="710682"/>
                  <a:pt x="4896333" y="552670"/>
                  <a:pt x="4639609" y="552670"/>
                </a:cubicBezTo>
                <a:cubicBezTo>
                  <a:pt x="4382885" y="552670"/>
                  <a:pt x="4205167" y="769797"/>
                  <a:pt x="4205167" y="1085823"/>
                </a:cubicBezTo>
                <a:cubicBezTo>
                  <a:pt x="4205167" y="1401849"/>
                  <a:pt x="4382885" y="1618975"/>
                  <a:pt x="4639609" y="1618975"/>
                </a:cubicBezTo>
                <a:cubicBezTo>
                  <a:pt x="4856736" y="1618975"/>
                  <a:pt x="4995043" y="1480857"/>
                  <a:pt x="5034454" y="1243837"/>
                </a:cubicBezTo>
                <a:lnTo>
                  <a:pt x="5271284" y="1243837"/>
                </a:lnTo>
                <a:cubicBezTo>
                  <a:pt x="5251580" y="1599271"/>
                  <a:pt x="4994856" y="1816400"/>
                  <a:pt x="4639422" y="1816400"/>
                </a:cubicBezTo>
                <a:cubicBezTo>
                  <a:pt x="4244576" y="1816400"/>
                  <a:pt x="3948443" y="1520265"/>
                  <a:pt x="3948443" y="1085823"/>
                </a:cubicBezTo>
                <a:lnTo>
                  <a:pt x="3948630" y="1085823"/>
                </a:lnTo>
                <a:cubicBezTo>
                  <a:pt x="3948630" y="651380"/>
                  <a:pt x="4225061" y="355248"/>
                  <a:pt x="4639609" y="355248"/>
                </a:cubicBezTo>
                <a:close/>
                <a:moveTo>
                  <a:pt x="2369629" y="355248"/>
                </a:moveTo>
                <a:cubicBezTo>
                  <a:pt x="2784179" y="355248"/>
                  <a:pt x="3021197" y="671086"/>
                  <a:pt x="3021197" y="1105529"/>
                </a:cubicBezTo>
                <a:lnTo>
                  <a:pt x="3021197" y="1144937"/>
                </a:lnTo>
                <a:lnTo>
                  <a:pt x="3020823" y="1145124"/>
                </a:lnTo>
                <a:lnTo>
                  <a:pt x="1954706" y="1145124"/>
                </a:lnTo>
                <a:cubicBezTo>
                  <a:pt x="1974412" y="1441259"/>
                  <a:pt x="2152128" y="1618975"/>
                  <a:pt x="2389146" y="1618975"/>
                </a:cubicBezTo>
                <a:cubicBezTo>
                  <a:pt x="2566864" y="1618975"/>
                  <a:pt x="2724876" y="1520265"/>
                  <a:pt x="2744582" y="1362251"/>
                </a:cubicBezTo>
                <a:lnTo>
                  <a:pt x="3001306" y="1362251"/>
                </a:lnTo>
                <a:cubicBezTo>
                  <a:pt x="2961896" y="1638682"/>
                  <a:pt x="2705172" y="1816400"/>
                  <a:pt x="2389335" y="1816400"/>
                </a:cubicBezTo>
                <a:cubicBezTo>
                  <a:pt x="1974784" y="1816400"/>
                  <a:pt x="1698356" y="1539969"/>
                  <a:pt x="1698356" y="1085823"/>
                </a:cubicBezTo>
                <a:cubicBezTo>
                  <a:pt x="1698356" y="671274"/>
                  <a:pt x="1955080" y="355248"/>
                  <a:pt x="2369629" y="355248"/>
                </a:cubicBezTo>
                <a:close/>
                <a:moveTo>
                  <a:pt x="3297064" y="0"/>
                </a:moveTo>
                <a:lnTo>
                  <a:pt x="3553788" y="0"/>
                </a:lnTo>
                <a:lnTo>
                  <a:pt x="3553788" y="375141"/>
                </a:lnTo>
                <a:lnTo>
                  <a:pt x="3849920" y="375141"/>
                </a:lnTo>
                <a:lnTo>
                  <a:pt x="3849920" y="572563"/>
                </a:lnTo>
                <a:lnTo>
                  <a:pt x="3553788" y="572563"/>
                </a:lnTo>
                <a:lnTo>
                  <a:pt x="3553788" y="1401851"/>
                </a:lnTo>
                <a:cubicBezTo>
                  <a:pt x="3553788" y="1559863"/>
                  <a:pt x="3613089" y="1618977"/>
                  <a:pt x="3711800" y="1618977"/>
                </a:cubicBezTo>
                <a:cubicBezTo>
                  <a:pt x="3771104" y="1618977"/>
                  <a:pt x="3810512" y="1599273"/>
                  <a:pt x="3849920" y="1579567"/>
                </a:cubicBezTo>
                <a:lnTo>
                  <a:pt x="3849920" y="1776989"/>
                </a:lnTo>
                <a:cubicBezTo>
                  <a:pt x="3810512" y="1796696"/>
                  <a:pt x="3751210" y="1816400"/>
                  <a:pt x="3691908" y="1816400"/>
                </a:cubicBezTo>
                <a:cubicBezTo>
                  <a:pt x="3455078" y="1816400"/>
                  <a:pt x="3297064" y="1697983"/>
                  <a:pt x="3297064" y="1421555"/>
                </a:cubicBezTo>
                <a:lnTo>
                  <a:pt x="3297064" y="572563"/>
                </a:lnTo>
                <a:lnTo>
                  <a:pt x="3099642" y="572563"/>
                </a:lnTo>
                <a:lnTo>
                  <a:pt x="3099642" y="375141"/>
                </a:lnTo>
                <a:lnTo>
                  <a:pt x="3297064" y="375141"/>
                </a:lnTo>
                <a:close/>
                <a:moveTo>
                  <a:pt x="0" y="0"/>
                </a:moveTo>
                <a:lnTo>
                  <a:pt x="315839" y="0"/>
                </a:lnTo>
                <a:lnTo>
                  <a:pt x="1105528" y="1224132"/>
                </a:lnTo>
                <a:cubicBezTo>
                  <a:pt x="1164830" y="1322843"/>
                  <a:pt x="1223944" y="1421555"/>
                  <a:pt x="1263540" y="1500561"/>
                </a:cubicBezTo>
                <a:lnTo>
                  <a:pt x="1263540" y="0"/>
                </a:lnTo>
                <a:lnTo>
                  <a:pt x="1500372" y="0"/>
                </a:lnTo>
                <a:lnTo>
                  <a:pt x="1500372" y="1776989"/>
                </a:lnTo>
                <a:lnTo>
                  <a:pt x="1184534" y="1776989"/>
                </a:lnTo>
                <a:lnTo>
                  <a:pt x="394845" y="572563"/>
                </a:lnTo>
                <a:cubicBezTo>
                  <a:pt x="335543" y="473851"/>
                  <a:pt x="276430" y="375141"/>
                  <a:pt x="256724" y="296135"/>
                </a:cubicBezTo>
                <a:lnTo>
                  <a:pt x="237022" y="296135"/>
                </a:lnTo>
                <a:cubicBezTo>
                  <a:pt x="256724" y="375141"/>
                  <a:pt x="256724" y="493557"/>
                  <a:pt x="256724" y="611972"/>
                </a:cubicBezTo>
                <a:lnTo>
                  <a:pt x="256724" y="1776802"/>
                </a:lnTo>
                <a:lnTo>
                  <a:pt x="0" y="177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DA60E99-EE3E-2CEB-E2B1-30711574498F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9201150" y="6556374"/>
            <a:ext cx="1412875" cy="127001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12508" b="2508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 </a:t>
            </a:r>
          </a:p>
        </p:txBody>
      </p:sp>
      <p:sp>
        <p:nvSpPr>
          <p:cNvPr id="29" name="Box - freeform">
            <a:extLst>
              <a:ext uri="{FF2B5EF4-FFF2-40B4-BE49-F238E27FC236}">
                <a16:creationId xmlns:a16="http://schemas.microsoft.com/office/drawing/2014/main" id="{46A047EA-0D8D-E5EF-15A9-F1F50B95E3A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white">
          <a:xfrm>
            <a:off x="3000375" y="1666874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Box - freeform">
            <a:extLst>
              <a:ext uri="{FF2B5EF4-FFF2-40B4-BE49-F238E27FC236}">
                <a16:creationId xmlns:a16="http://schemas.microsoft.com/office/drawing/2014/main" id="{F7E660AB-E7AA-4765-1160-A22EA87D18E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white">
          <a:xfrm>
            <a:off x="3000375" y="5002212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Box - freeform">
            <a:extLst>
              <a:ext uri="{FF2B5EF4-FFF2-40B4-BE49-F238E27FC236}">
                <a16:creationId xmlns:a16="http://schemas.microsoft.com/office/drawing/2014/main" id="{70D9AD67-1F57-8BD7-EFC6-921EF12D967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 bwMode="white">
          <a:xfrm>
            <a:off x="12004675" y="1666875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Box - freeform">
            <a:extLst>
              <a:ext uri="{FF2B5EF4-FFF2-40B4-BE49-F238E27FC236}">
                <a16:creationId xmlns:a16="http://schemas.microsoft.com/office/drawing/2014/main" id="{8EC693B7-118D-CC7D-6FCC-6D87AE57BB3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 bwMode="white">
          <a:xfrm>
            <a:off x="12007056" y="5002213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5D2BFA1-E72E-CB12-4D23-BD077C7A93D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3200" cy="6861600"/>
          </a:xfrm>
          <a:solidFill>
            <a:schemeClr val="bg1">
              <a:lumMod val="85000"/>
            </a:schemeClr>
          </a:solidFill>
        </p:spPr>
        <p:txBody>
          <a:bodyPr lIns="0" tIns="3708000" anchor="t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altLang="zh-HK"/>
              <a:t>Click icon to add picture, then right click and select option Send to Back</a:t>
            </a:r>
          </a:p>
        </p:txBody>
      </p:sp>
    </p:spTree>
    <p:extLst>
      <p:ext uri="{BB962C8B-B14F-4D97-AF65-F5344CB8AC3E}">
        <p14:creationId xmlns:p14="http://schemas.microsoft.com/office/powerpoint/2010/main" val="656933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50">
          <p15:clr>
            <a:srgbClr val="A4A3A4"/>
          </p15:clr>
        </p15:guide>
        <p15:guide id="2" orient="horz" pos="1168">
          <p15:clr>
            <a:srgbClr val="A4A3A4"/>
          </p15:clr>
        </p15:guide>
        <p15:guide id="3" orient="horz" pos="2101">
          <p15:clr>
            <a:srgbClr val="A4A3A4"/>
          </p15:clr>
        </p15:guide>
        <p15:guide id="4" orient="horz" pos="2218">
          <p15:clr>
            <a:srgbClr val="A4A3A4"/>
          </p15:clr>
        </p15:guide>
        <p15:guide id="5" orient="horz" pos="3151">
          <p15:clr>
            <a:srgbClr val="A4A3A4"/>
          </p15:clr>
        </p15:guide>
        <p15:guide id="6" orient="horz" pos="3269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ong gr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">
            <a:extLst>
              <a:ext uri="{FF2B5EF4-FFF2-40B4-BE49-F238E27FC236}">
                <a16:creationId xmlns:a16="http://schemas.microsoft.com/office/drawing/2014/main" id="{957FAFE2-DC25-D76A-010D-C19E2C8A702D}"/>
              </a:ext>
            </a:extLst>
          </p:cNvPr>
          <p:cNvSpPr/>
          <p:nvPr userDrawn="1"/>
        </p:nvSpPr>
        <p:spPr>
          <a:xfrm>
            <a:off x="0" y="11952"/>
            <a:ext cx="12193200" cy="686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err="1"/>
          </a:p>
        </p:txBody>
      </p:sp>
      <p:sp>
        <p:nvSpPr>
          <p:cNvPr id="4" name="Grid">
            <a:extLst>
              <a:ext uri="{FF2B5EF4-FFF2-40B4-BE49-F238E27FC236}">
                <a16:creationId xmlns:a16="http://schemas.microsoft.com/office/drawing/2014/main" id="{C0BA7F59-CDC3-62D7-D722-BB5C145BC465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52AB567F-D7C7-D77C-D184-10CED8C1B424}"/>
              </a:ext>
            </a:extLst>
          </p:cNvPr>
          <p:cNvSpPr/>
          <p:nvPr userDrawn="1"/>
        </p:nvSpPr>
        <p:spPr bwMode="white"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Agenda title">
            <a:extLst>
              <a:ext uri="{FF2B5EF4-FFF2-40B4-BE49-F238E27FC236}">
                <a16:creationId xmlns:a16="http://schemas.microsoft.com/office/drawing/2014/main" id="{C2632451-B23C-4B02-C331-037EDD532064}"/>
              </a:ext>
            </a:extLst>
          </p:cNvPr>
          <p:cNvSpPr txBox="1"/>
          <p:nvPr userDrawn="1"/>
        </p:nvSpPr>
        <p:spPr bwMode="white">
          <a:xfrm>
            <a:off x="185738" y="1807369"/>
            <a:ext cx="101917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BF71D63-C597-5855-FF01-7A48890671A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EEC351E-C673-90A1-9633-CEECAA95F0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3175667" y="1627818"/>
            <a:ext cx="8816975" cy="4054476"/>
          </a:xfrm>
        </p:spPr>
        <p:txBody>
          <a:bodyPr tIns="180000"/>
          <a:lstStyle>
            <a:lvl1pPr marL="252000" indent="-252000">
              <a:lnSpc>
                <a:spcPct val="110000"/>
              </a:lnSpc>
              <a:spcBef>
                <a:spcPts val="0"/>
              </a:spcBef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1pPr>
            <a:lvl2pPr marL="486000" indent="-234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2pPr>
            <a:lvl3pPr marL="666000" indent="-198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3pPr>
            <a:lvl4pPr marL="216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4pPr>
            <a:lvl5pPr marL="432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5pPr>
            <a:lvl6pPr marL="648000" indent="-216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6pPr>
            <a:lvl7pPr marL="216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7pPr>
            <a:lvl8pPr marL="432000" indent="-216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8pPr>
            <a:lvl9pPr marL="648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add agenda point                                                                            </a:t>
            </a:r>
            <a:r>
              <a:rPr lang="en-US" noProof="0"/>
              <a:t>Enter &amp; TAB for next text level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919861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long green - no grid">
    <p:bg>
      <p:bgPr>
        <a:solidFill>
          <a:srgbClr val="1238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ogo">
            <a:extLst>
              <a:ext uri="{FF2B5EF4-FFF2-40B4-BE49-F238E27FC236}">
                <a16:creationId xmlns:a16="http://schemas.microsoft.com/office/drawing/2014/main" id="{52AB567F-D7C7-D77C-D184-10CED8C1B424}"/>
              </a:ext>
            </a:extLst>
          </p:cNvPr>
          <p:cNvSpPr/>
          <p:nvPr userDrawn="1"/>
        </p:nvSpPr>
        <p:spPr bwMode="white"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Agenda title">
            <a:extLst>
              <a:ext uri="{FF2B5EF4-FFF2-40B4-BE49-F238E27FC236}">
                <a16:creationId xmlns:a16="http://schemas.microsoft.com/office/drawing/2014/main" id="{C2632451-B23C-4B02-C331-037EDD532064}"/>
              </a:ext>
            </a:extLst>
          </p:cNvPr>
          <p:cNvSpPr txBox="1"/>
          <p:nvPr userDrawn="1"/>
        </p:nvSpPr>
        <p:spPr bwMode="white">
          <a:xfrm>
            <a:off x="185738" y="1807369"/>
            <a:ext cx="101917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BF71D63-C597-5855-FF01-7A48890671A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EEC351E-C673-90A1-9633-CEECAA95F0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3175668" y="1627818"/>
            <a:ext cx="7438146" cy="4054476"/>
          </a:xfrm>
        </p:spPr>
        <p:txBody>
          <a:bodyPr tIns="180000"/>
          <a:lstStyle>
            <a:lvl1pPr marL="252000" indent="-252000">
              <a:lnSpc>
                <a:spcPct val="110000"/>
              </a:lnSpc>
              <a:spcBef>
                <a:spcPts val="0"/>
              </a:spcBef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1pPr>
            <a:lvl2pPr marL="486000" indent="-234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2pPr>
            <a:lvl3pPr marL="666000" indent="-198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3pPr>
            <a:lvl4pPr marL="216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4pPr>
            <a:lvl5pPr marL="432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5pPr>
            <a:lvl6pPr marL="648000" indent="-216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6pPr>
            <a:lvl7pPr marL="216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7pPr>
            <a:lvl8pPr marL="432000" indent="-216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8pPr>
            <a:lvl9pPr marL="648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add agenda point                                                                            </a:t>
            </a:r>
            <a:r>
              <a:rPr lang="en-US" noProof="0"/>
              <a:t>Enter &amp; TAB for next text level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532913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hort gr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">
            <a:extLst>
              <a:ext uri="{FF2B5EF4-FFF2-40B4-BE49-F238E27FC236}">
                <a16:creationId xmlns:a16="http://schemas.microsoft.com/office/drawing/2014/main" id="{957FAFE2-DC25-D76A-010D-C19E2C8A702D}"/>
              </a:ext>
            </a:extLst>
          </p:cNvPr>
          <p:cNvSpPr/>
          <p:nvPr userDrawn="1"/>
        </p:nvSpPr>
        <p:spPr>
          <a:xfrm>
            <a:off x="-1200" y="6016"/>
            <a:ext cx="12193200" cy="686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err="1"/>
          </a:p>
        </p:txBody>
      </p:sp>
      <p:sp>
        <p:nvSpPr>
          <p:cNvPr id="4" name="Grid">
            <a:extLst>
              <a:ext uri="{FF2B5EF4-FFF2-40B4-BE49-F238E27FC236}">
                <a16:creationId xmlns:a16="http://schemas.microsoft.com/office/drawing/2014/main" id="{C0BA7F59-CDC3-62D7-D722-BB5C145BC465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52AB567F-D7C7-D77C-D184-10CED8C1B424}"/>
              </a:ext>
            </a:extLst>
          </p:cNvPr>
          <p:cNvSpPr/>
          <p:nvPr userDrawn="1"/>
        </p:nvSpPr>
        <p:spPr bwMode="white"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Agenda title">
            <a:extLst>
              <a:ext uri="{FF2B5EF4-FFF2-40B4-BE49-F238E27FC236}">
                <a16:creationId xmlns:a16="http://schemas.microsoft.com/office/drawing/2014/main" id="{C2632451-B23C-4B02-C331-037EDD532064}"/>
              </a:ext>
            </a:extLst>
          </p:cNvPr>
          <p:cNvSpPr txBox="1"/>
          <p:nvPr userDrawn="1"/>
        </p:nvSpPr>
        <p:spPr bwMode="white">
          <a:xfrm>
            <a:off x="185738" y="1807369"/>
            <a:ext cx="101917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2974183" y="1706106"/>
            <a:ext cx="9030491" cy="4054476"/>
          </a:xfrm>
        </p:spPr>
        <p:txBody>
          <a:bodyPr tIns="108000"/>
          <a:lstStyle>
            <a:lvl1pPr marL="432000" indent="-4320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</a:defRPr>
            </a:lvl1pPr>
            <a:lvl2pPr marL="435600" indent="-43560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5000"/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</a:defRPr>
            </a:lvl2pPr>
            <a:lvl3pPr marL="432000" indent="-4320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</a:defRPr>
            </a:lvl3pPr>
            <a:lvl4pPr marL="435600" indent="-435600">
              <a:lnSpc>
                <a:spcPct val="115000"/>
              </a:lnSpc>
              <a:spcBef>
                <a:spcPts val="0"/>
              </a:spcBef>
              <a:buClr>
                <a:schemeClr val="accent5"/>
              </a:buClr>
              <a:buSzPct val="85000"/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</a:defRPr>
            </a:lvl4pPr>
            <a:lvl5pPr marL="432000" indent="-4320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</a:defRPr>
            </a:lvl5pPr>
            <a:lvl6pPr marL="435600" indent="-43560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5000"/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</a:defRPr>
            </a:lvl6pPr>
            <a:lvl7pPr marL="432000" indent="-4320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</a:defRPr>
            </a:lvl7pPr>
            <a:lvl8pPr marL="435600" indent="-43560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5000"/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</a:defRPr>
            </a:lvl8pPr>
            <a:lvl9pPr marL="432000" indent="-4320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add agenda point                          Enter &amp; TAB for next text level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BF71D63-C597-5855-FF01-7A48890671A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35267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ong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s">
            <a:extLst>
              <a:ext uri="{FF2B5EF4-FFF2-40B4-BE49-F238E27FC236}">
                <a16:creationId xmlns:a16="http://schemas.microsoft.com/office/drawing/2014/main" id="{AA7BFD65-08C9-1340-556F-7990CE9ABBFE}"/>
              </a:ext>
            </a:extLst>
          </p:cNvPr>
          <p:cNvSpPr>
            <a:spLocks/>
          </p:cNvSpPr>
          <p:nvPr userDrawn="1"/>
        </p:nvSpPr>
        <p:spPr>
          <a:xfrm>
            <a:off x="-1200" y="-3600"/>
            <a:ext cx="12193200" cy="6861600"/>
          </a:xfrm>
          <a:prstGeom prst="rect">
            <a:avLst/>
          </a:prstGeom>
          <a:solidFill>
            <a:srgbClr val="E7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err="1"/>
          </a:p>
        </p:txBody>
      </p:sp>
      <p:sp>
        <p:nvSpPr>
          <p:cNvPr id="5" name="Grid">
            <a:extLst>
              <a:ext uri="{FF2B5EF4-FFF2-40B4-BE49-F238E27FC236}">
                <a16:creationId xmlns:a16="http://schemas.microsoft.com/office/drawing/2014/main" id="{EA445E9E-B98F-C4E5-5966-49E72CD8BDA7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52AB567F-D7C7-D77C-D184-10CED8C1B424}"/>
              </a:ext>
            </a:extLst>
          </p:cNvPr>
          <p:cNvSpPr/>
          <p:nvPr userDrawn="1"/>
        </p:nvSpPr>
        <p:spPr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Agenda title">
            <a:extLst>
              <a:ext uri="{FF2B5EF4-FFF2-40B4-BE49-F238E27FC236}">
                <a16:creationId xmlns:a16="http://schemas.microsoft.com/office/drawing/2014/main" id="{C2632451-B23C-4B02-C331-037EDD532064}"/>
              </a:ext>
            </a:extLst>
          </p:cNvPr>
          <p:cNvSpPr txBox="1"/>
          <p:nvPr userDrawn="1"/>
        </p:nvSpPr>
        <p:spPr>
          <a:xfrm>
            <a:off x="185738" y="1807369"/>
            <a:ext cx="101917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BF71D63-C597-5855-FF01-7A48890671A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4FE6EAD-778E-BDF2-9D68-D1D6108541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75667" y="1609890"/>
            <a:ext cx="8816975" cy="4054476"/>
          </a:xfrm>
        </p:spPr>
        <p:txBody>
          <a:bodyPr tIns="180000"/>
          <a:lstStyle>
            <a:lvl1pPr marL="252000" indent="-252000">
              <a:lnSpc>
                <a:spcPct val="110000"/>
              </a:lnSpc>
              <a:spcBef>
                <a:spcPts val="0"/>
              </a:spcBef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1pPr>
            <a:lvl2pPr marL="486000" indent="-234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2pPr>
            <a:lvl3pPr marL="666000" indent="-198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3pPr>
            <a:lvl4pPr marL="216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4pPr>
            <a:lvl5pPr marL="432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5pPr>
            <a:lvl6pPr marL="648000" indent="-216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6pPr>
            <a:lvl7pPr marL="216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7pPr>
            <a:lvl8pPr marL="432000" indent="-216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8pPr>
            <a:lvl9pPr marL="648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add agenda point                                                                            </a:t>
            </a:r>
            <a:r>
              <a:rPr lang="en-US" noProof="0"/>
              <a:t>Enter &amp; TAB for next text level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487874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hor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s">
            <a:extLst>
              <a:ext uri="{FF2B5EF4-FFF2-40B4-BE49-F238E27FC236}">
                <a16:creationId xmlns:a16="http://schemas.microsoft.com/office/drawing/2014/main" id="{852A952B-76EF-4C8C-8C7B-140D4588A85A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E7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err="1"/>
          </a:p>
        </p:txBody>
      </p:sp>
      <p:sp>
        <p:nvSpPr>
          <p:cNvPr id="5" name="Grid">
            <a:extLst>
              <a:ext uri="{FF2B5EF4-FFF2-40B4-BE49-F238E27FC236}">
                <a16:creationId xmlns:a16="http://schemas.microsoft.com/office/drawing/2014/main" id="{86B312DF-9E04-8EC7-BF7D-380A73D1E276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52AB567F-D7C7-D77C-D184-10CED8C1B424}"/>
              </a:ext>
            </a:extLst>
          </p:cNvPr>
          <p:cNvSpPr/>
          <p:nvPr userDrawn="1"/>
        </p:nvSpPr>
        <p:spPr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Agenda title">
            <a:extLst>
              <a:ext uri="{FF2B5EF4-FFF2-40B4-BE49-F238E27FC236}">
                <a16:creationId xmlns:a16="http://schemas.microsoft.com/office/drawing/2014/main" id="{C2632451-B23C-4B02-C331-037EDD532064}"/>
              </a:ext>
            </a:extLst>
          </p:cNvPr>
          <p:cNvSpPr txBox="1"/>
          <p:nvPr userDrawn="1"/>
        </p:nvSpPr>
        <p:spPr>
          <a:xfrm>
            <a:off x="185738" y="1807369"/>
            <a:ext cx="101917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BF71D63-C597-5855-FF01-7A48890671A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3B2D50B-F7A1-3E5D-5317-A3672D5A3B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2974183" y="1700130"/>
            <a:ext cx="9030491" cy="4054476"/>
          </a:xfrm>
        </p:spPr>
        <p:txBody>
          <a:bodyPr tIns="108000"/>
          <a:lstStyle>
            <a:lvl1pPr marL="432000" indent="-4320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accent1"/>
                </a:solidFill>
              </a:defRPr>
            </a:lvl1pPr>
            <a:lvl2pPr marL="435600" indent="-43560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5000"/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</a:defRPr>
            </a:lvl2pPr>
            <a:lvl3pPr marL="432000" indent="-4320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accent1"/>
                </a:solidFill>
              </a:defRPr>
            </a:lvl3pPr>
            <a:lvl4pPr marL="435600" indent="-435600">
              <a:lnSpc>
                <a:spcPct val="115000"/>
              </a:lnSpc>
              <a:spcBef>
                <a:spcPts val="0"/>
              </a:spcBef>
              <a:buClr>
                <a:schemeClr val="accent5"/>
              </a:buClr>
              <a:buSzPct val="85000"/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</a:defRPr>
            </a:lvl4pPr>
            <a:lvl5pPr marL="432000" indent="-4320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accent1"/>
                </a:solidFill>
              </a:defRPr>
            </a:lvl5pPr>
            <a:lvl6pPr marL="435600" indent="-43560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5000"/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</a:defRPr>
            </a:lvl6pPr>
            <a:lvl7pPr marL="432000" indent="-4320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accent1"/>
                </a:solidFill>
              </a:defRPr>
            </a:lvl7pPr>
            <a:lvl8pPr marL="435600" indent="-43560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5000"/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</a:defRPr>
            </a:lvl8pPr>
            <a:lvl9pPr marL="432000" indent="-4320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GB" noProof="0"/>
              <a:t>Click to add agenda point                          Enter &amp; TAB for next text level</a:t>
            </a:r>
          </a:p>
        </p:txBody>
      </p:sp>
    </p:spTree>
    <p:extLst>
      <p:ext uri="{BB962C8B-B14F-4D97-AF65-F5344CB8AC3E}">
        <p14:creationId xmlns:p14="http://schemas.microsoft.com/office/powerpoint/2010/main" val="15164392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ong grey - no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">
            <a:extLst>
              <a:ext uri="{FF2B5EF4-FFF2-40B4-BE49-F238E27FC236}">
                <a16:creationId xmlns:a16="http://schemas.microsoft.com/office/drawing/2014/main" id="{97AEE8EB-E9A4-4093-2252-3955D0CA1AC9}"/>
              </a:ext>
            </a:extLst>
          </p:cNvPr>
          <p:cNvSpPr>
            <a:spLocks/>
          </p:cNvSpPr>
          <p:nvPr userDrawn="1"/>
        </p:nvSpPr>
        <p:spPr>
          <a:xfrm>
            <a:off x="-1200" y="-3600"/>
            <a:ext cx="12193200" cy="6861600"/>
          </a:xfrm>
          <a:prstGeom prst="rect">
            <a:avLst/>
          </a:prstGeom>
          <a:solidFill>
            <a:srgbClr val="E7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err="1"/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52AB567F-D7C7-D77C-D184-10CED8C1B424}"/>
              </a:ext>
            </a:extLst>
          </p:cNvPr>
          <p:cNvSpPr/>
          <p:nvPr userDrawn="1"/>
        </p:nvSpPr>
        <p:spPr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Agenda title">
            <a:extLst>
              <a:ext uri="{FF2B5EF4-FFF2-40B4-BE49-F238E27FC236}">
                <a16:creationId xmlns:a16="http://schemas.microsoft.com/office/drawing/2014/main" id="{C2632451-B23C-4B02-C331-037EDD532064}"/>
              </a:ext>
            </a:extLst>
          </p:cNvPr>
          <p:cNvSpPr txBox="1"/>
          <p:nvPr userDrawn="1"/>
        </p:nvSpPr>
        <p:spPr>
          <a:xfrm>
            <a:off x="185738" y="1807369"/>
            <a:ext cx="101917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BF71D63-C597-5855-FF01-7A48890671A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4FE6EAD-778E-BDF2-9D68-D1D6108541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75667" y="1609890"/>
            <a:ext cx="8816975" cy="4054476"/>
          </a:xfrm>
        </p:spPr>
        <p:txBody>
          <a:bodyPr tIns="180000"/>
          <a:lstStyle>
            <a:lvl1pPr marL="252000" indent="-252000">
              <a:lnSpc>
                <a:spcPct val="110000"/>
              </a:lnSpc>
              <a:spcBef>
                <a:spcPts val="0"/>
              </a:spcBef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1pPr>
            <a:lvl2pPr marL="486000" indent="-234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2pPr>
            <a:lvl3pPr marL="666000" indent="-198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3pPr>
            <a:lvl4pPr marL="216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4pPr>
            <a:lvl5pPr marL="432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5pPr>
            <a:lvl6pPr marL="648000" indent="-216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6pPr>
            <a:lvl7pPr marL="216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7pPr>
            <a:lvl8pPr marL="432000" indent="-216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8pPr>
            <a:lvl9pPr marL="648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add agenda point                                                                            </a:t>
            </a:r>
            <a:r>
              <a:rPr lang="en-US" noProof="0"/>
              <a:t>Enter &amp; TAB for next text level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041709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gr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s">
            <a:extLst>
              <a:ext uri="{FF2B5EF4-FFF2-40B4-BE49-F238E27FC236}">
                <a16:creationId xmlns:a16="http://schemas.microsoft.com/office/drawing/2014/main" id="{CA0DEA3C-AEE2-C307-5D8E-500705E9AB76}"/>
              </a:ext>
            </a:extLst>
          </p:cNvPr>
          <p:cNvSpPr/>
          <p:nvPr userDrawn="1"/>
        </p:nvSpPr>
        <p:spPr bwMode="ltGray"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err="1"/>
          </a:p>
        </p:txBody>
      </p:sp>
      <p:sp>
        <p:nvSpPr>
          <p:cNvPr id="84" name="Grid">
            <a:extLst>
              <a:ext uri="{FF2B5EF4-FFF2-40B4-BE49-F238E27FC236}">
                <a16:creationId xmlns:a16="http://schemas.microsoft.com/office/drawing/2014/main" id="{6B14ED8E-E195-D0C0-D950-EEEE70133C27}"/>
              </a:ext>
            </a:extLst>
          </p:cNvPr>
          <p:cNvSpPr/>
          <p:nvPr userDrawn="1"/>
        </p:nvSpPr>
        <p:spPr bwMode="white"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1" name="Logo">
            <a:extLst>
              <a:ext uri="{FF2B5EF4-FFF2-40B4-BE49-F238E27FC236}">
                <a16:creationId xmlns:a16="http://schemas.microsoft.com/office/drawing/2014/main" id="{C5441F9B-1854-D9BD-741A-71B0CB02280A}"/>
              </a:ext>
            </a:extLst>
          </p:cNvPr>
          <p:cNvSpPr/>
          <p:nvPr userDrawn="1"/>
        </p:nvSpPr>
        <p:spPr bwMode="white"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0" y="0"/>
            <a:ext cx="8996576" cy="2620964"/>
          </a:xfrm>
        </p:spPr>
        <p:txBody>
          <a:bodyPr lIns="198000" tIns="144000" bIns="0" anchor="t"/>
          <a:lstStyle>
            <a:lvl1pPr algn="l">
              <a:lnSpc>
                <a:spcPct val="86000"/>
              </a:lnSpc>
              <a:defRPr sz="63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B4E9833-0B18-BA78-C50B-350C1656D1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6000750" y="3335337"/>
            <a:ext cx="6191250" cy="1854199"/>
          </a:xfrm>
        </p:spPr>
        <p:txBody>
          <a:bodyPr lIns="198000" tIns="126000" rIns="180000" bIns="12600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tabLst/>
              <a:defRPr sz="2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Click to add subtitle</a:t>
            </a:r>
          </a:p>
        </p:txBody>
      </p:sp>
      <p:sp>
        <p:nvSpPr>
          <p:cNvPr id="5" name="Box">
            <a:extLst>
              <a:ext uri="{FF2B5EF4-FFF2-40B4-BE49-F238E27FC236}">
                <a16:creationId xmlns:a16="http://schemas.microsoft.com/office/drawing/2014/main" id="{03A0F438-4088-5AAB-159E-9333B609A02F}"/>
              </a:ext>
            </a:extLst>
          </p:cNvPr>
          <p:cNvSpPr/>
          <p:nvPr userDrawn="1"/>
        </p:nvSpPr>
        <p:spPr>
          <a:xfrm>
            <a:off x="6000750" y="3335338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27" name="Box">
            <a:extLst>
              <a:ext uri="{FF2B5EF4-FFF2-40B4-BE49-F238E27FC236}">
                <a16:creationId xmlns:a16="http://schemas.microsoft.com/office/drawing/2014/main" id="{56974EA7-F7BD-1941-D933-C92C4666FD27}"/>
              </a:ext>
            </a:extLst>
          </p:cNvPr>
          <p:cNvSpPr/>
          <p:nvPr userDrawn="1"/>
        </p:nvSpPr>
        <p:spPr>
          <a:xfrm>
            <a:off x="6000750" y="5002212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26" name="Box">
            <a:extLst>
              <a:ext uri="{FF2B5EF4-FFF2-40B4-BE49-F238E27FC236}">
                <a16:creationId xmlns:a16="http://schemas.microsoft.com/office/drawing/2014/main" id="{66A3D3DA-0B49-90D3-34F9-7D9680003524}"/>
              </a:ext>
            </a:extLst>
          </p:cNvPr>
          <p:cNvSpPr/>
          <p:nvPr userDrawn="1"/>
        </p:nvSpPr>
        <p:spPr>
          <a:xfrm>
            <a:off x="12004675" y="3335339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28" name="Box">
            <a:extLst>
              <a:ext uri="{FF2B5EF4-FFF2-40B4-BE49-F238E27FC236}">
                <a16:creationId xmlns:a16="http://schemas.microsoft.com/office/drawing/2014/main" id="{9A49D4CB-D021-8272-A5EA-4155D0714E00}"/>
              </a:ext>
            </a:extLst>
          </p:cNvPr>
          <p:cNvSpPr/>
          <p:nvPr userDrawn="1"/>
        </p:nvSpPr>
        <p:spPr>
          <a:xfrm>
            <a:off x="12007056" y="5002213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6D470-D4D1-210D-7665-C74903C53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4001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50">
          <p15:clr>
            <a:srgbClr val="A4A3A4"/>
          </p15:clr>
        </p15:guide>
        <p15:guide id="2" orient="horz" pos="1168">
          <p15:clr>
            <a:srgbClr val="A4A3A4"/>
          </p15:clr>
        </p15:guide>
        <p15:guide id="3" orient="horz" pos="2101">
          <p15:clr>
            <a:srgbClr val="A4A3A4"/>
          </p15:clr>
        </p15:guide>
        <p15:guide id="4" orient="horz" pos="2218">
          <p15:clr>
            <a:srgbClr val="A4A3A4"/>
          </p15:clr>
        </p15:guide>
        <p15:guide id="5" orient="horz" pos="3151">
          <p15:clr>
            <a:srgbClr val="A4A3A4"/>
          </p15:clr>
        </p15:guide>
        <p15:guide id="6" orient="horz" pos="3269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s">
            <a:extLst>
              <a:ext uri="{FF2B5EF4-FFF2-40B4-BE49-F238E27FC236}">
                <a16:creationId xmlns:a16="http://schemas.microsoft.com/office/drawing/2014/main" id="{CA0DEA3C-AEE2-C307-5D8E-500705E9AB76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E7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err="1"/>
          </a:p>
        </p:txBody>
      </p:sp>
      <p:sp>
        <p:nvSpPr>
          <p:cNvPr id="84" name="Grid">
            <a:extLst>
              <a:ext uri="{FF2B5EF4-FFF2-40B4-BE49-F238E27FC236}">
                <a16:creationId xmlns:a16="http://schemas.microsoft.com/office/drawing/2014/main" id="{6B14ED8E-E195-D0C0-D950-EEEE70133C27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1" name="Logo">
            <a:extLst>
              <a:ext uri="{FF2B5EF4-FFF2-40B4-BE49-F238E27FC236}">
                <a16:creationId xmlns:a16="http://schemas.microsoft.com/office/drawing/2014/main" id="{C5441F9B-1854-D9BD-741A-71B0CB02280A}"/>
              </a:ext>
            </a:extLst>
          </p:cNvPr>
          <p:cNvSpPr/>
          <p:nvPr userDrawn="1"/>
        </p:nvSpPr>
        <p:spPr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rgbClr val="141E1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-1180" y="0"/>
            <a:ext cx="8997756" cy="2603501"/>
          </a:xfrm>
        </p:spPr>
        <p:txBody>
          <a:bodyPr lIns="198000" tIns="144000" bIns="0" anchor="t"/>
          <a:lstStyle>
            <a:lvl1pPr algn="l">
              <a:lnSpc>
                <a:spcPct val="86000"/>
              </a:lnSpc>
              <a:defRPr sz="63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B4E9833-0B18-BA78-C50B-350C1656D1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00750" y="3335337"/>
            <a:ext cx="6191250" cy="1854199"/>
          </a:xfrm>
        </p:spPr>
        <p:txBody>
          <a:bodyPr lIns="198000" tIns="126000" rIns="180000" bIns="12600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tabLst/>
              <a:defRPr sz="2400" b="0">
                <a:solidFill>
                  <a:schemeClr val="tx1"/>
                </a:solidFill>
              </a:defRPr>
            </a:lvl9pPr>
          </a:lstStyle>
          <a:p>
            <a:r>
              <a:rPr lang="en-GB"/>
              <a:t>Click to add subtitle</a:t>
            </a:r>
          </a:p>
        </p:txBody>
      </p:sp>
      <p:sp>
        <p:nvSpPr>
          <p:cNvPr id="5" name="Box">
            <a:extLst>
              <a:ext uri="{FF2B5EF4-FFF2-40B4-BE49-F238E27FC236}">
                <a16:creationId xmlns:a16="http://schemas.microsoft.com/office/drawing/2014/main" id="{03A0F438-4088-5AAB-159E-9333B609A02F}"/>
              </a:ext>
            </a:extLst>
          </p:cNvPr>
          <p:cNvSpPr/>
          <p:nvPr userDrawn="1"/>
        </p:nvSpPr>
        <p:spPr>
          <a:xfrm>
            <a:off x="6000750" y="3335338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27" name="Box">
            <a:extLst>
              <a:ext uri="{FF2B5EF4-FFF2-40B4-BE49-F238E27FC236}">
                <a16:creationId xmlns:a16="http://schemas.microsoft.com/office/drawing/2014/main" id="{56974EA7-F7BD-1941-D933-C92C4666FD27}"/>
              </a:ext>
            </a:extLst>
          </p:cNvPr>
          <p:cNvSpPr/>
          <p:nvPr userDrawn="1"/>
        </p:nvSpPr>
        <p:spPr>
          <a:xfrm>
            <a:off x="6000750" y="5002212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26" name="Box">
            <a:extLst>
              <a:ext uri="{FF2B5EF4-FFF2-40B4-BE49-F238E27FC236}">
                <a16:creationId xmlns:a16="http://schemas.microsoft.com/office/drawing/2014/main" id="{66A3D3DA-0B49-90D3-34F9-7D9680003524}"/>
              </a:ext>
            </a:extLst>
          </p:cNvPr>
          <p:cNvSpPr/>
          <p:nvPr userDrawn="1"/>
        </p:nvSpPr>
        <p:spPr>
          <a:xfrm>
            <a:off x="12004675" y="3335339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28" name="Box">
            <a:extLst>
              <a:ext uri="{FF2B5EF4-FFF2-40B4-BE49-F238E27FC236}">
                <a16:creationId xmlns:a16="http://schemas.microsoft.com/office/drawing/2014/main" id="{9A49D4CB-D021-8272-A5EA-4155D0714E00}"/>
              </a:ext>
            </a:extLst>
          </p:cNvPr>
          <p:cNvSpPr/>
          <p:nvPr userDrawn="1"/>
        </p:nvSpPr>
        <p:spPr>
          <a:xfrm>
            <a:off x="12007056" y="5002213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6D470-D4D1-210D-7665-C74903C53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409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50">
          <p15:clr>
            <a:srgbClr val="A4A3A4"/>
          </p15:clr>
        </p15:guide>
        <p15:guide id="2" orient="horz" pos="1168">
          <p15:clr>
            <a:srgbClr val="A4A3A4"/>
          </p15:clr>
        </p15:guide>
        <p15:guide id="3" orient="horz" pos="2101">
          <p15:clr>
            <a:srgbClr val="A4A3A4"/>
          </p15:clr>
        </p15:guide>
        <p15:guide id="4" orient="horz" pos="2218">
          <p15:clr>
            <a:srgbClr val="A4A3A4"/>
          </p15:clr>
        </p15:guide>
        <p15:guide id="5" orient="horz" pos="3151">
          <p15:clr>
            <a:srgbClr val="A4A3A4"/>
          </p15:clr>
        </p15:guide>
        <p15:guide id="6" orient="horz" pos="3269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w.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uide">
            <a:extLst>
              <a:ext uri="{FF2B5EF4-FFF2-40B4-BE49-F238E27FC236}">
                <a16:creationId xmlns:a16="http://schemas.microsoft.com/office/drawing/2014/main" id="{6D6B2C76-67F7-58FC-D140-3C131A126DFA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587316" y="-1"/>
            <a:ext cx="2605059" cy="4512011"/>
            <a:chOff x="12587316" y="-1"/>
            <a:chExt cx="2605059" cy="4512011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A62CA790-1DBB-DA42-8FF9-48AD53446E9C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597199" y="524477"/>
              <a:ext cx="725714" cy="664212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BF53BD6-003B-D4FC-4624-078B26A2EFD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8400" y="-1"/>
              <a:ext cx="160300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>
                  <a:solidFill>
                    <a:schemeClr val="bg1"/>
                  </a:solidFill>
                </a:rPr>
                <a:t>How to insert picture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FE13468-DA97-5B8D-6CF7-33DE06B42DD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0859"/>
              <a:ext cx="239007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0">
                  <a:solidFill>
                    <a:schemeClr val="bg1"/>
                  </a:solidFill>
                </a:rPr>
                <a:t>Click on icon and select image </a:t>
              </a: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901F8357-A60E-13FA-79E6-1290D752016B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 rotWithShape="1">
            <a:blip r:embed="rId3"/>
            <a:srcRect t="58157" r="3019" b="37657"/>
            <a:stretch/>
          </p:blipFill>
          <p:spPr>
            <a:xfrm>
              <a:off x="12597199" y="1988288"/>
              <a:ext cx="2559789" cy="279658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854E54D-A37D-10A5-328F-012D1D0B223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7199" y="1381404"/>
              <a:ext cx="2559789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>
                  <a:solidFill>
                    <a:schemeClr val="bg1"/>
                  </a:solidFill>
                </a:rPr>
                <a:t>Once you have inserted image, right click on it and select option </a:t>
              </a:r>
              <a:br>
                <a:rPr lang="en-GB" sz="1200" b="0">
                  <a:solidFill>
                    <a:schemeClr val="bg1"/>
                  </a:solidFill>
                </a:rPr>
              </a:br>
              <a:r>
                <a:rPr lang="en-GB" sz="1200" b="1">
                  <a:solidFill>
                    <a:schemeClr val="bg1"/>
                  </a:solidFill>
                </a:rPr>
                <a:t>Send to Back</a:t>
              </a:r>
              <a:endParaRPr lang="en-GB" sz="1200" b="0">
                <a:solidFill>
                  <a:schemeClr val="bg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4849087-ED75-C9CE-5B37-B81A3C732A6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656615"/>
              <a:ext cx="173444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>
                  <a:solidFill>
                    <a:schemeClr val="bg1"/>
                  </a:solidFill>
                </a:rPr>
                <a:t>How to change picture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7AC9CAF-56DA-0FC2-B120-D99E822DE7C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47475"/>
              <a:ext cx="2390078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>
                  <a:solidFill>
                    <a:schemeClr val="bg1"/>
                  </a:solidFill>
                </a:rPr>
                <a:t>Click on the frame of slide and select picture</a:t>
              </a:r>
              <a:br>
                <a:rPr lang="en-GB" sz="1200" b="0">
                  <a:solidFill>
                    <a:schemeClr val="bg1"/>
                  </a:solidFill>
                </a:rPr>
              </a:br>
              <a:br>
                <a:rPr lang="en-GB" sz="1200" b="0">
                  <a:solidFill>
                    <a:schemeClr val="bg1"/>
                  </a:solidFill>
                </a:rPr>
              </a:br>
              <a:r>
                <a:rPr lang="en-GB" sz="1200" b="0">
                  <a:solidFill>
                    <a:schemeClr val="bg1"/>
                  </a:solidFill>
                </a:rPr>
                <a:t>Once you have selected image right click on it and select option</a:t>
              </a:r>
              <a:br>
                <a:rPr lang="en-GB" sz="1200" b="0">
                  <a:solidFill>
                    <a:schemeClr val="bg1"/>
                  </a:solidFill>
                </a:rPr>
              </a:br>
              <a:r>
                <a:rPr lang="en-GB" sz="1200" b="1">
                  <a:solidFill>
                    <a:schemeClr val="bg1"/>
                  </a:solidFill>
                </a:rPr>
                <a:t>Change picture</a:t>
              </a:r>
              <a:endParaRPr lang="en-GB" sz="1200" b="0">
                <a:solidFill>
                  <a:schemeClr val="bg1"/>
                </a:solidFill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FCD71379-BEAE-60BE-8789-7D9A107AEE49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595999" y="4158512"/>
              <a:ext cx="2596376" cy="353498"/>
            </a:xfrm>
            <a:prstGeom prst="rect">
              <a:avLst/>
            </a:prstGeom>
          </p:spPr>
        </p:pic>
      </p:grpSp>
      <p:sp>
        <p:nvSpPr>
          <p:cNvPr id="3" name="Grid - freeform">
            <a:extLst>
              <a:ext uri="{FF2B5EF4-FFF2-40B4-BE49-F238E27FC236}">
                <a16:creationId xmlns:a16="http://schemas.microsoft.com/office/drawing/2014/main" id="{56288D53-3828-8189-203C-A78DA190D20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0" y="2"/>
            <a:ext cx="12192000" cy="6857998"/>
          </a:xfrm>
          <a:custGeom>
            <a:avLst/>
            <a:gdLst>
              <a:gd name="connsiteX0" fmla="*/ 9193444 w 12192000"/>
              <a:gd name="connsiteY0" fmla="*/ 5192943 h 6857998"/>
              <a:gd name="connsiteX1" fmla="*/ 9193444 w 12192000"/>
              <a:gd name="connsiteY1" fmla="*/ 6668993 h 6857998"/>
              <a:gd name="connsiteX2" fmla="*/ 12001406 w 12192000"/>
              <a:gd name="connsiteY2" fmla="*/ 6668993 h 6857998"/>
              <a:gd name="connsiteX3" fmla="*/ 12001406 w 12192000"/>
              <a:gd name="connsiteY3" fmla="*/ 5192943 h 6857998"/>
              <a:gd name="connsiteX4" fmla="*/ 9006666 w 12192000"/>
              <a:gd name="connsiteY4" fmla="*/ 5192943 h 6857998"/>
              <a:gd name="connsiteX5" fmla="*/ 9006666 w 12192000"/>
              <a:gd name="connsiteY5" fmla="*/ 6668993 h 6857998"/>
              <a:gd name="connsiteX6" fmla="*/ 9186244 w 12192000"/>
              <a:gd name="connsiteY6" fmla="*/ 6668993 h 6857998"/>
              <a:gd name="connsiteX7" fmla="*/ 9186244 w 12192000"/>
              <a:gd name="connsiteY7" fmla="*/ 5192943 h 6857998"/>
              <a:gd name="connsiteX8" fmla="*/ 6191504 w 12192000"/>
              <a:gd name="connsiteY8" fmla="*/ 5192943 h 6857998"/>
              <a:gd name="connsiteX9" fmla="*/ 6191504 w 12192000"/>
              <a:gd name="connsiteY9" fmla="*/ 6668993 h 6857998"/>
              <a:gd name="connsiteX10" fmla="*/ 8999466 w 12192000"/>
              <a:gd name="connsiteY10" fmla="*/ 6668993 h 6857998"/>
              <a:gd name="connsiteX11" fmla="*/ 8999466 w 12192000"/>
              <a:gd name="connsiteY11" fmla="*/ 5192943 h 6857998"/>
              <a:gd name="connsiteX12" fmla="*/ 6006316 w 12192000"/>
              <a:gd name="connsiteY12" fmla="*/ 5192943 h 6857998"/>
              <a:gd name="connsiteX13" fmla="*/ 6006316 w 12192000"/>
              <a:gd name="connsiteY13" fmla="*/ 6668993 h 6857998"/>
              <a:gd name="connsiteX14" fmla="*/ 6184304 w 12192000"/>
              <a:gd name="connsiteY14" fmla="*/ 6668993 h 6857998"/>
              <a:gd name="connsiteX15" fmla="*/ 6184304 w 12192000"/>
              <a:gd name="connsiteY15" fmla="*/ 5192943 h 6857998"/>
              <a:gd name="connsiteX16" fmla="*/ 3191152 w 12192000"/>
              <a:gd name="connsiteY16" fmla="*/ 5192943 h 6857998"/>
              <a:gd name="connsiteX17" fmla="*/ 3191152 w 12192000"/>
              <a:gd name="connsiteY17" fmla="*/ 6668993 h 6857998"/>
              <a:gd name="connsiteX18" fmla="*/ 5999116 w 12192000"/>
              <a:gd name="connsiteY18" fmla="*/ 6668993 h 6857998"/>
              <a:gd name="connsiteX19" fmla="*/ 5999116 w 12192000"/>
              <a:gd name="connsiteY19" fmla="*/ 5192943 h 6857998"/>
              <a:gd name="connsiteX20" fmla="*/ 3004803 w 12192000"/>
              <a:gd name="connsiteY20" fmla="*/ 5192943 h 6857998"/>
              <a:gd name="connsiteX21" fmla="*/ 3004803 w 12192000"/>
              <a:gd name="connsiteY21" fmla="*/ 6668993 h 6857998"/>
              <a:gd name="connsiteX22" fmla="*/ 3183952 w 12192000"/>
              <a:gd name="connsiteY22" fmla="*/ 6668993 h 6857998"/>
              <a:gd name="connsiteX23" fmla="*/ 3183952 w 12192000"/>
              <a:gd name="connsiteY23" fmla="*/ 5192943 h 6857998"/>
              <a:gd name="connsiteX24" fmla="*/ 190221 w 12192000"/>
              <a:gd name="connsiteY24" fmla="*/ 5192943 h 6857998"/>
              <a:gd name="connsiteX25" fmla="*/ 190221 w 12192000"/>
              <a:gd name="connsiteY25" fmla="*/ 6668993 h 6857998"/>
              <a:gd name="connsiteX26" fmla="*/ 2997602 w 12192000"/>
              <a:gd name="connsiteY26" fmla="*/ 6668993 h 6857998"/>
              <a:gd name="connsiteX27" fmla="*/ 2997602 w 12192000"/>
              <a:gd name="connsiteY27" fmla="*/ 5192943 h 6857998"/>
              <a:gd name="connsiteX28" fmla="*/ 9193444 w 12192000"/>
              <a:gd name="connsiteY28" fmla="*/ 5006166 h 6857998"/>
              <a:gd name="connsiteX29" fmla="*/ 9193444 w 12192000"/>
              <a:gd name="connsiteY29" fmla="*/ 5185743 h 6857998"/>
              <a:gd name="connsiteX30" fmla="*/ 12001406 w 12192000"/>
              <a:gd name="connsiteY30" fmla="*/ 5185743 h 6857998"/>
              <a:gd name="connsiteX31" fmla="*/ 12001406 w 12192000"/>
              <a:gd name="connsiteY31" fmla="*/ 5006166 h 6857998"/>
              <a:gd name="connsiteX32" fmla="*/ 9006666 w 12192000"/>
              <a:gd name="connsiteY32" fmla="*/ 5006166 h 6857998"/>
              <a:gd name="connsiteX33" fmla="*/ 9006666 w 12192000"/>
              <a:gd name="connsiteY33" fmla="*/ 5185743 h 6857998"/>
              <a:gd name="connsiteX34" fmla="*/ 9186244 w 12192000"/>
              <a:gd name="connsiteY34" fmla="*/ 5185743 h 6857998"/>
              <a:gd name="connsiteX35" fmla="*/ 9186244 w 12192000"/>
              <a:gd name="connsiteY35" fmla="*/ 5006166 h 6857998"/>
              <a:gd name="connsiteX36" fmla="*/ 6191504 w 12192000"/>
              <a:gd name="connsiteY36" fmla="*/ 5006166 h 6857998"/>
              <a:gd name="connsiteX37" fmla="*/ 6191504 w 12192000"/>
              <a:gd name="connsiteY37" fmla="*/ 5185743 h 6857998"/>
              <a:gd name="connsiteX38" fmla="*/ 8999466 w 12192000"/>
              <a:gd name="connsiteY38" fmla="*/ 5185743 h 6857998"/>
              <a:gd name="connsiteX39" fmla="*/ 8999466 w 12192000"/>
              <a:gd name="connsiteY39" fmla="*/ 5006166 h 6857998"/>
              <a:gd name="connsiteX40" fmla="*/ 6006316 w 12192000"/>
              <a:gd name="connsiteY40" fmla="*/ 5006166 h 6857998"/>
              <a:gd name="connsiteX41" fmla="*/ 6006316 w 12192000"/>
              <a:gd name="connsiteY41" fmla="*/ 5185743 h 6857998"/>
              <a:gd name="connsiteX42" fmla="*/ 6184304 w 12192000"/>
              <a:gd name="connsiteY42" fmla="*/ 5185743 h 6857998"/>
              <a:gd name="connsiteX43" fmla="*/ 6184304 w 12192000"/>
              <a:gd name="connsiteY43" fmla="*/ 5006166 h 6857998"/>
              <a:gd name="connsiteX44" fmla="*/ 3191152 w 12192000"/>
              <a:gd name="connsiteY44" fmla="*/ 5006166 h 6857998"/>
              <a:gd name="connsiteX45" fmla="*/ 3191152 w 12192000"/>
              <a:gd name="connsiteY45" fmla="*/ 5185743 h 6857998"/>
              <a:gd name="connsiteX46" fmla="*/ 5999116 w 12192000"/>
              <a:gd name="connsiteY46" fmla="*/ 5185743 h 6857998"/>
              <a:gd name="connsiteX47" fmla="*/ 5999116 w 12192000"/>
              <a:gd name="connsiteY47" fmla="*/ 5006166 h 6857998"/>
              <a:gd name="connsiteX48" fmla="*/ 3004803 w 12192000"/>
              <a:gd name="connsiteY48" fmla="*/ 5006166 h 6857998"/>
              <a:gd name="connsiteX49" fmla="*/ 3004803 w 12192000"/>
              <a:gd name="connsiteY49" fmla="*/ 5185743 h 6857998"/>
              <a:gd name="connsiteX50" fmla="*/ 3183952 w 12192000"/>
              <a:gd name="connsiteY50" fmla="*/ 5185743 h 6857998"/>
              <a:gd name="connsiteX51" fmla="*/ 3183952 w 12192000"/>
              <a:gd name="connsiteY51" fmla="*/ 5006166 h 6857998"/>
              <a:gd name="connsiteX52" fmla="*/ 190221 w 12192000"/>
              <a:gd name="connsiteY52" fmla="*/ 5006166 h 6857998"/>
              <a:gd name="connsiteX53" fmla="*/ 190221 w 12192000"/>
              <a:gd name="connsiteY53" fmla="*/ 5185743 h 6857998"/>
              <a:gd name="connsiteX54" fmla="*/ 2997602 w 12192000"/>
              <a:gd name="connsiteY54" fmla="*/ 5185743 h 6857998"/>
              <a:gd name="connsiteX55" fmla="*/ 2997602 w 12192000"/>
              <a:gd name="connsiteY55" fmla="*/ 5006166 h 6857998"/>
              <a:gd name="connsiteX56" fmla="*/ 9193444 w 12192000"/>
              <a:gd name="connsiteY56" fmla="*/ 3524503 h 6857998"/>
              <a:gd name="connsiteX57" fmla="*/ 9193444 w 12192000"/>
              <a:gd name="connsiteY57" fmla="*/ 4998966 h 6857998"/>
              <a:gd name="connsiteX58" fmla="*/ 12001406 w 12192000"/>
              <a:gd name="connsiteY58" fmla="*/ 4998966 h 6857998"/>
              <a:gd name="connsiteX59" fmla="*/ 12001406 w 12192000"/>
              <a:gd name="connsiteY59" fmla="*/ 3524503 h 6857998"/>
              <a:gd name="connsiteX60" fmla="*/ 9006666 w 12192000"/>
              <a:gd name="connsiteY60" fmla="*/ 3524503 h 6857998"/>
              <a:gd name="connsiteX61" fmla="*/ 9006666 w 12192000"/>
              <a:gd name="connsiteY61" fmla="*/ 4998966 h 6857998"/>
              <a:gd name="connsiteX62" fmla="*/ 9186244 w 12192000"/>
              <a:gd name="connsiteY62" fmla="*/ 4998966 h 6857998"/>
              <a:gd name="connsiteX63" fmla="*/ 9186244 w 12192000"/>
              <a:gd name="connsiteY63" fmla="*/ 3524503 h 6857998"/>
              <a:gd name="connsiteX64" fmla="*/ 6191504 w 12192000"/>
              <a:gd name="connsiteY64" fmla="*/ 3524503 h 6857998"/>
              <a:gd name="connsiteX65" fmla="*/ 6191504 w 12192000"/>
              <a:gd name="connsiteY65" fmla="*/ 4998966 h 6857998"/>
              <a:gd name="connsiteX66" fmla="*/ 8999466 w 12192000"/>
              <a:gd name="connsiteY66" fmla="*/ 4998966 h 6857998"/>
              <a:gd name="connsiteX67" fmla="*/ 8999466 w 12192000"/>
              <a:gd name="connsiteY67" fmla="*/ 3524503 h 6857998"/>
              <a:gd name="connsiteX68" fmla="*/ 6006316 w 12192000"/>
              <a:gd name="connsiteY68" fmla="*/ 3524503 h 6857998"/>
              <a:gd name="connsiteX69" fmla="*/ 6006316 w 12192000"/>
              <a:gd name="connsiteY69" fmla="*/ 4998966 h 6857998"/>
              <a:gd name="connsiteX70" fmla="*/ 6184304 w 12192000"/>
              <a:gd name="connsiteY70" fmla="*/ 4998966 h 6857998"/>
              <a:gd name="connsiteX71" fmla="*/ 6184304 w 12192000"/>
              <a:gd name="connsiteY71" fmla="*/ 3524503 h 6857998"/>
              <a:gd name="connsiteX72" fmla="*/ 3191152 w 12192000"/>
              <a:gd name="connsiteY72" fmla="*/ 3524503 h 6857998"/>
              <a:gd name="connsiteX73" fmla="*/ 3191152 w 12192000"/>
              <a:gd name="connsiteY73" fmla="*/ 4998966 h 6857998"/>
              <a:gd name="connsiteX74" fmla="*/ 5999116 w 12192000"/>
              <a:gd name="connsiteY74" fmla="*/ 4998966 h 6857998"/>
              <a:gd name="connsiteX75" fmla="*/ 5999116 w 12192000"/>
              <a:gd name="connsiteY75" fmla="*/ 3524503 h 6857998"/>
              <a:gd name="connsiteX76" fmla="*/ 3004803 w 12192000"/>
              <a:gd name="connsiteY76" fmla="*/ 3524503 h 6857998"/>
              <a:gd name="connsiteX77" fmla="*/ 3004803 w 12192000"/>
              <a:gd name="connsiteY77" fmla="*/ 4998966 h 6857998"/>
              <a:gd name="connsiteX78" fmla="*/ 3183952 w 12192000"/>
              <a:gd name="connsiteY78" fmla="*/ 4998966 h 6857998"/>
              <a:gd name="connsiteX79" fmla="*/ 3183952 w 12192000"/>
              <a:gd name="connsiteY79" fmla="*/ 3524503 h 6857998"/>
              <a:gd name="connsiteX80" fmla="*/ 190221 w 12192000"/>
              <a:gd name="connsiteY80" fmla="*/ 3524503 h 6857998"/>
              <a:gd name="connsiteX81" fmla="*/ 190221 w 12192000"/>
              <a:gd name="connsiteY81" fmla="*/ 4998966 h 6857998"/>
              <a:gd name="connsiteX82" fmla="*/ 2997602 w 12192000"/>
              <a:gd name="connsiteY82" fmla="*/ 4998966 h 6857998"/>
              <a:gd name="connsiteX83" fmla="*/ 2997602 w 12192000"/>
              <a:gd name="connsiteY83" fmla="*/ 3524503 h 6857998"/>
              <a:gd name="connsiteX84" fmla="*/ 9193444 w 12192000"/>
              <a:gd name="connsiteY84" fmla="*/ 3339315 h 6857998"/>
              <a:gd name="connsiteX85" fmla="*/ 9193444 w 12192000"/>
              <a:gd name="connsiteY85" fmla="*/ 3517303 h 6857998"/>
              <a:gd name="connsiteX86" fmla="*/ 12001406 w 12192000"/>
              <a:gd name="connsiteY86" fmla="*/ 3517303 h 6857998"/>
              <a:gd name="connsiteX87" fmla="*/ 12001406 w 12192000"/>
              <a:gd name="connsiteY87" fmla="*/ 3339315 h 6857998"/>
              <a:gd name="connsiteX88" fmla="*/ 9006666 w 12192000"/>
              <a:gd name="connsiteY88" fmla="*/ 3339315 h 6857998"/>
              <a:gd name="connsiteX89" fmla="*/ 9006666 w 12192000"/>
              <a:gd name="connsiteY89" fmla="*/ 3517303 h 6857998"/>
              <a:gd name="connsiteX90" fmla="*/ 9186244 w 12192000"/>
              <a:gd name="connsiteY90" fmla="*/ 3517303 h 6857998"/>
              <a:gd name="connsiteX91" fmla="*/ 9186244 w 12192000"/>
              <a:gd name="connsiteY91" fmla="*/ 3339315 h 6857998"/>
              <a:gd name="connsiteX92" fmla="*/ 6191504 w 12192000"/>
              <a:gd name="connsiteY92" fmla="*/ 3339315 h 6857998"/>
              <a:gd name="connsiteX93" fmla="*/ 6191504 w 12192000"/>
              <a:gd name="connsiteY93" fmla="*/ 3517303 h 6857998"/>
              <a:gd name="connsiteX94" fmla="*/ 8999466 w 12192000"/>
              <a:gd name="connsiteY94" fmla="*/ 3517303 h 6857998"/>
              <a:gd name="connsiteX95" fmla="*/ 8999466 w 12192000"/>
              <a:gd name="connsiteY95" fmla="*/ 3339315 h 6857998"/>
              <a:gd name="connsiteX96" fmla="*/ 6006316 w 12192000"/>
              <a:gd name="connsiteY96" fmla="*/ 3339315 h 6857998"/>
              <a:gd name="connsiteX97" fmla="*/ 6006316 w 12192000"/>
              <a:gd name="connsiteY97" fmla="*/ 3517303 h 6857998"/>
              <a:gd name="connsiteX98" fmla="*/ 6184304 w 12192000"/>
              <a:gd name="connsiteY98" fmla="*/ 3517303 h 6857998"/>
              <a:gd name="connsiteX99" fmla="*/ 6184304 w 12192000"/>
              <a:gd name="connsiteY99" fmla="*/ 3339315 h 6857998"/>
              <a:gd name="connsiteX100" fmla="*/ 3191152 w 12192000"/>
              <a:gd name="connsiteY100" fmla="*/ 3339315 h 6857998"/>
              <a:gd name="connsiteX101" fmla="*/ 3191152 w 12192000"/>
              <a:gd name="connsiteY101" fmla="*/ 3517303 h 6857998"/>
              <a:gd name="connsiteX102" fmla="*/ 5999116 w 12192000"/>
              <a:gd name="connsiteY102" fmla="*/ 3517303 h 6857998"/>
              <a:gd name="connsiteX103" fmla="*/ 5999116 w 12192000"/>
              <a:gd name="connsiteY103" fmla="*/ 3339315 h 6857998"/>
              <a:gd name="connsiteX104" fmla="*/ 3004803 w 12192000"/>
              <a:gd name="connsiteY104" fmla="*/ 3339315 h 6857998"/>
              <a:gd name="connsiteX105" fmla="*/ 3004803 w 12192000"/>
              <a:gd name="connsiteY105" fmla="*/ 3517303 h 6857998"/>
              <a:gd name="connsiteX106" fmla="*/ 3183952 w 12192000"/>
              <a:gd name="connsiteY106" fmla="*/ 3517303 h 6857998"/>
              <a:gd name="connsiteX107" fmla="*/ 3183952 w 12192000"/>
              <a:gd name="connsiteY107" fmla="*/ 3339315 h 6857998"/>
              <a:gd name="connsiteX108" fmla="*/ 190221 w 12192000"/>
              <a:gd name="connsiteY108" fmla="*/ 3339315 h 6857998"/>
              <a:gd name="connsiteX109" fmla="*/ 190221 w 12192000"/>
              <a:gd name="connsiteY109" fmla="*/ 3517303 h 6857998"/>
              <a:gd name="connsiteX110" fmla="*/ 2997602 w 12192000"/>
              <a:gd name="connsiteY110" fmla="*/ 3517303 h 6857998"/>
              <a:gd name="connsiteX111" fmla="*/ 2997602 w 12192000"/>
              <a:gd name="connsiteY111" fmla="*/ 3339315 h 6857998"/>
              <a:gd name="connsiteX112" fmla="*/ 9193444 w 12192000"/>
              <a:gd name="connsiteY112" fmla="*/ 1859240 h 6857998"/>
              <a:gd name="connsiteX113" fmla="*/ 9193444 w 12192000"/>
              <a:gd name="connsiteY113" fmla="*/ 3332115 h 6857998"/>
              <a:gd name="connsiteX114" fmla="*/ 12001406 w 12192000"/>
              <a:gd name="connsiteY114" fmla="*/ 3332115 h 6857998"/>
              <a:gd name="connsiteX115" fmla="*/ 12001406 w 12192000"/>
              <a:gd name="connsiteY115" fmla="*/ 1859240 h 6857998"/>
              <a:gd name="connsiteX116" fmla="*/ 9006666 w 12192000"/>
              <a:gd name="connsiteY116" fmla="*/ 1859240 h 6857998"/>
              <a:gd name="connsiteX117" fmla="*/ 9006666 w 12192000"/>
              <a:gd name="connsiteY117" fmla="*/ 3332115 h 6857998"/>
              <a:gd name="connsiteX118" fmla="*/ 9186244 w 12192000"/>
              <a:gd name="connsiteY118" fmla="*/ 3332115 h 6857998"/>
              <a:gd name="connsiteX119" fmla="*/ 9186244 w 12192000"/>
              <a:gd name="connsiteY119" fmla="*/ 1859240 h 6857998"/>
              <a:gd name="connsiteX120" fmla="*/ 6191504 w 12192000"/>
              <a:gd name="connsiteY120" fmla="*/ 1859240 h 6857998"/>
              <a:gd name="connsiteX121" fmla="*/ 6191504 w 12192000"/>
              <a:gd name="connsiteY121" fmla="*/ 3332115 h 6857998"/>
              <a:gd name="connsiteX122" fmla="*/ 8999466 w 12192000"/>
              <a:gd name="connsiteY122" fmla="*/ 3332115 h 6857998"/>
              <a:gd name="connsiteX123" fmla="*/ 8999466 w 12192000"/>
              <a:gd name="connsiteY123" fmla="*/ 1859240 h 6857998"/>
              <a:gd name="connsiteX124" fmla="*/ 6006316 w 12192000"/>
              <a:gd name="connsiteY124" fmla="*/ 1859240 h 6857998"/>
              <a:gd name="connsiteX125" fmla="*/ 6006316 w 12192000"/>
              <a:gd name="connsiteY125" fmla="*/ 3332115 h 6857998"/>
              <a:gd name="connsiteX126" fmla="*/ 6184304 w 12192000"/>
              <a:gd name="connsiteY126" fmla="*/ 3332115 h 6857998"/>
              <a:gd name="connsiteX127" fmla="*/ 6184304 w 12192000"/>
              <a:gd name="connsiteY127" fmla="*/ 1859240 h 6857998"/>
              <a:gd name="connsiteX128" fmla="*/ 3191152 w 12192000"/>
              <a:gd name="connsiteY128" fmla="*/ 1859240 h 6857998"/>
              <a:gd name="connsiteX129" fmla="*/ 3191152 w 12192000"/>
              <a:gd name="connsiteY129" fmla="*/ 3332115 h 6857998"/>
              <a:gd name="connsiteX130" fmla="*/ 5999116 w 12192000"/>
              <a:gd name="connsiteY130" fmla="*/ 3332115 h 6857998"/>
              <a:gd name="connsiteX131" fmla="*/ 5999116 w 12192000"/>
              <a:gd name="connsiteY131" fmla="*/ 1859240 h 6857998"/>
              <a:gd name="connsiteX132" fmla="*/ 3004803 w 12192000"/>
              <a:gd name="connsiteY132" fmla="*/ 1859240 h 6857998"/>
              <a:gd name="connsiteX133" fmla="*/ 3004803 w 12192000"/>
              <a:gd name="connsiteY133" fmla="*/ 3332115 h 6857998"/>
              <a:gd name="connsiteX134" fmla="*/ 3183952 w 12192000"/>
              <a:gd name="connsiteY134" fmla="*/ 3332115 h 6857998"/>
              <a:gd name="connsiteX135" fmla="*/ 3183952 w 12192000"/>
              <a:gd name="connsiteY135" fmla="*/ 1859240 h 6857998"/>
              <a:gd name="connsiteX136" fmla="*/ 190221 w 12192000"/>
              <a:gd name="connsiteY136" fmla="*/ 1859240 h 6857998"/>
              <a:gd name="connsiteX137" fmla="*/ 190221 w 12192000"/>
              <a:gd name="connsiteY137" fmla="*/ 3332115 h 6857998"/>
              <a:gd name="connsiteX138" fmla="*/ 2997602 w 12192000"/>
              <a:gd name="connsiteY138" fmla="*/ 3332115 h 6857998"/>
              <a:gd name="connsiteX139" fmla="*/ 2997602 w 12192000"/>
              <a:gd name="connsiteY139" fmla="*/ 1859240 h 6857998"/>
              <a:gd name="connsiteX140" fmla="*/ 9193444 w 12192000"/>
              <a:gd name="connsiteY140" fmla="*/ 1671302 h 6857998"/>
              <a:gd name="connsiteX141" fmla="*/ 9193444 w 12192000"/>
              <a:gd name="connsiteY141" fmla="*/ 1852040 h 6857998"/>
              <a:gd name="connsiteX142" fmla="*/ 12001406 w 12192000"/>
              <a:gd name="connsiteY142" fmla="*/ 1852040 h 6857998"/>
              <a:gd name="connsiteX143" fmla="*/ 12001406 w 12192000"/>
              <a:gd name="connsiteY143" fmla="*/ 1671302 h 6857998"/>
              <a:gd name="connsiteX144" fmla="*/ 9006666 w 12192000"/>
              <a:gd name="connsiteY144" fmla="*/ 1671302 h 6857998"/>
              <a:gd name="connsiteX145" fmla="*/ 9006666 w 12192000"/>
              <a:gd name="connsiteY145" fmla="*/ 1852040 h 6857998"/>
              <a:gd name="connsiteX146" fmla="*/ 9186244 w 12192000"/>
              <a:gd name="connsiteY146" fmla="*/ 1852040 h 6857998"/>
              <a:gd name="connsiteX147" fmla="*/ 9186244 w 12192000"/>
              <a:gd name="connsiteY147" fmla="*/ 1671302 h 6857998"/>
              <a:gd name="connsiteX148" fmla="*/ 6191504 w 12192000"/>
              <a:gd name="connsiteY148" fmla="*/ 1671302 h 6857998"/>
              <a:gd name="connsiteX149" fmla="*/ 6191504 w 12192000"/>
              <a:gd name="connsiteY149" fmla="*/ 1852040 h 6857998"/>
              <a:gd name="connsiteX150" fmla="*/ 8999466 w 12192000"/>
              <a:gd name="connsiteY150" fmla="*/ 1852040 h 6857998"/>
              <a:gd name="connsiteX151" fmla="*/ 8999466 w 12192000"/>
              <a:gd name="connsiteY151" fmla="*/ 1671302 h 6857998"/>
              <a:gd name="connsiteX152" fmla="*/ 6006316 w 12192000"/>
              <a:gd name="connsiteY152" fmla="*/ 1671302 h 6857998"/>
              <a:gd name="connsiteX153" fmla="*/ 6006316 w 12192000"/>
              <a:gd name="connsiteY153" fmla="*/ 1852040 h 6857998"/>
              <a:gd name="connsiteX154" fmla="*/ 6184304 w 12192000"/>
              <a:gd name="connsiteY154" fmla="*/ 1852040 h 6857998"/>
              <a:gd name="connsiteX155" fmla="*/ 6184304 w 12192000"/>
              <a:gd name="connsiteY155" fmla="*/ 1671302 h 6857998"/>
              <a:gd name="connsiteX156" fmla="*/ 3191152 w 12192000"/>
              <a:gd name="connsiteY156" fmla="*/ 1671302 h 6857998"/>
              <a:gd name="connsiteX157" fmla="*/ 3191152 w 12192000"/>
              <a:gd name="connsiteY157" fmla="*/ 1852040 h 6857998"/>
              <a:gd name="connsiteX158" fmla="*/ 5999116 w 12192000"/>
              <a:gd name="connsiteY158" fmla="*/ 1852040 h 6857998"/>
              <a:gd name="connsiteX159" fmla="*/ 5999116 w 12192000"/>
              <a:gd name="connsiteY159" fmla="*/ 1671302 h 6857998"/>
              <a:gd name="connsiteX160" fmla="*/ 3004803 w 12192000"/>
              <a:gd name="connsiteY160" fmla="*/ 1671302 h 6857998"/>
              <a:gd name="connsiteX161" fmla="*/ 3004803 w 12192000"/>
              <a:gd name="connsiteY161" fmla="*/ 1852040 h 6857998"/>
              <a:gd name="connsiteX162" fmla="*/ 3183952 w 12192000"/>
              <a:gd name="connsiteY162" fmla="*/ 1852040 h 6857998"/>
              <a:gd name="connsiteX163" fmla="*/ 3183952 w 12192000"/>
              <a:gd name="connsiteY163" fmla="*/ 1671302 h 6857998"/>
              <a:gd name="connsiteX164" fmla="*/ 190221 w 12192000"/>
              <a:gd name="connsiteY164" fmla="*/ 1671302 h 6857998"/>
              <a:gd name="connsiteX165" fmla="*/ 190221 w 12192000"/>
              <a:gd name="connsiteY165" fmla="*/ 1852040 h 6857998"/>
              <a:gd name="connsiteX166" fmla="*/ 2997602 w 12192000"/>
              <a:gd name="connsiteY166" fmla="*/ 1852040 h 6857998"/>
              <a:gd name="connsiteX167" fmla="*/ 2997602 w 12192000"/>
              <a:gd name="connsiteY167" fmla="*/ 1671302 h 6857998"/>
              <a:gd name="connsiteX168" fmla="*/ 9193444 w 12192000"/>
              <a:gd name="connsiteY168" fmla="*/ 190219 h 6857998"/>
              <a:gd name="connsiteX169" fmla="*/ 9193444 w 12192000"/>
              <a:gd name="connsiteY169" fmla="*/ 1664102 h 6857998"/>
              <a:gd name="connsiteX170" fmla="*/ 12001406 w 12192000"/>
              <a:gd name="connsiteY170" fmla="*/ 1664102 h 6857998"/>
              <a:gd name="connsiteX171" fmla="*/ 12001406 w 12192000"/>
              <a:gd name="connsiteY171" fmla="*/ 190219 h 6857998"/>
              <a:gd name="connsiteX172" fmla="*/ 9006666 w 12192000"/>
              <a:gd name="connsiteY172" fmla="*/ 190219 h 6857998"/>
              <a:gd name="connsiteX173" fmla="*/ 9006666 w 12192000"/>
              <a:gd name="connsiteY173" fmla="*/ 1664102 h 6857998"/>
              <a:gd name="connsiteX174" fmla="*/ 9186244 w 12192000"/>
              <a:gd name="connsiteY174" fmla="*/ 1664102 h 6857998"/>
              <a:gd name="connsiteX175" fmla="*/ 9186244 w 12192000"/>
              <a:gd name="connsiteY175" fmla="*/ 190219 h 6857998"/>
              <a:gd name="connsiteX176" fmla="*/ 6191504 w 12192000"/>
              <a:gd name="connsiteY176" fmla="*/ 190219 h 6857998"/>
              <a:gd name="connsiteX177" fmla="*/ 6191504 w 12192000"/>
              <a:gd name="connsiteY177" fmla="*/ 1664102 h 6857998"/>
              <a:gd name="connsiteX178" fmla="*/ 8999466 w 12192000"/>
              <a:gd name="connsiteY178" fmla="*/ 1664102 h 6857998"/>
              <a:gd name="connsiteX179" fmla="*/ 8999466 w 12192000"/>
              <a:gd name="connsiteY179" fmla="*/ 190219 h 6857998"/>
              <a:gd name="connsiteX180" fmla="*/ 6006316 w 12192000"/>
              <a:gd name="connsiteY180" fmla="*/ 190219 h 6857998"/>
              <a:gd name="connsiteX181" fmla="*/ 6006316 w 12192000"/>
              <a:gd name="connsiteY181" fmla="*/ 1664102 h 6857998"/>
              <a:gd name="connsiteX182" fmla="*/ 6184304 w 12192000"/>
              <a:gd name="connsiteY182" fmla="*/ 1664102 h 6857998"/>
              <a:gd name="connsiteX183" fmla="*/ 6184304 w 12192000"/>
              <a:gd name="connsiteY183" fmla="*/ 190219 h 6857998"/>
              <a:gd name="connsiteX184" fmla="*/ 3191152 w 12192000"/>
              <a:gd name="connsiteY184" fmla="*/ 190219 h 6857998"/>
              <a:gd name="connsiteX185" fmla="*/ 3191152 w 12192000"/>
              <a:gd name="connsiteY185" fmla="*/ 1664102 h 6857998"/>
              <a:gd name="connsiteX186" fmla="*/ 5999116 w 12192000"/>
              <a:gd name="connsiteY186" fmla="*/ 1664102 h 6857998"/>
              <a:gd name="connsiteX187" fmla="*/ 5999116 w 12192000"/>
              <a:gd name="connsiteY187" fmla="*/ 190219 h 6857998"/>
              <a:gd name="connsiteX188" fmla="*/ 3004803 w 12192000"/>
              <a:gd name="connsiteY188" fmla="*/ 190219 h 6857998"/>
              <a:gd name="connsiteX189" fmla="*/ 3004803 w 12192000"/>
              <a:gd name="connsiteY189" fmla="*/ 1664102 h 6857998"/>
              <a:gd name="connsiteX190" fmla="*/ 3183952 w 12192000"/>
              <a:gd name="connsiteY190" fmla="*/ 1664102 h 6857998"/>
              <a:gd name="connsiteX191" fmla="*/ 3183952 w 12192000"/>
              <a:gd name="connsiteY191" fmla="*/ 190219 h 6857998"/>
              <a:gd name="connsiteX192" fmla="*/ 190221 w 12192000"/>
              <a:gd name="connsiteY192" fmla="*/ 190219 h 6857998"/>
              <a:gd name="connsiteX193" fmla="*/ 190221 w 12192000"/>
              <a:gd name="connsiteY193" fmla="*/ 1664102 h 6857998"/>
              <a:gd name="connsiteX194" fmla="*/ 2997602 w 12192000"/>
              <a:gd name="connsiteY194" fmla="*/ 1664102 h 6857998"/>
              <a:gd name="connsiteX195" fmla="*/ 2997602 w 12192000"/>
              <a:gd name="connsiteY195" fmla="*/ 190219 h 6857998"/>
              <a:gd name="connsiteX196" fmla="*/ 183021 w 12192000"/>
              <a:gd name="connsiteY196" fmla="*/ 0 h 6857998"/>
              <a:gd name="connsiteX197" fmla="*/ 190221 w 12192000"/>
              <a:gd name="connsiteY197" fmla="*/ 0 h 6857998"/>
              <a:gd name="connsiteX198" fmla="*/ 190221 w 12192000"/>
              <a:gd name="connsiteY198" fmla="*/ 183019 h 6857998"/>
              <a:gd name="connsiteX199" fmla="*/ 2997602 w 12192000"/>
              <a:gd name="connsiteY199" fmla="*/ 183019 h 6857998"/>
              <a:gd name="connsiteX200" fmla="*/ 2997602 w 12192000"/>
              <a:gd name="connsiteY200" fmla="*/ 0 h 6857998"/>
              <a:gd name="connsiteX201" fmla="*/ 3004803 w 12192000"/>
              <a:gd name="connsiteY201" fmla="*/ 0 h 6857998"/>
              <a:gd name="connsiteX202" fmla="*/ 3004803 w 12192000"/>
              <a:gd name="connsiteY202" fmla="*/ 183019 h 6857998"/>
              <a:gd name="connsiteX203" fmla="*/ 3183952 w 12192000"/>
              <a:gd name="connsiteY203" fmla="*/ 183019 h 6857998"/>
              <a:gd name="connsiteX204" fmla="*/ 3183952 w 12192000"/>
              <a:gd name="connsiteY204" fmla="*/ 0 h 6857998"/>
              <a:gd name="connsiteX205" fmla="*/ 3191152 w 12192000"/>
              <a:gd name="connsiteY205" fmla="*/ 0 h 6857998"/>
              <a:gd name="connsiteX206" fmla="*/ 3191152 w 12192000"/>
              <a:gd name="connsiteY206" fmla="*/ 183019 h 6857998"/>
              <a:gd name="connsiteX207" fmla="*/ 5999116 w 12192000"/>
              <a:gd name="connsiteY207" fmla="*/ 183019 h 6857998"/>
              <a:gd name="connsiteX208" fmla="*/ 5999116 w 12192000"/>
              <a:gd name="connsiteY208" fmla="*/ 0 h 6857998"/>
              <a:gd name="connsiteX209" fmla="*/ 6006316 w 12192000"/>
              <a:gd name="connsiteY209" fmla="*/ 0 h 6857998"/>
              <a:gd name="connsiteX210" fmla="*/ 6006316 w 12192000"/>
              <a:gd name="connsiteY210" fmla="*/ 183019 h 6857998"/>
              <a:gd name="connsiteX211" fmla="*/ 6184304 w 12192000"/>
              <a:gd name="connsiteY211" fmla="*/ 183019 h 6857998"/>
              <a:gd name="connsiteX212" fmla="*/ 6184304 w 12192000"/>
              <a:gd name="connsiteY212" fmla="*/ 0 h 6857998"/>
              <a:gd name="connsiteX213" fmla="*/ 6191504 w 12192000"/>
              <a:gd name="connsiteY213" fmla="*/ 0 h 6857998"/>
              <a:gd name="connsiteX214" fmla="*/ 6191504 w 12192000"/>
              <a:gd name="connsiteY214" fmla="*/ 183019 h 6857998"/>
              <a:gd name="connsiteX215" fmla="*/ 8999466 w 12192000"/>
              <a:gd name="connsiteY215" fmla="*/ 183019 h 6857998"/>
              <a:gd name="connsiteX216" fmla="*/ 8999466 w 12192000"/>
              <a:gd name="connsiteY216" fmla="*/ 0 h 6857998"/>
              <a:gd name="connsiteX217" fmla="*/ 9006666 w 12192000"/>
              <a:gd name="connsiteY217" fmla="*/ 0 h 6857998"/>
              <a:gd name="connsiteX218" fmla="*/ 9006666 w 12192000"/>
              <a:gd name="connsiteY218" fmla="*/ 183019 h 6857998"/>
              <a:gd name="connsiteX219" fmla="*/ 9186244 w 12192000"/>
              <a:gd name="connsiteY219" fmla="*/ 183019 h 6857998"/>
              <a:gd name="connsiteX220" fmla="*/ 9186244 w 12192000"/>
              <a:gd name="connsiteY220" fmla="*/ 1 h 6857998"/>
              <a:gd name="connsiteX221" fmla="*/ 9193444 w 12192000"/>
              <a:gd name="connsiteY221" fmla="*/ 1 h 6857998"/>
              <a:gd name="connsiteX222" fmla="*/ 9193444 w 12192000"/>
              <a:gd name="connsiteY222" fmla="*/ 183019 h 6857998"/>
              <a:gd name="connsiteX223" fmla="*/ 12001406 w 12192000"/>
              <a:gd name="connsiteY223" fmla="*/ 183019 h 6857998"/>
              <a:gd name="connsiteX224" fmla="*/ 12001406 w 12192000"/>
              <a:gd name="connsiteY224" fmla="*/ 1 h 6857998"/>
              <a:gd name="connsiteX225" fmla="*/ 12008606 w 12192000"/>
              <a:gd name="connsiteY225" fmla="*/ 1 h 6857998"/>
              <a:gd name="connsiteX226" fmla="*/ 12008606 w 12192000"/>
              <a:gd name="connsiteY226" fmla="*/ 183019 h 6857998"/>
              <a:gd name="connsiteX227" fmla="*/ 12192000 w 12192000"/>
              <a:gd name="connsiteY227" fmla="*/ 183019 h 6857998"/>
              <a:gd name="connsiteX228" fmla="*/ 12192000 w 12192000"/>
              <a:gd name="connsiteY228" fmla="*/ 190219 h 6857998"/>
              <a:gd name="connsiteX229" fmla="*/ 12008606 w 12192000"/>
              <a:gd name="connsiteY229" fmla="*/ 190219 h 6857998"/>
              <a:gd name="connsiteX230" fmla="*/ 12008606 w 12192000"/>
              <a:gd name="connsiteY230" fmla="*/ 1664102 h 6857998"/>
              <a:gd name="connsiteX231" fmla="*/ 12192000 w 12192000"/>
              <a:gd name="connsiteY231" fmla="*/ 1664102 h 6857998"/>
              <a:gd name="connsiteX232" fmla="*/ 12192000 w 12192000"/>
              <a:gd name="connsiteY232" fmla="*/ 1671302 h 6857998"/>
              <a:gd name="connsiteX233" fmla="*/ 12008606 w 12192000"/>
              <a:gd name="connsiteY233" fmla="*/ 1671302 h 6857998"/>
              <a:gd name="connsiteX234" fmla="*/ 12008606 w 12192000"/>
              <a:gd name="connsiteY234" fmla="*/ 1852040 h 6857998"/>
              <a:gd name="connsiteX235" fmla="*/ 12192000 w 12192000"/>
              <a:gd name="connsiteY235" fmla="*/ 1852040 h 6857998"/>
              <a:gd name="connsiteX236" fmla="*/ 12192000 w 12192000"/>
              <a:gd name="connsiteY236" fmla="*/ 1859240 h 6857998"/>
              <a:gd name="connsiteX237" fmla="*/ 12008606 w 12192000"/>
              <a:gd name="connsiteY237" fmla="*/ 1859240 h 6857998"/>
              <a:gd name="connsiteX238" fmla="*/ 12008606 w 12192000"/>
              <a:gd name="connsiteY238" fmla="*/ 3332115 h 6857998"/>
              <a:gd name="connsiteX239" fmla="*/ 12192000 w 12192000"/>
              <a:gd name="connsiteY239" fmla="*/ 3332115 h 6857998"/>
              <a:gd name="connsiteX240" fmla="*/ 12192000 w 12192000"/>
              <a:gd name="connsiteY240" fmla="*/ 3339315 h 6857998"/>
              <a:gd name="connsiteX241" fmla="*/ 12008606 w 12192000"/>
              <a:gd name="connsiteY241" fmla="*/ 3339315 h 6857998"/>
              <a:gd name="connsiteX242" fmla="*/ 12008606 w 12192000"/>
              <a:gd name="connsiteY242" fmla="*/ 3517303 h 6857998"/>
              <a:gd name="connsiteX243" fmla="*/ 12192000 w 12192000"/>
              <a:gd name="connsiteY243" fmla="*/ 3517303 h 6857998"/>
              <a:gd name="connsiteX244" fmla="*/ 12192000 w 12192000"/>
              <a:gd name="connsiteY244" fmla="*/ 3524503 h 6857998"/>
              <a:gd name="connsiteX245" fmla="*/ 12008606 w 12192000"/>
              <a:gd name="connsiteY245" fmla="*/ 3524503 h 6857998"/>
              <a:gd name="connsiteX246" fmla="*/ 12008606 w 12192000"/>
              <a:gd name="connsiteY246" fmla="*/ 4998966 h 6857998"/>
              <a:gd name="connsiteX247" fmla="*/ 12192000 w 12192000"/>
              <a:gd name="connsiteY247" fmla="*/ 4998966 h 6857998"/>
              <a:gd name="connsiteX248" fmla="*/ 12192000 w 12192000"/>
              <a:gd name="connsiteY248" fmla="*/ 5006166 h 6857998"/>
              <a:gd name="connsiteX249" fmla="*/ 12008606 w 12192000"/>
              <a:gd name="connsiteY249" fmla="*/ 5006166 h 6857998"/>
              <a:gd name="connsiteX250" fmla="*/ 12008606 w 12192000"/>
              <a:gd name="connsiteY250" fmla="*/ 5185743 h 6857998"/>
              <a:gd name="connsiteX251" fmla="*/ 12192000 w 12192000"/>
              <a:gd name="connsiteY251" fmla="*/ 5185743 h 6857998"/>
              <a:gd name="connsiteX252" fmla="*/ 12192000 w 12192000"/>
              <a:gd name="connsiteY252" fmla="*/ 5192943 h 6857998"/>
              <a:gd name="connsiteX253" fmla="*/ 12008606 w 12192000"/>
              <a:gd name="connsiteY253" fmla="*/ 5192943 h 6857998"/>
              <a:gd name="connsiteX254" fmla="*/ 12008606 w 12192000"/>
              <a:gd name="connsiteY254" fmla="*/ 6668993 h 6857998"/>
              <a:gd name="connsiteX255" fmla="*/ 12192000 w 12192000"/>
              <a:gd name="connsiteY255" fmla="*/ 6668993 h 6857998"/>
              <a:gd name="connsiteX256" fmla="*/ 12192000 w 12192000"/>
              <a:gd name="connsiteY256" fmla="*/ 6676193 h 6857998"/>
              <a:gd name="connsiteX257" fmla="*/ 12008606 w 12192000"/>
              <a:gd name="connsiteY257" fmla="*/ 6676193 h 6857998"/>
              <a:gd name="connsiteX258" fmla="*/ 12008606 w 12192000"/>
              <a:gd name="connsiteY258" fmla="*/ 6857998 h 6857998"/>
              <a:gd name="connsiteX259" fmla="*/ 12001406 w 12192000"/>
              <a:gd name="connsiteY259" fmla="*/ 6857998 h 6857998"/>
              <a:gd name="connsiteX260" fmla="*/ 12001406 w 12192000"/>
              <a:gd name="connsiteY260" fmla="*/ 6676193 h 6857998"/>
              <a:gd name="connsiteX261" fmla="*/ 9193444 w 12192000"/>
              <a:gd name="connsiteY261" fmla="*/ 6676193 h 6857998"/>
              <a:gd name="connsiteX262" fmla="*/ 9193444 w 12192000"/>
              <a:gd name="connsiteY262" fmla="*/ 6857998 h 6857998"/>
              <a:gd name="connsiteX263" fmla="*/ 9186244 w 12192000"/>
              <a:gd name="connsiteY263" fmla="*/ 6857998 h 6857998"/>
              <a:gd name="connsiteX264" fmla="*/ 9186244 w 12192000"/>
              <a:gd name="connsiteY264" fmla="*/ 6676193 h 6857998"/>
              <a:gd name="connsiteX265" fmla="*/ 9006666 w 12192000"/>
              <a:gd name="connsiteY265" fmla="*/ 6676193 h 6857998"/>
              <a:gd name="connsiteX266" fmla="*/ 9006666 w 12192000"/>
              <a:gd name="connsiteY266" fmla="*/ 6857998 h 6857998"/>
              <a:gd name="connsiteX267" fmla="*/ 8999466 w 12192000"/>
              <a:gd name="connsiteY267" fmla="*/ 6857998 h 6857998"/>
              <a:gd name="connsiteX268" fmla="*/ 8999466 w 12192000"/>
              <a:gd name="connsiteY268" fmla="*/ 6676193 h 6857998"/>
              <a:gd name="connsiteX269" fmla="*/ 6191504 w 12192000"/>
              <a:gd name="connsiteY269" fmla="*/ 6676193 h 6857998"/>
              <a:gd name="connsiteX270" fmla="*/ 6191504 w 12192000"/>
              <a:gd name="connsiteY270" fmla="*/ 6857998 h 6857998"/>
              <a:gd name="connsiteX271" fmla="*/ 6184304 w 12192000"/>
              <a:gd name="connsiteY271" fmla="*/ 6857998 h 6857998"/>
              <a:gd name="connsiteX272" fmla="*/ 6184304 w 12192000"/>
              <a:gd name="connsiteY272" fmla="*/ 6676193 h 6857998"/>
              <a:gd name="connsiteX273" fmla="*/ 6006316 w 12192000"/>
              <a:gd name="connsiteY273" fmla="*/ 6676193 h 6857998"/>
              <a:gd name="connsiteX274" fmla="*/ 6006316 w 12192000"/>
              <a:gd name="connsiteY274" fmla="*/ 6857998 h 6857998"/>
              <a:gd name="connsiteX275" fmla="*/ 5999116 w 12192000"/>
              <a:gd name="connsiteY275" fmla="*/ 6857998 h 6857998"/>
              <a:gd name="connsiteX276" fmla="*/ 5999116 w 12192000"/>
              <a:gd name="connsiteY276" fmla="*/ 6676193 h 6857998"/>
              <a:gd name="connsiteX277" fmla="*/ 3191152 w 12192000"/>
              <a:gd name="connsiteY277" fmla="*/ 6676193 h 6857998"/>
              <a:gd name="connsiteX278" fmla="*/ 3191152 w 12192000"/>
              <a:gd name="connsiteY278" fmla="*/ 6857998 h 6857998"/>
              <a:gd name="connsiteX279" fmla="*/ 3183952 w 12192000"/>
              <a:gd name="connsiteY279" fmla="*/ 6857998 h 6857998"/>
              <a:gd name="connsiteX280" fmla="*/ 3183952 w 12192000"/>
              <a:gd name="connsiteY280" fmla="*/ 6676193 h 6857998"/>
              <a:gd name="connsiteX281" fmla="*/ 3004803 w 12192000"/>
              <a:gd name="connsiteY281" fmla="*/ 6676193 h 6857998"/>
              <a:gd name="connsiteX282" fmla="*/ 3004803 w 12192000"/>
              <a:gd name="connsiteY282" fmla="*/ 6857998 h 6857998"/>
              <a:gd name="connsiteX283" fmla="*/ 2997602 w 12192000"/>
              <a:gd name="connsiteY283" fmla="*/ 6857998 h 6857998"/>
              <a:gd name="connsiteX284" fmla="*/ 2997602 w 12192000"/>
              <a:gd name="connsiteY284" fmla="*/ 6676193 h 6857998"/>
              <a:gd name="connsiteX285" fmla="*/ 190221 w 12192000"/>
              <a:gd name="connsiteY285" fmla="*/ 6676193 h 6857998"/>
              <a:gd name="connsiteX286" fmla="*/ 190221 w 12192000"/>
              <a:gd name="connsiteY286" fmla="*/ 6857998 h 6857998"/>
              <a:gd name="connsiteX287" fmla="*/ 183021 w 12192000"/>
              <a:gd name="connsiteY287" fmla="*/ 6857998 h 6857998"/>
              <a:gd name="connsiteX288" fmla="*/ 183021 w 12192000"/>
              <a:gd name="connsiteY288" fmla="*/ 6676193 h 6857998"/>
              <a:gd name="connsiteX289" fmla="*/ 0 w 12192000"/>
              <a:gd name="connsiteY289" fmla="*/ 6676193 h 6857998"/>
              <a:gd name="connsiteX290" fmla="*/ 0 w 12192000"/>
              <a:gd name="connsiteY290" fmla="*/ 6668993 h 6857998"/>
              <a:gd name="connsiteX291" fmla="*/ 183021 w 12192000"/>
              <a:gd name="connsiteY291" fmla="*/ 6668993 h 6857998"/>
              <a:gd name="connsiteX292" fmla="*/ 183021 w 12192000"/>
              <a:gd name="connsiteY292" fmla="*/ 5192943 h 6857998"/>
              <a:gd name="connsiteX293" fmla="*/ 0 w 12192000"/>
              <a:gd name="connsiteY293" fmla="*/ 5192943 h 6857998"/>
              <a:gd name="connsiteX294" fmla="*/ 0 w 12192000"/>
              <a:gd name="connsiteY294" fmla="*/ 5185743 h 6857998"/>
              <a:gd name="connsiteX295" fmla="*/ 183021 w 12192000"/>
              <a:gd name="connsiteY295" fmla="*/ 5185743 h 6857998"/>
              <a:gd name="connsiteX296" fmla="*/ 183021 w 12192000"/>
              <a:gd name="connsiteY296" fmla="*/ 5006166 h 6857998"/>
              <a:gd name="connsiteX297" fmla="*/ 1 w 12192000"/>
              <a:gd name="connsiteY297" fmla="*/ 5006166 h 6857998"/>
              <a:gd name="connsiteX298" fmla="*/ 1 w 12192000"/>
              <a:gd name="connsiteY298" fmla="*/ 4998966 h 6857998"/>
              <a:gd name="connsiteX299" fmla="*/ 183021 w 12192000"/>
              <a:gd name="connsiteY299" fmla="*/ 4998966 h 6857998"/>
              <a:gd name="connsiteX300" fmla="*/ 183021 w 12192000"/>
              <a:gd name="connsiteY300" fmla="*/ 3524503 h 6857998"/>
              <a:gd name="connsiteX301" fmla="*/ 1 w 12192000"/>
              <a:gd name="connsiteY301" fmla="*/ 3524503 h 6857998"/>
              <a:gd name="connsiteX302" fmla="*/ 1 w 12192000"/>
              <a:gd name="connsiteY302" fmla="*/ 3517303 h 6857998"/>
              <a:gd name="connsiteX303" fmla="*/ 183021 w 12192000"/>
              <a:gd name="connsiteY303" fmla="*/ 3517303 h 6857998"/>
              <a:gd name="connsiteX304" fmla="*/ 183021 w 12192000"/>
              <a:gd name="connsiteY304" fmla="*/ 3339315 h 6857998"/>
              <a:gd name="connsiteX305" fmla="*/ 1 w 12192000"/>
              <a:gd name="connsiteY305" fmla="*/ 3339315 h 6857998"/>
              <a:gd name="connsiteX306" fmla="*/ 1 w 12192000"/>
              <a:gd name="connsiteY306" fmla="*/ 3332115 h 6857998"/>
              <a:gd name="connsiteX307" fmla="*/ 183021 w 12192000"/>
              <a:gd name="connsiteY307" fmla="*/ 3332115 h 6857998"/>
              <a:gd name="connsiteX308" fmla="*/ 183021 w 12192000"/>
              <a:gd name="connsiteY308" fmla="*/ 1859240 h 6857998"/>
              <a:gd name="connsiteX309" fmla="*/ 1 w 12192000"/>
              <a:gd name="connsiteY309" fmla="*/ 1859240 h 6857998"/>
              <a:gd name="connsiteX310" fmla="*/ 1 w 12192000"/>
              <a:gd name="connsiteY310" fmla="*/ 1852040 h 6857998"/>
              <a:gd name="connsiteX311" fmla="*/ 183021 w 12192000"/>
              <a:gd name="connsiteY311" fmla="*/ 1852040 h 6857998"/>
              <a:gd name="connsiteX312" fmla="*/ 183021 w 12192000"/>
              <a:gd name="connsiteY312" fmla="*/ 1671302 h 6857998"/>
              <a:gd name="connsiteX313" fmla="*/ 1 w 12192000"/>
              <a:gd name="connsiteY313" fmla="*/ 1671302 h 6857998"/>
              <a:gd name="connsiteX314" fmla="*/ 1 w 12192000"/>
              <a:gd name="connsiteY314" fmla="*/ 1664102 h 6857998"/>
              <a:gd name="connsiteX315" fmla="*/ 183021 w 12192000"/>
              <a:gd name="connsiteY315" fmla="*/ 1664102 h 6857998"/>
              <a:gd name="connsiteX316" fmla="*/ 183021 w 12192000"/>
              <a:gd name="connsiteY316" fmla="*/ 190219 h 6857998"/>
              <a:gd name="connsiteX317" fmla="*/ 1 w 12192000"/>
              <a:gd name="connsiteY317" fmla="*/ 190219 h 6857998"/>
              <a:gd name="connsiteX318" fmla="*/ 1 w 12192000"/>
              <a:gd name="connsiteY318" fmla="*/ 183019 h 6857998"/>
              <a:gd name="connsiteX319" fmla="*/ 183021 w 12192000"/>
              <a:gd name="connsiteY319" fmla="*/ 18301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2000" h="6857998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2000" y="183019"/>
                </a:lnTo>
                <a:lnTo>
                  <a:pt x="121920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2000" y="1664102"/>
                </a:lnTo>
                <a:lnTo>
                  <a:pt x="121920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2000" y="1852040"/>
                </a:lnTo>
                <a:lnTo>
                  <a:pt x="121920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2000" y="3332115"/>
                </a:lnTo>
                <a:lnTo>
                  <a:pt x="121920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2000" y="3517303"/>
                </a:lnTo>
                <a:lnTo>
                  <a:pt x="121920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2000" y="4998966"/>
                </a:lnTo>
                <a:lnTo>
                  <a:pt x="121920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2000" y="5185743"/>
                </a:lnTo>
                <a:lnTo>
                  <a:pt x="121920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2000" y="6668993"/>
                </a:lnTo>
                <a:lnTo>
                  <a:pt x="12192000" y="6676193"/>
                </a:lnTo>
                <a:lnTo>
                  <a:pt x="12008606" y="6676193"/>
                </a:lnTo>
                <a:lnTo>
                  <a:pt x="12008606" y="6857998"/>
                </a:lnTo>
                <a:lnTo>
                  <a:pt x="12001406" y="6857998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8"/>
                </a:lnTo>
                <a:lnTo>
                  <a:pt x="9186244" y="6857998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8"/>
                </a:lnTo>
                <a:lnTo>
                  <a:pt x="8999466" y="6857998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8"/>
                </a:lnTo>
                <a:lnTo>
                  <a:pt x="6184304" y="6857998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8"/>
                </a:lnTo>
                <a:lnTo>
                  <a:pt x="5999116" y="6857998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8"/>
                </a:lnTo>
                <a:lnTo>
                  <a:pt x="3183952" y="6857998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8"/>
                </a:lnTo>
                <a:lnTo>
                  <a:pt x="2997602" y="6857998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8"/>
                </a:lnTo>
                <a:lnTo>
                  <a:pt x="183021" y="6857998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 wrap="square" tIns="0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Logo - freeform">
            <a:extLst>
              <a:ext uri="{FF2B5EF4-FFF2-40B4-BE49-F238E27FC236}">
                <a16:creationId xmlns:a16="http://schemas.microsoft.com/office/drawing/2014/main" id="{7C0B7C54-BB23-9FDC-51B5-60D0E0619F4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white">
          <a:xfrm>
            <a:off x="190800" y="6556701"/>
            <a:ext cx="936626" cy="142550"/>
          </a:xfrm>
          <a:custGeom>
            <a:avLst/>
            <a:gdLst>
              <a:gd name="connsiteX0" fmla="*/ 11589172 w 14787902"/>
              <a:gd name="connsiteY0" fmla="*/ 1086010 h 2250653"/>
              <a:gd name="connsiteX1" fmla="*/ 11293040 w 14787902"/>
              <a:gd name="connsiteY1" fmla="*/ 1204426 h 2250653"/>
              <a:gd name="connsiteX2" fmla="*/ 10917900 w 14787902"/>
              <a:gd name="connsiteY2" fmla="*/ 1421553 h 2250653"/>
              <a:gd name="connsiteX3" fmla="*/ 11174624 w 14787902"/>
              <a:gd name="connsiteY3" fmla="*/ 1618975 h 2250653"/>
              <a:gd name="connsiteX4" fmla="*/ 11589172 w 14787902"/>
              <a:gd name="connsiteY4" fmla="*/ 1145124 h 2250653"/>
              <a:gd name="connsiteX5" fmla="*/ 2369254 w 14787902"/>
              <a:gd name="connsiteY5" fmla="*/ 552857 h 2250653"/>
              <a:gd name="connsiteX6" fmla="*/ 1954706 w 14787902"/>
              <a:gd name="connsiteY6" fmla="*/ 967408 h 2250653"/>
              <a:gd name="connsiteX7" fmla="*/ 2764099 w 14787902"/>
              <a:gd name="connsiteY7" fmla="*/ 967408 h 2250653"/>
              <a:gd name="connsiteX8" fmla="*/ 2369254 w 14787902"/>
              <a:gd name="connsiteY8" fmla="*/ 552857 h 2250653"/>
              <a:gd name="connsiteX9" fmla="*/ 6120654 w 14787902"/>
              <a:gd name="connsiteY9" fmla="*/ 552670 h 2250653"/>
              <a:gd name="connsiteX10" fmla="*/ 5686211 w 14787902"/>
              <a:gd name="connsiteY10" fmla="*/ 1085823 h 2250653"/>
              <a:gd name="connsiteX11" fmla="*/ 6120654 w 14787902"/>
              <a:gd name="connsiteY11" fmla="*/ 1618975 h 2250653"/>
              <a:gd name="connsiteX12" fmla="*/ 6535203 w 14787902"/>
              <a:gd name="connsiteY12" fmla="*/ 1085823 h 2250653"/>
              <a:gd name="connsiteX13" fmla="*/ 6120654 w 14787902"/>
              <a:gd name="connsiteY13" fmla="*/ 552670 h 2250653"/>
              <a:gd name="connsiteX14" fmla="*/ 9891567 w 14787902"/>
              <a:gd name="connsiteY14" fmla="*/ 532964 h 2250653"/>
              <a:gd name="connsiteX15" fmla="*/ 9457125 w 14787902"/>
              <a:gd name="connsiteY15" fmla="*/ 1085823 h 2250653"/>
              <a:gd name="connsiteX16" fmla="*/ 9891567 w 14787902"/>
              <a:gd name="connsiteY16" fmla="*/ 1618975 h 2250653"/>
              <a:gd name="connsiteX17" fmla="*/ 10286412 w 14787902"/>
              <a:gd name="connsiteY17" fmla="*/ 1066118 h 2250653"/>
              <a:gd name="connsiteX18" fmla="*/ 9891567 w 14787902"/>
              <a:gd name="connsiteY18" fmla="*/ 532964 h 2250653"/>
              <a:gd name="connsiteX19" fmla="*/ 13445542 w 14787902"/>
              <a:gd name="connsiteY19" fmla="*/ 375139 h 2250653"/>
              <a:gd name="connsiteX20" fmla="*/ 13721972 w 14787902"/>
              <a:gd name="connsiteY20" fmla="*/ 375139 h 2250653"/>
              <a:gd name="connsiteX21" fmla="*/ 14057702 w 14787902"/>
              <a:gd name="connsiteY21" fmla="*/ 1303137 h 2250653"/>
              <a:gd name="connsiteX22" fmla="*/ 14117004 w 14787902"/>
              <a:gd name="connsiteY22" fmla="*/ 1559861 h 2250653"/>
              <a:gd name="connsiteX23" fmla="*/ 14136708 w 14787902"/>
              <a:gd name="connsiteY23" fmla="*/ 1559861 h 2250653"/>
              <a:gd name="connsiteX24" fmla="*/ 14196010 w 14787902"/>
              <a:gd name="connsiteY24" fmla="*/ 1303137 h 2250653"/>
              <a:gd name="connsiteX25" fmla="*/ 14531740 w 14787902"/>
              <a:gd name="connsiteY25" fmla="*/ 375139 h 2250653"/>
              <a:gd name="connsiteX26" fmla="*/ 14787902 w 14787902"/>
              <a:gd name="connsiteY26" fmla="*/ 375139 h 2250653"/>
              <a:gd name="connsiteX27" fmla="*/ 14274641 w 14787902"/>
              <a:gd name="connsiteY27" fmla="*/ 1737392 h 2250653"/>
              <a:gd name="connsiteX28" fmla="*/ 13702079 w 14787902"/>
              <a:gd name="connsiteY28" fmla="*/ 2250653 h 2250653"/>
              <a:gd name="connsiteX29" fmla="*/ 13524361 w 14787902"/>
              <a:gd name="connsiteY29" fmla="*/ 2211243 h 2250653"/>
              <a:gd name="connsiteX30" fmla="*/ 13524361 w 14787902"/>
              <a:gd name="connsiteY30" fmla="*/ 2013820 h 2250653"/>
              <a:gd name="connsiteX31" fmla="*/ 13682374 w 14787902"/>
              <a:gd name="connsiteY31" fmla="*/ 2053231 h 2250653"/>
              <a:gd name="connsiteX32" fmla="*/ 14018104 w 14787902"/>
              <a:gd name="connsiteY32" fmla="*/ 1816398 h 2250653"/>
              <a:gd name="connsiteX33" fmla="*/ 12872981 w 14787902"/>
              <a:gd name="connsiteY33" fmla="*/ 355435 h 2250653"/>
              <a:gd name="connsiteX34" fmla="*/ 13346832 w 14787902"/>
              <a:gd name="connsiteY34" fmla="*/ 829286 h 2250653"/>
              <a:gd name="connsiteX35" fmla="*/ 13346645 w 14787902"/>
              <a:gd name="connsiteY35" fmla="*/ 829286 h 2250653"/>
              <a:gd name="connsiteX36" fmla="*/ 13346645 w 14787902"/>
              <a:gd name="connsiteY36" fmla="*/ 1776989 h 2250653"/>
              <a:gd name="connsiteX37" fmla="*/ 13109812 w 14787902"/>
              <a:gd name="connsiteY37" fmla="*/ 1776989 h 2250653"/>
              <a:gd name="connsiteX38" fmla="*/ 13109812 w 14787902"/>
              <a:gd name="connsiteY38" fmla="*/ 888587 h 2250653"/>
              <a:gd name="connsiteX39" fmla="*/ 12813678 w 14787902"/>
              <a:gd name="connsiteY39" fmla="*/ 552857 h 2250653"/>
              <a:gd name="connsiteX40" fmla="*/ 12418833 w 14787902"/>
              <a:gd name="connsiteY40" fmla="*/ 1066118 h 2250653"/>
              <a:gd name="connsiteX41" fmla="*/ 12418833 w 14787902"/>
              <a:gd name="connsiteY41" fmla="*/ 1776802 h 2250653"/>
              <a:gd name="connsiteX42" fmla="*/ 12182002 w 14787902"/>
              <a:gd name="connsiteY42" fmla="*/ 1776802 h 2250653"/>
              <a:gd name="connsiteX43" fmla="*/ 12182002 w 14787902"/>
              <a:gd name="connsiteY43" fmla="*/ 375139 h 2250653"/>
              <a:gd name="connsiteX44" fmla="*/ 12418833 w 14787902"/>
              <a:gd name="connsiteY44" fmla="*/ 375139 h 2250653"/>
              <a:gd name="connsiteX45" fmla="*/ 12418833 w 14787902"/>
              <a:gd name="connsiteY45" fmla="*/ 710871 h 2250653"/>
              <a:gd name="connsiteX46" fmla="*/ 12872981 w 14787902"/>
              <a:gd name="connsiteY46" fmla="*/ 355435 h 2250653"/>
              <a:gd name="connsiteX47" fmla="*/ 11293040 w 14787902"/>
              <a:gd name="connsiteY47" fmla="*/ 355435 h 2250653"/>
              <a:gd name="connsiteX48" fmla="*/ 11845896 w 14787902"/>
              <a:gd name="connsiteY48" fmla="*/ 829286 h 2250653"/>
              <a:gd name="connsiteX49" fmla="*/ 11845896 w 14787902"/>
              <a:gd name="connsiteY49" fmla="*/ 1461151 h 2250653"/>
              <a:gd name="connsiteX50" fmla="*/ 11944606 w 14787902"/>
              <a:gd name="connsiteY50" fmla="*/ 1619165 h 2250653"/>
              <a:gd name="connsiteX51" fmla="*/ 12063023 w 14787902"/>
              <a:gd name="connsiteY51" fmla="*/ 1599458 h 2250653"/>
              <a:gd name="connsiteX52" fmla="*/ 12063212 w 14787902"/>
              <a:gd name="connsiteY52" fmla="*/ 1599271 h 2250653"/>
              <a:gd name="connsiteX53" fmla="*/ 12063212 w 14787902"/>
              <a:gd name="connsiteY53" fmla="*/ 1776989 h 2250653"/>
              <a:gd name="connsiteX54" fmla="*/ 11885494 w 14787902"/>
              <a:gd name="connsiteY54" fmla="*/ 1796694 h 2250653"/>
              <a:gd name="connsiteX55" fmla="*/ 11609064 w 14787902"/>
              <a:gd name="connsiteY55" fmla="*/ 1520265 h 2250653"/>
              <a:gd name="connsiteX56" fmla="*/ 11609064 w 14787902"/>
              <a:gd name="connsiteY56" fmla="*/ 1460963 h 2250653"/>
              <a:gd name="connsiteX57" fmla="*/ 11589359 w 14787902"/>
              <a:gd name="connsiteY57" fmla="*/ 1460963 h 2250653"/>
              <a:gd name="connsiteX58" fmla="*/ 11115509 w 14787902"/>
              <a:gd name="connsiteY58" fmla="*/ 1816398 h 2250653"/>
              <a:gd name="connsiteX59" fmla="*/ 10681067 w 14787902"/>
              <a:gd name="connsiteY59" fmla="*/ 1441259 h 2250653"/>
              <a:gd name="connsiteX60" fmla="*/ 11253629 w 14787902"/>
              <a:gd name="connsiteY60" fmla="*/ 1026708 h 2250653"/>
              <a:gd name="connsiteX61" fmla="*/ 11589359 w 14787902"/>
              <a:gd name="connsiteY61" fmla="*/ 769984 h 2250653"/>
              <a:gd name="connsiteX62" fmla="*/ 11293227 w 14787902"/>
              <a:gd name="connsiteY62" fmla="*/ 533153 h 2250653"/>
              <a:gd name="connsiteX63" fmla="*/ 10957497 w 14787902"/>
              <a:gd name="connsiteY63" fmla="*/ 848992 h 2250653"/>
              <a:gd name="connsiteX64" fmla="*/ 10700773 w 14787902"/>
              <a:gd name="connsiteY64" fmla="*/ 848992 h 2250653"/>
              <a:gd name="connsiteX65" fmla="*/ 11293040 w 14787902"/>
              <a:gd name="connsiteY65" fmla="*/ 355435 h 2250653"/>
              <a:gd name="connsiteX66" fmla="*/ 9950869 w 14787902"/>
              <a:gd name="connsiteY66" fmla="*/ 355435 h 2250653"/>
              <a:gd name="connsiteX67" fmla="*/ 10543136 w 14787902"/>
              <a:gd name="connsiteY67" fmla="*/ 1066118 h 2250653"/>
              <a:gd name="connsiteX68" fmla="*/ 9950869 w 14787902"/>
              <a:gd name="connsiteY68" fmla="*/ 1816398 h 2250653"/>
              <a:gd name="connsiteX69" fmla="*/ 9477018 w 14787902"/>
              <a:gd name="connsiteY69" fmla="*/ 1460963 h 2250653"/>
              <a:gd name="connsiteX70" fmla="*/ 9457314 w 14787902"/>
              <a:gd name="connsiteY70" fmla="*/ 1460963 h 2250653"/>
              <a:gd name="connsiteX71" fmla="*/ 9457314 w 14787902"/>
              <a:gd name="connsiteY71" fmla="*/ 2250653 h 2250653"/>
              <a:gd name="connsiteX72" fmla="*/ 9220482 w 14787902"/>
              <a:gd name="connsiteY72" fmla="*/ 2250653 h 2250653"/>
              <a:gd name="connsiteX73" fmla="*/ 9220482 w 14787902"/>
              <a:gd name="connsiteY73" fmla="*/ 375139 h 2250653"/>
              <a:gd name="connsiteX74" fmla="*/ 9457314 w 14787902"/>
              <a:gd name="connsiteY74" fmla="*/ 375139 h 2250653"/>
              <a:gd name="connsiteX75" fmla="*/ 9457314 w 14787902"/>
              <a:gd name="connsiteY75" fmla="*/ 710871 h 2250653"/>
              <a:gd name="connsiteX76" fmla="*/ 9477018 w 14787902"/>
              <a:gd name="connsiteY76" fmla="*/ 710871 h 2250653"/>
              <a:gd name="connsiteX77" fmla="*/ 9950869 w 14787902"/>
              <a:gd name="connsiteY77" fmla="*/ 355435 h 2250653"/>
              <a:gd name="connsiteX78" fmla="*/ 7660247 w 14787902"/>
              <a:gd name="connsiteY78" fmla="*/ 355435 h 2250653"/>
              <a:gd name="connsiteX79" fmla="*/ 8094687 w 14787902"/>
              <a:gd name="connsiteY79" fmla="*/ 710871 h 2250653"/>
              <a:gd name="connsiteX80" fmla="*/ 8529128 w 14787902"/>
              <a:gd name="connsiteY80" fmla="*/ 355435 h 2250653"/>
              <a:gd name="connsiteX81" fmla="*/ 9002979 w 14787902"/>
              <a:gd name="connsiteY81" fmla="*/ 829286 h 2250653"/>
              <a:gd name="connsiteX82" fmla="*/ 9002979 w 14787902"/>
              <a:gd name="connsiteY82" fmla="*/ 1776989 h 2250653"/>
              <a:gd name="connsiteX83" fmla="*/ 8746255 w 14787902"/>
              <a:gd name="connsiteY83" fmla="*/ 1776989 h 2250653"/>
              <a:gd name="connsiteX84" fmla="*/ 8746255 w 14787902"/>
              <a:gd name="connsiteY84" fmla="*/ 848992 h 2250653"/>
              <a:gd name="connsiteX85" fmla="*/ 8469828 w 14787902"/>
              <a:gd name="connsiteY85" fmla="*/ 552857 h 2250653"/>
              <a:gd name="connsiteX86" fmla="*/ 8114393 w 14787902"/>
              <a:gd name="connsiteY86" fmla="*/ 1066118 h 2250653"/>
              <a:gd name="connsiteX87" fmla="*/ 8114393 w 14787902"/>
              <a:gd name="connsiteY87" fmla="*/ 1776802 h 2250653"/>
              <a:gd name="connsiteX88" fmla="*/ 7857667 w 14787902"/>
              <a:gd name="connsiteY88" fmla="*/ 1776802 h 2250653"/>
              <a:gd name="connsiteX89" fmla="*/ 7857667 w 14787902"/>
              <a:gd name="connsiteY89" fmla="*/ 848803 h 2250653"/>
              <a:gd name="connsiteX90" fmla="*/ 7581239 w 14787902"/>
              <a:gd name="connsiteY90" fmla="*/ 552670 h 2250653"/>
              <a:gd name="connsiteX91" fmla="*/ 7206099 w 14787902"/>
              <a:gd name="connsiteY91" fmla="*/ 1065931 h 2250653"/>
              <a:gd name="connsiteX92" fmla="*/ 7206099 w 14787902"/>
              <a:gd name="connsiteY92" fmla="*/ 1776613 h 2250653"/>
              <a:gd name="connsiteX93" fmla="*/ 6969268 w 14787902"/>
              <a:gd name="connsiteY93" fmla="*/ 1776613 h 2250653"/>
              <a:gd name="connsiteX94" fmla="*/ 6969268 w 14787902"/>
              <a:gd name="connsiteY94" fmla="*/ 375139 h 2250653"/>
              <a:gd name="connsiteX95" fmla="*/ 7206099 w 14787902"/>
              <a:gd name="connsiteY95" fmla="*/ 375139 h 2250653"/>
              <a:gd name="connsiteX96" fmla="*/ 7206099 w 14787902"/>
              <a:gd name="connsiteY96" fmla="*/ 710871 h 2250653"/>
              <a:gd name="connsiteX97" fmla="*/ 7660247 w 14787902"/>
              <a:gd name="connsiteY97" fmla="*/ 355435 h 2250653"/>
              <a:gd name="connsiteX98" fmla="*/ 6120466 w 14787902"/>
              <a:gd name="connsiteY98" fmla="*/ 355248 h 2250653"/>
              <a:gd name="connsiteX99" fmla="*/ 6791739 w 14787902"/>
              <a:gd name="connsiteY99" fmla="*/ 1085823 h 2250653"/>
              <a:gd name="connsiteX100" fmla="*/ 6120466 w 14787902"/>
              <a:gd name="connsiteY100" fmla="*/ 1816400 h 2250653"/>
              <a:gd name="connsiteX101" fmla="*/ 5429487 w 14787902"/>
              <a:gd name="connsiteY101" fmla="*/ 1085823 h 2250653"/>
              <a:gd name="connsiteX102" fmla="*/ 6120466 w 14787902"/>
              <a:gd name="connsiteY102" fmla="*/ 355248 h 2250653"/>
              <a:gd name="connsiteX103" fmla="*/ 4639609 w 14787902"/>
              <a:gd name="connsiteY103" fmla="*/ 355248 h 2250653"/>
              <a:gd name="connsiteX104" fmla="*/ 5271473 w 14787902"/>
              <a:gd name="connsiteY104" fmla="*/ 908106 h 2250653"/>
              <a:gd name="connsiteX105" fmla="*/ 5014749 w 14787902"/>
              <a:gd name="connsiteY105" fmla="*/ 908106 h 2250653"/>
              <a:gd name="connsiteX106" fmla="*/ 4639609 w 14787902"/>
              <a:gd name="connsiteY106" fmla="*/ 552670 h 2250653"/>
              <a:gd name="connsiteX107" fmla="*/ 4205167 w 14787902"/>
              <a:gd name="connsiteY107" fmla="*/ 1085823 h 2250653"/>
              <a:gd name="connsiteX108" fmla="*/ 4639609 w 14787902"/>
              <a:gd name="connsiteY108" fmla="*/ 1618975 h 2250653"/>
              <a:gd name="connsiteX109" fmla="*/ 5034454 w 14787902"/>
              <a:gd name="connsiteY109" fmla="*/ 1243837 h 2250653"/>
              <a:gd name="connsiteX110" fmla="*/ 5271284 w 14787902"/>
              <a:gd name="connsiteY110" fmla="*/ 1243837 h 2250653"/>
              <a:gd name="connsiteX111" fmla="*/ 4639422 w 14787902"/>
              <a:gd name="connsiteY111" fmla="*/ 1816400 h 2250653"/>
              <a:gd name="connsiteX112" fmla="*/ 3948443 w 14787902"/>
              <a:gd name="connsiteY112" fmla="*/ 1085823 h 2250653"/>
              <a:gd name="connsiteX113" fmla="*/ 3948630 w 14787902"/>
              <a:gd name="connsiteY113" fmla="*/ 1085823 h 2250653"/>
              <a:gd name="connsiteX114" fmla="*/ 4639609 w 14787902"/>
              <a:gd name="connsiteY114" fmla="*/ 355248 h 2250653"/>
              <a:gd name="connsiteX115" fmla="*/ 2369629 w 14787902"/>
              <a:gd name="connsiteY115" fmla="*/ 355248 h 2250653"/>
              <a:gd name="connsiteX116" fmla="*/ 3021197 w 14787902"/>
              <a:gd name="connsiteY116" fmla="*/ 1105529 h 2250653"/>
              <a:gd name="connsiteX117" fmla="*/ 3021197 w 14787902"/>
              <a:gd name="connsiteY117" fmla="*/ 1144937 h 2250653"/>
              <a:gd name="connsiteX118" fmla="*/ 3020823 w 14787902"/>
              <a:gd name="connsiteY118" fmla="*/ 1145124 h 2250653"/>
              <a:gd name="connsiteX119" fmla="*/ 1954706 w 14787902"/>
              <a:gd name="connsiteY119" fmla="*/ 1145124 h 2250653"/>
              <a:gd name="connsiteX120" fmla="*/ 2389146 w 14787902"/>
              <a:gd name="connsiteY120" fmla="*/ 1618975 h 2250653"/>
              <a:gd name="connsiteX121" fmla="*/ 2744582 w 14787902"/>
              <a:gd name="connsiteY121" fmla="*/ 1362251 h 2250653"/>
              <a:gd name="connsiteX122" fmla="*/ 3001306 w 14787902"/>
              <a:gd name="connsiteY122" fmla="*/ 1362251 h 2250653"/>
              <a:gd name="connsiteX123" fmla="*/ 2389335 w 14787902"/>
              <a:gd name="connsiteY123" fmla="*/ 1816400 h 2250653"/>
              <a:gd name="connsiteX124" fmla="*/ 1698356 w 14787902"/>
              <a:gd name="connsiteY124" fmla="*/ 1085823 h 2250653"/>
              <a:gd name="connsiteX125" fmla="*/ 2369629 w 14787902"/>
              <a:gd name="connsiteY125" fmla="*/ 355248 h 2250653"/>
              <a:gd name="connsiteX126" fmla="*/ 3297064 w 14787902"/>
              <a:gd name="connsiteY126" fmla="*/ 0 h 2250653"/>
              <a:gd name="connsiteX127" fmla="*/ 3553788 w 14787902"/>
              <a:gd name="connsiteY127" fmla="*/ 0 h 2250653"/>
              <a:gd name="connsiteX128" fmla="*/ 3553788 w 14787902"/>
              <a:gd name="connsiteY128" fmla="*/ 375141 h 2250653"/>
              <a:gd name="connsiteX129" fmla="*/ 3849920 w 14787902"/>
              <a:gd name="connsiteY129" fmla="*/ 375141 h 2250653"/>
              <a:gd name="connsiteX130" fmla="*/ 3849920 w 14787902"/>
              <a:gd name="connsiteY130" fmla="*/ 572563 h 2250653"/>
              <a:gd name="connsiteX131" fmla="*/ 3553788 w 14787902"/>
              <a:gd name="connsiteY131" fmla="*/ 572563 h 2250653"/>
              <a:gd name="connsiteX132" fmla="*/ 3553788 w 14787902"/>
              <a:gd name="connsiteY132" fmla="*/ 1401851 h 2250653"/>
              <a:gd name="connsiteX133" fmla="*/ 3711800 w 14787902"/>
              <a:gd name="connsiteY133" fmla="*/ 1618977 h 2250653"/>
              <a:gd name="connsiteX134" fmla="*/ 3849920 w 14787902"/>
              <a:gd name="connsiteY134" fmla="*/ 1579567 h 2250653"/>
              <a:gd name="connsiteX135" fmla="*/ 3849920 w 14787902"/>
              <a:gd name="connsiteY135" fmla="*/ 1776989 h 2250653"/>
              <a:gd name="connsiteX136" fmla="*/ 3691908 w 14787902"/>
              <a:gd name="connsiteY136" fmla="*/ 1816400 h 2250653"/>
              <a:gd name="connsiteX137" fmla="*/ 3297064 w 14787902"/>
              <a:gd name="connsiteY137" fmla="*/ 1421555 h 2250653"/>
              <a:gd name="connsiteX138" fmla="*/ 3297064 w 14787902"/>
              <a:gd name="connsiteY138" fmla="*/ 572563 h 2250653"/>
              <a:gd name="connsiteX139" fmla="*/ 3099642 w 14787902"/>
              <a:gd name="connsiteY139" fmla="*/ 572563 h 2250653"/>
              <a:gd name="connsiteX140" fmla="*/ 3099642 w 14787902"/>
              <a:gd name="connsiteY140" fmla="*/ 375141 h 2250653"/>
              <a:gd name="connsiteX141" fmla="*/ 3297064 w 14787902"/>
              <a:gd name="connsiteY141" fmla="*/ 375141 h 2250653"/>
              <a:gd name="connsiteX142" fmla="*/ 0 w 14787902"/>
              <a:gd name="connsiteY142" fmla="*/ 0 h 2250653"/>
              <a:gd name="connsiteX143" fmla="*/ 315839 w 14787902"/>
              <a:gd name="connsiteY143" fmla="*/ 0 h 2250653"/>
              <a:gd name="connsiteX144" fmla="*/ 1105528 w 14787902"/>
              <a:gd name="connsiteY144" fmla="*/ 1224132 h 2250653"/>
              <a:gd name="connsiteX145" fmla="*/ 1263540 w 14787902"/>
              <a:gd name="connsiteY145" fmla="*/ 1500561 h 2250653"/>
              <a:gd name="connsiteX146" fmla="*/ 1263540 w 14787902"/>
              <a:gd name="connsiteY146" fmla="*/ 0 h 2250653"/>
              <a:gd name="connsiteX147" fmla="*/ 1500372 w 14787902"/>
              <a:gd name="connsiteY147" fmla="*/ 0 h 2250653"/>
              <a:gd name="connsiteX148" fmla="*/ 1500372 w 14787902"/>
              <a:gd name="connsiteY148" fmla="*/ 1776989 h 2250653"/>
              <a:gd name="connsiteX149" fmla="*/ 1184534 w 14787902"/>
              <a:gd name="connsiteY149" fmla="*/ 1776989 h 2250653"/>
              <a:gd name="connsiteX150" fmla="*/ 394845 w 14787902"/>
              <a:gd name="connsiteY150" fmla="*/ 572563 h 2250653"/>
              <a:gd name="connsiteX151" fmla="*/ 256724 w 14787902"/>
              <a:gd name="connsiteY151" fmla="*/ 296135 h 2250653"/>
              <a:gd name="connsiteX152" fmla="*/ 237022 w 14787902"/>
              <a:gd name="connsiteY152" fmla="*/ 296135 h 2250653"/>
              <a:gd name="connsiteX153" fmla="*/ 256724 w 14787902"/>
              <a:gd name="connsiteY153" fmla="*/ 611972 h 2250653"/>
              <a:gd name="connsiteX154" fmla="*/ 256724 w 14787902"/>
              <a:gd name="connsiteY154" fmla="*/ 1776802 h 2250653"/>
              <a:gd name="connsiteX155" fmla="*/ 0 w 14787902"/>
              <a:gd name="connsiteY155" fmla="*/ 1776802 h 2250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4787902" h="2250653">
                <a:moveTo>
                  <a:pt x="11589172" y="1086010"/>
                </a:moveTo>
                <a:cubicBezTo>
                  <a:pt x="11510166" y="1145312"/>
                  <a:pt x="11391750" y="1184722"/>
                  <a:pt x="11293040" y="1204426"/>
                </a:cubicBezTo>
                <a:cubicBezTo>
                  <a:pt x="11115322" y="1243835"/>
                  <a:pt x="10917900" y="1263728"/>
                  <a:pt x="10917900" y="1421553"/>
                </a:cubicBezTo>
                <a:cubicBezTo>
                  <a:pt x="10917900" y="1559674"/>
                  <a:pt x="11036316" y="1618975"/>
                  <a:pt x="11174624" y="1618975"/>
                </a:cubicBezTo>
                <a:cubicBezTo>
                  <a:pt x="11451052" y="1618975"/>
                  <a:pt x="11589172" y="1421553"/>
                  <a:pt x="11589172" y="1145124"/>
                </a:cubicBezTo>
                <a:close/>
                <a:moveTo>
                  <a:pt x="2369254" y="552857"/>
                </a:moveTo>
                <a:cubicBezTo>
                  <a:pt x="2152128" y="552857"/>
                  <a:pt x="1994114" y="690978"/>
                  <a:pt x="1954706" y="967408"/>
                </a:cubicBezTo>
                <a:lnTo>
                  <a:pt x="2764099" y="967408"/>
                </a:lnTo>
                <a:cubicBezTo>
                  <a:pt x="2744397" y="690978"/>
                  <a:pt x="2586381" y="552857"/>
                  <a:pt x="2369254" y="552857"/>
                </a:cubicBezTo>
                <a:close/>
                <a:moveTo>
                  <a:pt x="6120654" y="552670"/>
                </a:moveTo>
                <a:cubicBezTo>
                  <a:pt x="5844225" y="552670"/>
                  <a:pt x="5686211" y="750092"/>
                  <a:pt x="5686211" y="1085823"/>
                </a:cubicBezTo>
                <a:cubicBezTo>
                  <a:pt x="5686211" y="1401662"/>
                  <a:pt x="5844225" y="1618975"/>
                  <a:pt x="6120654" y="1618975"/>
                </a:cubicBezTo>
                <a:cubicBezTo>
                  <a:pt x="6377377" y="1618975"/>
                  <a:pt x="6535203" y="1401849"/>
                  <a:pt x="6535203" y="1085823"/>
                </a:cubicBezTo>
                <a:cubicBezTo>
                  <a:pt x="6535203" y="750092"/>
                  <a:pt x="6377191" y="552670"/>
                  <a:pt x="6120654" y="552670"/>
                </a:cubicBezTo>
                <a:close/>
                <a:moveTo>
                  <a:pt x="9891567" y="532964"/>
                </a:moveTo>
                <a:cubicBezTo>
                  <a:pt x="9634843" y="532964"/>
                  <a:pt x="9457125" y="789690"/>
                  <a:pt x="9457125" y="1085823"/>
                </a:cubicBezTo>
                <a:cubicBezTo>
                  <a:pt x="9457125" y="1381957"/>
                  <a:pt x="9634843" y="1618975"/>
                  <a:pt x="9891567" y="1618975"/>
                </a:cubicBezTo>
                <a:cubicBezTo>
                  <a:pt x="10128400" y="1618975"/>
                  <a:pt x="10286412" y="1401849"/>
                  <a:pt x="10286412" y="1066118"/>
                </a:cubicBezTo>
                <a:cubicBezTo>
                  <a:pt x="10286412" y="750280"/>
                  <a:pt x="10128400" y="532964"/>
                  <a:pt x="9891567" y="532964"/>
                </a:cubicBezTo>
                <a:close/>
                <a:moveTo>
                  <a:pt x="13445542" y="375139"/>
                </a:moveTo>
                <a:lnTo>
                  <a:pt x="13721972" y="375139"/>
                </a:lnTo>
                <a:lnTo>
                  <a:pt x="14057702" y="1303137"/>
                </a:lnTo>
                <a:cubicBezTo>
                  <a:pt x="14077406" y="1382145"/>
                  <a:pt x="14097110" y="1461151"/>
                  <a:pt x="14117004" y="1559861"/>
                </a:cubicBezTo>
                <a:lnTo>
                  <a:pt x="14136708" y="1559861"/>
                </a:lnTo>
                <a:cubicBezTo>
                  <a:pt x="14156412" y="1461151"/>
                  <a:pt x="14176118" y="1382145"/>
                  <a:pt x="14196010" y="1303137"/>
                </a:cubicBezTo>
                <a:lnTo>
                  <a:pt x="14531740" y="375139"/>
                </a:lnTo>
                <a:lnTo>
                  <a:pt x="14787902" y="375139"/>
                </a:lnTo>
                <a:lnTo>
                  <a:pt x="14274641" y="1737392"/>
                </a:lnTo>
                <a:cubicBezTo>
                  <a:pt x="14195635" y="1934814"/>
                  <a:pt x="14017917" y="2250653"/>
                  <a:pt x="13702079" y="2250653"/>
                </a:cubicBezTo>
                <a:cubicBezTo>
                  <a:pt x="13603369" y="2250653"/>
                  <a:pt x="13544065" y="2230947"/>
                  <a:pt x="13524361" y="2211243"/>
                </a:cubicBezTo>
                <a:lnTo>
                  <a:pt x="13524361" y="2013820"/>
                </a:lnTo>
                <a:cubicBezTo>
                  <a:pt x="13563771" y="2033525"/>
                  <a:pt x="13623073" y="2053231"/>
                  <a:pt x="13682374" y="2053231"/>
                </a:cubicBezTo>
                <a:cubicBezTo>
                  <a:pt x="13860093" y="2053231"/>
                  <a:pt x="13958803" y="1934814"/>
                  <a:pt x="14018104" y="1816398"/>
                </a:cubicBezTo>
                <a:close/>
                <a:moveTo>
                  <a:pt x="12872981" y="355435"/>
                </a:moveTo>
                <a:cubicBezTo>
                  <a:pt x="13149409" y="355435"/>
                  <a:pt x="13346832" y="552857"/>
                  <a:pt x="13346832" y="829286"/>
                </a:cubicBezTo>
                <a:lnTo>
                  <a:pt x="13346645" y="829286"/>
                </a:lnTo>
                <a:lnTo>
                  <a:pt x="13346645" y="1776989"/>
                </a:lnTo>
                <a:lnTo>
                  <a:pt x="13109812" y="1776989"/>
                </a:lnTo>
                <a:lnTo>
                  <a:pt x="13109812" y="888587"/>
                </a:lnTo>
                <a:cubicBezTo>
                  <a:pt x="13109812" y="671461"/>
                  <a:pt x="12991396" y="552857"/>
                  <a:pt x="12813678" y="552857"/>
                </a:cubicBezTo>
                <a:cubicBezTo>
                  <a:pt x="12576847" y="552857"/>
                  <a:pt x="12418833" y="730575"/>
                  <a:pt x="12418833" y="1066118"/>
                </a:cubicBezTo>
                <a:lnTo>
                  <a:pt x="12418833" y="1776802"/>
                </a:lnTo>
                <a:lnTo>
                  <a:pt x="12182002" y="1776802"/>
                </a:lnTo>
                <a:lnTo>
                  <a:pt x="12182002" y="375139"/>
                </a:lnTo>
                <a:lnTo>
                  <a:pt x="12418833" y="375139"/>
                </a:lnTo>
                <a:lnTo>
                  <a:pt x="12418833" y="710871"/>
                </a:lnTo>
                <a:cubicBezTo>
                  <a:pt x="12458243" y="474038"/>
                  <a:pt x="12655666" y="355435"/>
                  <a:pt x="12872981" y="355435"/>
                </a:cubicBezTo>
                <a:close/>
                <a:moveTo>
                  <a:pt x="11293040" y="355435"/>
                </a:moveTo>
                <a:cubicBezTo>
                  <a:pt x="11648474" y="355435"/>
                  <a:pt x="11845896" y="513449"/>
                  <a:pt x="11845896" y="829286"/>
                </a:cubicBezTo>
                <a:lnTo>
                  <a:pt x="11845896" y="1461151"/>
                </a:lnTo>
                <a:cubicBezTo>
                  <a:pt x="11845896" y="1599271"/>
                  <a:pt x="11905198" y="1619165"/>
                  <a:pt x="11944606" y="1619165"/>
                </a:cubicBezTo>
                <a:cubicBezTo>
                  <a:pt x="11984017" y="1619165"/>
                  <a:pt x="12023614" y="1599458"/>
                  <a:pt x="12063023" y="1599458"/>
                </a:cubicBezTo>
                <a:lnTo>
                  <a:pt x="12063212" y="1599271"/>
                </a:lnTo>
                <a:lnTo>
                  <a:pt x="12063212" y="1776989"/>
                </a:lnTo>
                <a:cubicBezTo>
                  <a:pt x="12003910" y="1796694"/>
                  <a:pt x="11944795" y="1796694"/>
                  <a:pt x="11885494" y="1796694"/>
                </a:cubicBezTo>
                <a:cubicBezTo>
                  <a:pt x="11688072" y="1796694"/>
                  <a:pt x="11609064" y="1678277"/>
                  <a:pt x="11609064" y="1520265"/>
                </a:cubicBezTo>
                <a:lnTo>
                  <a:pt x="11609064" y="1460963"/>
                </a:lnTo>
                <a:lnTo>
                  <a:pt x="11589359" y="1460963"/>
                </a:lnTo>
                <a:cubicBezTo>
                  <a:pt x="11530060" y="1678090"/>
                  <a:pt x="11352529" y="1816398"/>
                  <a:pt x="11115509" y="1816398"/>
                </a:cubicBezTo>
                <a:cubicBezTo>
                  <a:pt x="10878489" y="1816398"/>
                  <a:pt x="10681067" y="1697983"/>
                  <a:pt x="10681067" y="1441259"/>
                </a:cubicBezTo>
                <a:cubicBezTo>
                  <a:pt x="10681067" y="1105527"/>
                  <a:pt x="10977201" y="1066118"/>
                  <a:pt x="11253629" y="1026708"/>
                </a:cubicBezTo>
                <a:cubicBezTo>
                  <a:pt x="11470756" y="987300"/>
                  <a:pt x="11589359" y="947702"/>
                  <a:pt x="11589359" y="769984"/>
                </a:cubicBezTo>
                <a:cubicBezTo>
                  <a:pt x="11589359" y="651569"/>
                  <a:pt x="11510353" y="533153"/>
                  <a:pt x="11293227" y="533153"/>
                </a:cubicBezTo>
                <a:cubicBezTo>
                  <a:pt x="11076101" y="533153"/>
                  <a:pt x="10957497" y="631863"/>
                  <a:pt x="10957497" y="848992"/>
                </a:cubicBezTo>
                <a:lnTo>
                  <a:pt x="10700773" y="848992"/>
                </a:lnTo>
                <a:cubicBezTo>
                  <a:pt x="10720477" y="533153"/>
                  <a:pt x="10917900" y="355435"/>
                  <a:pt x="11293040" y="355435"/>
                </a:cubicBezTo>
                <a:close/>
                <a:moveTo>
                  <a:pt x="9950869" y="355435"/>
                </a:moveTo>
                <a:cubicBezTo>
                  <a:pt x="10306305" y="355435"/>
                  <a:pt x="10543136" y="651569"/>
                  <a:pt x="10543136" y="1066118"/>
                </a:cubicBezTo>
                <a:cubicBezTo>
                  <a:pt x="10543136" y="1500561"/>
                  <a:pt x="10286412" y="1816398"/>
                  <a:pt x="9950869" y="1816398"/>
                </a:cubicBezTo>
                <a:cubicBezTo>
                  <a:pt x="9733742" y="1816398"/>
                  <a:pt x="9536320" y="1697983"/>
                  <a:pt x="9477018" y="1460963"/>
                </a:cubicBezTo>
                <a:lnTo>
                  <a:pt x="9457314" y="1460963"/>
                </a:lnTo>
                <a:lnTo>
                  <a:pt x="9457314" y="2250653"/>
                </a:lnTo>
                <a:lnTo>
                  <a:pt x="9220482" y="2250653"/>
                </a:lnTo>
                <a:lnTo>
                  <a:pt x="9220482" y="375139"/>
                </a:lnTo>
                <a:lnTo>
                  <a:pt x="9457314" y="375139"/>
                </a:lnTo>
                <a:lnTo>
                  <a:pt x="9457314" y="710871"/>
                </a:lnTo>
                <a:lnTo>
                  <a:pt x="9477018" y="710871"/>
                </a:lnTo>
                <a:cubicBezTo>
                  <a:pt x="9536320" y="474038"/>
                  <a:pt x="9733742" y="355435"/>
                  <a:pt x="9950869" y="355435"/>
                </a:cubicBezTo>
                <a:close/>
                <a:moveTo>
                  <a:pt x="7660247" y="355435"/>
                </a:moveTo>
                <a:cubicBezTo>
                  <a:pt x="7857667" y="355435"/>
                  <a:pt x="8035385" y="473851"/>
                  <a:pt x="8094687" y="710871"/>
                </a:cubicBezTo>
                <a:cubicBezTo>
                  <a:pt x="8153988" y="454147"/>
                  <a:pt x="8351411" y="355435"/>
                  <a:pt x="8529128" y="355435"/>
                </a:cubicBezTo>
                <a:cubicBezTo>
                  <a:pt x="8785852" y="355435"/>
                  <a:pt x="9002979" y="533153"/>
                  <a:pt x="9002979" y="829286"/>
                </a:cubicBezTo>
                <a:lnTo>
                  <a:pt x="9002979" y="1776989"/>
                </a:lnTo>
                <a:lnTo>
                  <a:pt x="8746255" y="1776989"/>
                </a:lnTo>
                <a:lnTo>
                  <a:pt x="8746255" y="848992"/>
                </a:lnTo>
                <a:cubicBezTo>
                  <a:pt x="8746255" y="671274"/>
                  <a:pt x="8627841" y="552857"/>
                  <a:pt x="8469828" y="552857"/>
                </a:cubicBezTo>
                <a:cubicBezTo>
                  <a:pt x="8252701" y="552857"/>
                  <a:pt x="8114393" y="730575"/>
                  <a:pt x="8114393" y="1066118"/>
                </a:cubicBezTo>
                <a:lnTo>
                  <a:pt x="8114393" y="1776802"/>
                </a:lnTo>
                <a:lnTo>
                  <a:pt x="7857667" y="1776802"/>
                </a:lnTo>
                <a:lnTo>
                  <a:pt x="7857667" y="848803"/>
                </a:lnTo>
                <a:cubicBezTo>
                  <a:pt x="7857667" y="671084"/>
                  <a:pt x="7739253" y="552670"/>
                  <a:pt x="7581239" y="552670"/>
                </a:cubicBezTo>
                <a:cubicBezTo>
                  <a:pt x="7364113" y="552670"/>
                  <a:pt x="7206099" y="769797"/>
                  <a:pt x="7206099" y="1065931"/>
                </a:cubicBezTo>
                <a:lnTo>
                  <a:pt x="7206099" y="1776613"/>
                </a:lnTo>
                <a:lnTo>
                  <a:pt x="6969268" y="1776613"/>
                </a:lnTo>
                <a:lnTo>
                  <a:pt x="6969268" y="375139"/>
                </a:lnTo>
                <a:lnTo>
                  <a:pt x="7206099" y="375139"/>
                </a:lnTo>
                <a:lnTo>
                  <a:pt x="7206099" y="710871"/>
                </a:lnTo>
                <a:cubicBezTo>
                  <a:pt x="7265401" y="474038"/>
                  <a:pt x="7442931" y="355435"/>
                  <a:pt x="7660247" y="355435"/>
                </a:cubicBezTo>
                <a:close/>
                <a:moveTo>
                  <a:pt x="6120466" y="355248"/>
                </a:moveTo>
                <a:cubicBezTo>
                  <a:pt x="6554719" y="355248"/>
                  <a:pt x="6791739" y="651380"/>
                  <a:pt x="6791739" y="1085823"/>
                </a:cubicBezTo>
                <a:cubicBezTo>
                  <a:pt x="6791739" y="1520265"/>
                  <a:pt x="6535015" y="1816400"/>
                  <a:pt x="6120466" y="1816400"/>
                </a:cubicBezTo>
                <a:cubicBezTo>
                  <a:pt x="5705915" y="1816400"/>
                  <a:pt x="5429487" y="1520265"/>
                  <a:pt x="5429487" y="1085823"/>
                </a:cubicBezTo>
                <a:cubicBezTo>
                  <a:pt x="5429487" y="651380"/>
                  <a:pt x="5686211" y="355248"/>
                  <a:pt x="6120466" y="355248"/>
                </a:cubicBezTo>
                <a:close/>
                <a:moveTo>
                  <a:pt x="4639609" y="355248"/>
                </a:moveTo>
                <a:cubicBezTo>
                  <a:pt x="4995043" y="355248"/>
                  <a:pt x="5251580" y="572374"/>
                  <a:pt x="5271473" y="908106"/>
                </a:cubicBezTo>
                <a:lnTo>
                  <a:pt x="5014749" y="908106"/>
                </a:lnTo>
                <a:cubicBezTo>
                  <a:pt x="4995043" y="710682"/>
                  <a:pt x="4896333" y="552670"/>
                  <a:pt x="4639609" y="552670"/>
                </a:cubicBezTo>
                <a:cubicBezTo>
                  <a:pt x="4382885" y="552670"/>
                  <a:pt x="4205167" y="769797"/>
                  <a:pt x="4205167" y="1085823"/>
                </a:cubicBezTo>
                <a:cubicBezTo>
                  <a:pt x="4205167" y="1401849"/>
                  <a:pt x="4382885" y="1618975"/>
                  <a:pt x="4639609" y="1618975"/>
                </a:cubicBezTo>
                <a:cubicBezTo>
                  <a:pt x="4856736" y="1618975"/>
                  <a:pt x="4995043" y="1480857"/>
                  <a:pt x="5034454" y="1243837"/>
                </a:cubicBezTo>
                <a:lnTo>
                  <a:pt x="5271284" y="1243837"/>
                </a:lnTo>
                <a:cubicBezTo>
                  <a:pt x="5251580" y="1599271"/>
                  <a:pt x="4994856" y="1816400"/>
                  <a:pt x="4639422" y="1816400"/>
                </a:cubicBezTo>
                <a:cubicBezTo>
                  <a:pt x="4244576" y="1816400"/>
                  <a:pt x="3948443" y="1520265"/>
                  <a:pt x="3948443" y="1085823"/>
                </a:cubicBezTo>
                <a:lnTo>
                  <a:pt x="3948630" y="1085823"/>
                </a:lnTo>
                <a:cubicBezTo>
                  <a:pt x="3948630" y="651380"/>
                  <a:pt x="4225061" y="355248"/>
                  <a:pt x="4639609" y="355248"/>
                </a:cubicBezTo>
                <a:close/>
                <a:moveTo>
                  <a:pt x="2369629" y="355248"/>
                </a:moveTo>
                <a:cubicBezTo>
                  <a:pt x="2784179" y="355248"/>
                  <a:pt x="3021197" y="671086"/>
                  <a:pt x="3021197" y="1105529"/>
                </a:cubicBezTo>
                <a:lnTo>
                  <a:pt x="3021197" y="1144937"/>
                </a:lnTo>
                <a:lnTo>
                  <a:pt x="3020823" y="1145124"/>
                </a:lnTo>
                <a:lnTo>
                  <a:pt x="1954706" y="1145124"/>
                </a:lnTo>
                <a:cubicBezTo>
                  <a:pt x="1974412" y="1441259"/>
                  <a:pt x="2152128" y="1618975"/>
                  <a:pt x="2389146" y="1618975"/>
                </a:cubicBezTo>
                <a:cubicBezTo>
                  <a:pt x="2566864" y="1618975"/>
                  <a:pt x="2724876" y="1520265"/>
                  <a:pt x="2744582" y="1362251"/>
                </a:cubicBezTo>
                <a:lnTo>
                  <a:pt x="3001306" y="1362251"/>
                </a:lnTo>
                <a:cubicBezTo>
                  <a:pt x="2961896" y="1638682"/>
                  <a:pt x="2705172" y="1816400"/>
                  <a:pt x="2389335" y="1816400"/>
                </a:cubicBezTo>
                <a:cubicBezTo>
                  <a:pt x="1974784" y="1816400"/>
                  <a:pt x="1698356" y="1539969"/>
                  <a:pt x="1698356" y="1085823"/>
                </a:cubicBezTo>
                <a:cubicBezTo>
                  <a:pt x="1698356" y="671274"/>
                  <a:pt x="1955080" y="355248"/>
                  <a:pt x="2369629" y="355248"/>
                </a:cubicBezTo>
                <a:close/>
                <a:moveTo>
                  <a:pt x="3297064" y="0"/>
                </a:moveTo>
                <a:lnTo>
                  <a:pt x="3553788" y="0"/>
                </a:lnTo>
                <a:lnTo>
                  <a:pt x="3553788" y="375141"/>
                </a:lnTo>
                <a:lnTo>
                  <a:pt x="3849920" y="375141"/>
                </a:lnTo>
                <a:lnTo>
                  <a:pt x="3849920" y="572563"/>
                </a:lnTo>
                <a:lnTo>
                  <a:pt x="3553788" y="572563"/>
                </a:lnTo>
                <a:lnTo>
                  <a:pt x="3553788" y="1401851"/>
                </a:lnTo>
                <a:cubicBezTo>
                  <a:pt x="3553788" y="1559863"/>
                  <a:pt x="3613089" y="1618977"/>
                  <a:pt x="3711800" y="1618977"/>
                </a:cubicBezTo>
                <a:cubicBezTo>
                  <a:pt x="3771104" y="1618977"/>
                  <a:pt x="3810512" y="1599273"/>
                  <a:pt x="3849920" y="1579567"/>
                </a:cubicBezTo>
                <a:lnTo>
                  <a:pt x="3849920" y="1776989"/>
                </a:lnTo>
                <a:cubicBezTo>
                  <a:pt x="3810512" y="1796696"/>
                  <a:pt x="3751210" y="1816400"/>
                  <a:pt x="3691908" y="1816400"/>
                </a:cubicBezTo>
                <a:cubicBezTo>
                  <a:pt x="3455078" y="1816400"/>
                  <a:pt x="3297064" y="1697983"/>
                  <a:pt x="3297064" y="1421555"/>
                </a:cubicBezTo>
                <a:lnTo>
                  <a:pt x="3297064" y="572563"/>
                </a:lnTo>
                <a:lnTo>
                  <a:pt x="3099642" y="572563"/>
                </a:lnTo>
                <a:lnTo>
                  <a:pt x="3099642" y="375141"/>
                </a:lnTo>
                <a:lnTo>
                  <a:pt x="3297064" y="375141"/>
                </a:lnTo>
                <a:close/>
                <a:moveTo>
                  <a:pt x="0" y="0"/>
                </a:moveTo>
                <a:lnTo>
                  <a:pt x="315839" y="0"/>
                </a:lnTo>
                <a:lnTo>
                  <a:pt x="1105528" y="1224132"/>
                </a:lnTo>
                <a:cubicBezTo>
                  <a:pt x="1164830" y="1322843"/>
                  <a:pt x="1223944" y="1421555"/>
                  <a:pt x="1263540" y="1500561"/>
                </a:cubicBezTo>
                <a:lnTo>
                  <a:pt x="1263540" y="0"/>
                </a:lnTo>
                <a:lnTo>
                  <a:pt x="1500372" y="0"/>
                </a:lnTo>
                <a:lnTo>
                  <a:pt x="1500372" y="1776989"/>
                </a:lnTo>
                <a:lnTo>
                  <a:pt x="1184534" y="1776989"/>
                </a:lnTo>
                <a:lnTo>
                  <a:pt x="394845" y="572563"/>
                </a:lnTo>
                <a:cubicBezTo>
                  <a:pt x="335543" y="473851"/>
                  <a:pt x="276430" y="375141"/>
                  <a:pt x="256724" y="296135"/>
                </a:cubicBezTo>
                <a:lnTo>
                  <a:pt x="237022" y="296135"/>
                </a:lnTo>
                <a:cubicBezTo>
                  <a:pt x="256724" y="375141"/>
                  <a:pt x="256724" y="493557"/>
                  <a:pt x="256724" y="611972"/>
                </a:cubicBezTo>
                <a:lnTo>
                  <a:pt x="256724" y="1776802"/>
                </a:lnTo>
                <a:lnTo>
                  <a:pt x="0" y="177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0" y="-3597"/>
            <a:ext cx="8996575" cy="2607098"/>
          </a:xfrm>
        </p:spPr>
        <p:txBody>
          <a:bodyPr lIns="198000" tIns="144000" bIns="0" anchor="t"/>
          <a:lstStyle>
            <a:lvl1pPr algn="l">
              <a:lnSpc>
                <a:spcPct val="86000"/>
              </a:lnSpc>
              <a:defRPr sz="63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B4E9833-0B18-BA78-C50B-350C1656D1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6002338" y="3335338"/>
            <a:ext cx="6189662" cy="1854198"/>
          </a:xfrm>
        </p:spPr>
        <p:txBody>
          <a:bodyPr lIns="198000" tIns="126000" rIns="180000" bIns="12600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tabLst/>
              <a:defRPr sz="2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Click to add subtitle</a:t>
            </a:r>
          </a:p>
        </p:txBody>
      </p:sp>
      <p:sp>
        <p:nvSpPr>
          <p:cNvPr id="14" name="Box - freeform">
            <a:extLst>
              <a:ext uri="{FF2B5EF4-FFF2-40B4-BE49-F238E27FC236}">
                <a16:creationId xmlns:a16="http://schemas.microsoft.com/office/drawing/2014/main" id="{5FD446A9-0016-B3A8-E22B-5426AD41DB3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00750" y="3335338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Box - freeform">
            <a:extLst>
              <a:ext uri="{FF2B5EF4-FFF2-40B4-BE49-F238E27FC236}">
                <a16:creationId xmlns:a16="http://schemas.microsoft.com/office/drawing/2014/main" id="{13DF5A12-6558-454F-1F36-7FB6A3666F5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00750" y="5002212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Box - freeform">
            <a:extLst>
              <a:ext uri="{FF2B5EF4-FFF2-40B4-BE49-F238E27FC236}">
                <a16:creationId xmlns:a16="http://schemas.microsoft.com/office/drawing/2014/main" id="{C35F92E2-8B21-4110-68BE-EEFF35C30D7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004675" y="3335339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Box - freeform">
            <a:extLst>
              <a:ext uri="{FF2B5EF4-FFF2-40B4-BE49-F238E27FC236}">
                <a16:creationId xmlns:a16="http://schemas.microsoft.com/office/drawing/2014/main" id="{94EB1950-401F-E1E1-96BF-44E4607865E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2007056" y="5002213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6D470-D4D1-210D-7665-C74903C53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B1D7401D-5CCC-A4E0-F13F-50408C7B41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3200" cy="6861600"/>
          </a:xfrm>
          <a:solidFill>
            <a:schemeClr val="tx1">
              <a:lumMod val="85000"/>
            </a:schemeClr>
          </a:solidFill>
        </p:spPr>
        <p:txBody>
          <a:bodyPr lIns="0" tIns="1116000" anchor="ctr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picture, then right click and select option Send to Back</a:t>
            </a:r>
          </a:p>
        </p:txBody>
      </p:sp>
    </p:spTree>
    <p:extLst>
      <p:ext uri="{BB962C8B-B14F-4D97-AF65-F5344CB8AC3E}">
        <p14:creationId xmlns:p14="http://schemas.microsoft.com/office/powerpoint/2010/main" val="6470773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50">
          <p15:clr>
            <a:srgbClr val="A4A3A4"/>
          </p15:clr>
        </p15:guide>
        <p15:guide id="2" orient="horz" pos="1168">
          <p15:clr>
            <a:srgbClr val="A4A3A4"/>
          </p15:clr>
        </p15:guide>
        <p15:guide id="3" orient="horz" pos="2101">
          <p15:clr>
            <a:srgbClr val="A4A3A4"/>
          </p15:clr>
        </p15:guide>
        <p15:guide id="4" orient="horz" pos="2218">
          <p15:clr>
            <a:srgbClr val="A4A3A4"/>
          </p15:clr>
        </p15:guide>
        <p15:guide id="5" orient="horz" pos="3151">
          <p15:clr>
            <a:srgbClr val="A4A3A4"/>
          </p15:clr>
        </p15:guide>
        <p15:guide id="6" orient="horz" pos="3269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aligned gr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s">
            <a:extLst>
              <a:ext uri="{FF2B5EF4-FFF2-40B4-BE49-F238E27FC236}">
                <a16:creationId xmlns:a16="http://schemas.microsoft.com/office/drawing/2014/main" id="{CA0DEA3C-AEE2-C307-5D8E-500705E9AB76}"/>
              </a:ext>
            </a:extLst>
          </p:cNvPr>
          <p:cNvSpPr/>
          <p:nvPr userDrawn="1"/>
        </p:nvSpPr>
        <p:spPr bwMode="ltGray"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err="1"/>
          </a:p>
        </p:txBody>
      </p:sp>
      <p:sp>
        <p:nvSpPr>
          <p:cNvPr id="84" name="Grid">
            <a:extLst>
              <a:ext uri="{FF2B5EF4-FFF2-40B4-BE49-F238E27FC236}">
                <a16:creationId xmlns:a16="http://schemas.microsoft.com/office/drawing/2014/main" id="{6B14ED8E-E195-D0C0-D950-EEEE70133C27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1" name="Logo">
            <a:extLst>
              <a:ext uri="{FF2B5EF4-FFF2-40B4-BE49-F238E27FC236}">
                <a16:creationId xmlns:a16="http://schemas.microsoft.com/office/drawing/2014/main" id="{C5441F9B-1854-D9BD-741A-71B0CB02280A}"/>
              </a:ext>
            </a:extLst>
          </p:cNvPr>
          <p:cNvSpPr/>
          <p:nvPr userDrawn="1"/>
        </p:nvSpPr>
        <p:spPr bwMode="white"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0" y="-1"/>
            <a:ext cx="8996575" cy="2603501"/>
          </a:xfrm>
        </p:spPr>
        <p:txBody>
          <a:bodyPr lIns="198000" tIns="144000" bIns="0" anchor="t"/>
          <a:lstStyle>
            <a:lvl1pPr algn="l">
              <a:lnSpc>
                <a:spcPct val="86000"/>
              </a:lnSpc>
              <a:defRPr sz="63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B4E9833-0B18-BA78-C50B-350C1656D1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-1" y="3335338"/>
            <a:ext cx="6188075" cy="1854200"/>
          </a:xfrm>
        </p:spPr>
        <p:txBody>
          <a:bodyPr lIns="198000" tIns="126000" rIns="198000" bIns="12600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tabLst/>
              <a:defRPr sz="2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Click to add subtitle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6D470-D4D1-210D-7665-C74903C53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23093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50">
          <p15:clr>
            <a:srgbClr val="A4A3A4"/>
          </p15:clr>
        </p15:guide>
        <p15:guide id="2" orient="horz" pos="1168">
          <p15:clr>
            <a:srgbClr val="A4A3A4"/>
          </p15:clr>
        </p15:guide>
        <p15:guide id="3" orient="horz" pos="2101">
          <p15:clr>
            <a:srgbClr val="A4A3A4"/>
          </p15:clr>
        </p15:guide>
        <p15:guide id="4" orient="horz" pos="2218">
          <p15:clr>
            <a:srgbClr val="A4A3A4"/>
          </p15:clr>
        </p15:guide>
        <p15:guide id="5" orient="horz" pos="3151">
          <p15:clr>
            <a:srgbClr val="A4A3A4"/>
          </p15:clr>
        </p15:guide>
        <p15:guide id="6" orient="horz" pos="3269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aligned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s">
            <a:extLst>
              <a:ext uri="{FF2B5EF4-FFF2-40B4-BE49-F238E27FC236}">
                <a16:creationId xmlns:a16="http://schemas.microsoft.com/office/drawing/2014/main" id="{CA0DEA3C-AEE2-C307-5D8E-500705E9AB76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E7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err="1"/>
          </a:p>
        </p:txBody>
      </p:sp>
      <p:sp>
        <p:nvSpPr>
          <p:cNvPr id="84" name="Grid">
            <a:extLst>
              <a:ext uri="{FF2B5EF4-FFF2-40B4-BE49-F238E27FC236}">
                <a16:creationId xmlns:a16="http://schemas.microsoft.com/office/drawing/2014/main" id="{6B14ED8E-E195-D0C0-D950-EEEE70133C27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1" name="Logo">
            <a:extLst>
              <a:ext uri="{FF2B5EF4-FFF2-40B4-BE49-F238E27FC236}">
                <a16:creationId xmlns:a16="http://schemas.microsoft.com/office/drawing/2014/main" id="{C5441F9B-1854-D9BD-741A-71B0CB02280A}"/>
              </a:ext>
            </a:extLst>
          </p:cNvPr>
          <p:cNvSpPr/>
          <p:nvPr userDrawn="1"/>
        </p:nvSpPr>
        <p:spPr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rgbClr val="141E1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-3597"/>
            <a:ext cx="8996575" cy="2607098"/>
          </a:xfrm>
        </p:spPr>
        <p:txBody>
          <a:bodyPr lIns="162000" tIns="144000" bIns="0" anchor="t"/>
          <a:lstStyle>
            <a:lvl1pPr algn="l">
              <a:lnSpc>
                <a:spcPct val="86000"/>
              </a:lnSpc>
              <a:defRPr sz="63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B4E9833-0B18-BA78-C50B-350C1656D1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1" y="3335338"/>
            <a:ext cx="6188075" cy="1854200"/>
          </a:xfrm>
        </p:spPr>
        <p:txBody>
          <a:bodyPr lIns="198000" tIns="126000" rIns="198000" bIns="12600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tabLst/>
              <a:defRPr sz="2400" b="0">
                <a:solidFill>
                  <a:schemeClr val="tx1"/>
                </a:solidFill>
              </a:defRPr>
            </a:lvl9pPr>
          </a:lstStyle>
          <a:p>
            <a:r>
              <a:rPr lang="en-GB"/>
              <a:t>Click to add subtitle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6D470-D4D1-210D-7665-C74903C53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6593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50">
          <p15:clr>
            <a:srgbClr val="A4A3A4"/>
          </p15:clr>
        </p15:guide>
        <p15:guide id="2" orient="horz" pos="1168">
          <p15:clr>
            <a:srgbClr val="A4A3A4"/>
          </p15:clr>
        </p15:guide>
        <p15:guide id="3" orient="horz" pos="2101">
          <p15:clr>
            <a:srgbClr val="A4A3A4"/>
          </p15:clr>
        </p15:guide>
        <p15:guide id="4" orient="horz" pos="2218">
          <p15:clr>
            <a:srgbClr val="A4A3A4"/>
          </p15:clr>
        </p15:guide>
        <p15:guide id="5" orient="horz" pos="3151">
          <p15:clr>
            <a:srgbClr val="A4A3A4"/>
          </p15:clr>
        </p15:guide>
        <p15:guide id="6" orient="horz" pos="3269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aligned w.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uide">
            <a:extLst>
              <a:ext uri="{FF2B5EF4-FFF2-40B4-BE49-F238E27FC236}">
                <a16:creationId xmlns:a16="http://schemas.microsoft.com/office/drawing/2014/main" id="{4E29DD6F-3C9A-83C7-A43D-4B1D307F3C41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587316" y="-1"/>
            <a:ext cx="2605059" cy="4512011"/>
            <a:chOff x="12587316" y="-1"/>
            <a:chExt cx="2605059" cy="4512011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C402DAB5-3B0C-1BE5-7506-FBE09B020E7C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597199" y="524477"/>
              <a:ext cx="725714" cy="664212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63EB90F-B453-6979-05B4-954151AF6FA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8400" y="-1"/>
              <a:ext cx="160300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>
                  <a:solidFill>
                    <a:schemeClr val="bg1"/>
                  </a:solidFill>
                </a:rPr>
                <a:t>How to insert picture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AA26747-23FD-492D-6631-93237612812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0859"/>
              <a:ext cx="239007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0">
                  <a:solidFill>
                    <a:schemeClr val="bg1"/>
                  </a:solidFill>
                </a:rPr>
                <a:t>Click on icon and select image 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5E8AD5E1-7764-07F6-9734-CD98F8B0F58D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 rotWithShape="1">
            <a:blip r:embed="rId3"/>
            <a:srcRect t="58157" r="3019" b="37657"/>
            <a:stretch/>
          </p:blipFill>
          <p:spPr>
            <a:xfrm>
              <a:off x="12597199" y="1988288"/>
              <a:ext cx="2559789" cy="279658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18ECF42-7BD8-C807-31C2-27BFCDDB128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7199" y="1381404"/>
              <a:ext cx="2559789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>
                  <a:solidFill>
                    <a:schemeClr val="bg1"/>
                  </a:solidFill>
                </a:rPr>
                <a:t>Once you have inserted image, right click on it and select option </a:t>
              </a:r>
              <a:br>
                <a:rPr lang="en-GB" sz="1200" b="0">
                  <a:solidFill>
                    <a:schemeClr val="bg1"/>
                  </a:solidFill>
                </a:rPr>
              </a:br>
              <a:r>
                <a:rPr lang="en-GB" sz="1200" b="1">
                  <a:solidFill>
                    <a:schemeClr val="bg1"/>
                  </a:solidFill>
                </a:rPr>
                <a:t>Send to Back</a:t>
              </a:r>
              <a:endParaRPr lang="en-GB" sz="1200" b="0">
                <a:solidFill>
                  <a:schemeClr val="bg1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2183B96-8712-A936-E6AA-11303606C4D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656615"/>
              <a:ext cx="173444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>
                  <a:solidFill>
                    <a:schemeClr val="bg1"/>
                  </a:solidFill>
                </a:rPr>
                <a:t>How to change picture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7843DED-E35E-CF26-648D-F6651EF0FD7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47475"/>
              <a:ext cx="2390078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>
                  <a:solidFill>
                    <a:schemeClr val="bg1"/>
                  </a:solidFill>
                </a:rPr>
                <a:t>Click on the frame of slide and select picture</a:t>
              </a:r>
              <a:br>
                <a:rPr lang="en-GB" sz="1200" b="0">
                  <a:solidFill>
                    <a:schemeClr val="bg1"/>
                  </a:solidFill>
                </a:rPr>
              </a:br>
              <a:br>
                <a:rPr lang="en-GB" sz="1200" b="0">
                  <a:solidFill>
                    <a:schemeClr val="bg1"/>
                  </a:solidFill>
                </a:rPr>
              </a:br>
              <a:r>
                <a:rPr lang="en-GB" sz="1200" b="0">
                  <a:solidFill>
                    <a:schemeClr val="bg1"/>
                  </a:solidFill>
                </a:rPr>
                <a:t>Once you have selected image right click on it and select option</a:t>
              </a:r>
              <a:br>
                <a:rPr lang="en-GB" sz="1200" b="0">
                  <a:solidFill>
                    <a:schemeClr val="bg1"/>
                  </a:solidFill>
                </a:rPr>
              </a:br>
              <a:r>
                <a:rPr lang="en-GB" sz="1200" b="1">
                  <a:solidFill>
                    <a:schemeClr val="bg1"/>
                  </a:solidFill>
                </a:rPr>
                <a:t>Change picture</a:t>
              </a:r>
              <a:endParaRPr lang="en-GB" sz="1200" b="0">
                <a:solidFill>
                  <a:schemeClr val="bg1"/>
                </a:solidFill>
              </a:endParaRP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AFD4FCFA-68A1-4B32-34CB-EB3670C0C5AC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595999" y="4158512"/>
              <a:ext cx="2596376" cy="353498"/>
            </a:xfrm>
            <a:prstGeom prst="rect">
              <a:avLst/>
            </a:prstGeom>
          </p:spPr>
        </p:pic>
      </p:grpSp>
      <p:sp>
        <p:nvSpPr>
          <p:cNvPr id="3" name="Grid - freeform">
            <a:extLst>
              <a:ext uri="{FF2B5EF4-FFF2-40B4-BE49-F238E27FC236}">
                <a16:creationId xmlns:a16="http://schemas.microsoft.com/office/drawing/2014/main" id="{56288D53-3828-8189-203C-A78DA190D20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0" y="2"/>
            <a:ext cx="12192000" cy="6857998"/>
          </a:xfrm>
          <a:custGeom>
            <a:avLst/>
            <a:gdLst>
              <a:gd name="connsiteX0" fmla="*/ 9193444 w 12192000"/>
              <a:gd name="connsiteY0" fmla="*/ 5192943 h 6857998"/>
              <a:gd name="connsiteX1" fmla="*/ 9193444 w 12192000"/>
              <a:gd name="connsiteY1" fmla="*/ 6668993 h 6857998"/>
              <a:gd name="connsiteX2" fmla="*/ 12001406 w 12192000"/>
              <a:gd name="connsiteY2" fmla="*/ 6668993 h 6857998"/>
              <a:gd name="connsiteX3" fmla="*/ 12001406 w 12192000"/>
              <a:gd name="connsiteY3" fmla="*/ 5192943 h 6857998"/>
              <a:gd name="connsiteX4" fmla="*/ 9006666 w 12192000"/>
              <a:gd name="connsiteY4" fmla="*/ 5192943 h 6857998"/>
              <a:gd name="connsiteX5" fmla="*/ 9006666 w 12192000"/>
              <a:gd name="connsiteY5" fmla="*/ 6668993 h 6857998"/>
              <a:gd name="connsiteX6" fmla="*/ 9186244 w 12192000"/>
              <a:gd name="connsiteY6" fmla="*/ 6668993 h 6857998"/>
              <a:gd name="connsiteX7" fmla="*/ 9186244 w 12192000"/>
              <a:gd name="connsiteY7" fmla="*/ 5192943 h 6857998"/>
              <a:gd name="connsiteX8" fmla="*/ 6191504 w 12192000"/>
              <a:gd name="connsiteY8" fmla="*/ 5192943 h 6857998"/>
              <a:gd name="connsiteX9" fmla="*/ 6191504 w 12192000"/>
              <a:gd name="connsiteY9" fmla="*/ 6668993 h 6857998"/>
              <a:gd name="connsiteX10" fmla="*/ 8999466 w 12192000"/>
              <a:gd name="connsiteY10" fmla="*/ 6668993 h 6857998"/>
              <a:gd name="connsiteX11" fmla="*/ 8999466 w 12192000"/>
              <a:gd name="connsiteY11" fmla="*/ 5192943 h 6857998"/>
              <a:gd name="connsiteX12" fmla="*/ 6006316 w 12192000"/>
              <a:gd name="connsiteY12" fmla="*/ 5192943 h 6857998"/>
              <a:gd name="connsiteX13" fmla="*/ 6006316 w 12192000"/>
              <a:gd name="connsiteY13" fmla="*/ 6668993 h 6857998"/>
              <a:gd name="connsiteX14" fmla="*/ 6184304 w 12192000"/>
              <a:gd name="connsiteY14" fmla="*/ 6668993 h 6857998"/>
              <a:gd name="connsiteX15" fmla="*/ 6184304 w 12192000"/>
              <a:gd name="connsiteY15" fmla="*/ 5192943 h 6857998"/>
              <a:gd name="connsiteX16" fmla="*/ 3191152 w 12192000"/>
              <a:gd name="connsiteY16" fmla="*/ 5192943 h 6857998"/>
              <a:gd name="connsiteX17" fmla="*/ 3191152 w 12192000"/>
              <a:gd name="connsiteY17" fmla="*/ 6668993 h 6857998"/>
              <a:gd name="connsiteX18" fmla="*/ 5999116 w 12192000"/>
              <a:gd name="connsiteY18" fmla="*/ 6668993 h 6857998"/>
              <a:gd name="connsiteX19" fmla="*/ 5999116 w 12192000"/>
              <a:gd name="connsiteY19" fmla="*/ 5192943 h 6857998"/>
              <a:gd name="connsiteX20" fmla="*/ 3004803 w 12192000"/>
              <a:gd name="connsiteY20" fmla="*/ 5192943 h 6857998"/>
              <a:gd name="connsiteX21" fmla="*/ 3004803 w 12192000"/>
              <a:gd name="connsiteY21" fmla="*/ 6668993 h 6857998"/>
              <a:gd name="connsiteX22" fmla="*/ 3183952 w 12192000"/>
              <a:gd name="connsiteY22" fmla="*/ 6668993 h 6857998"/>
              <a:gd name="connsiteX23" fmla="*/ 3183952 w 12192000"/>
              <a:gd name="connsiteY23" fmla="*/ 5192943 h 6857998"/>
              <a:gd name="connsiteX24" fmla="*/ 190221 w 12192000"/>
              <a:gd name="connsiteY24" fmla="*/ 5192943 h 6857998"/>
              <a:gd name="connsiteX25" fmla="*/ 190221 w 12192000"/>
              <a:gd name="connsiteY25" fmla="*/ 6668993 h 6857998"/>
              <a:gd name="connsiteX26" fmla="*/ 2997602 w 12192000"/>
              <a:gd name="connsiteY26" fmla="*/ 6668993 h 6857998"/>
              <a:gd name="connsiteX27" fmla="*/ 2997602 w 12192000"/>
              <a:gd name="connsiteY27" fmla="*/ 5192943 h 6857998"/>
              <a:gd name="connsiteX28" fmla="*/ 9193444 w 12192000"/>
              <a:gd name="connsiteY28" fmla="*/ 5006166 h 6857998"/>
              <a:gd name="connsiteX29" fmla="*/ 9193444 w 12192000"/>
              <a:gd name="connsiteY29" fmla="*/ 5185743 h 6857998"/>
              <a:gd name="connsiteX30" fmla="*/ 12001406 w 12192000"/>
              <a:gd name="connsiteY30" fmla="*/ 5185743 h 6857998"/>
              <a:gd name="connsiteX31" fmla="*/ 12001406 w 12192000"/>
              <a:gd name="connsiteY31" fmla="*/ 5006166 h 6857998"/>
              <a:gd name="connsiteX32" fmla="*/ 9006666 w 12192000"/>
              <a:gd name="connsiteY32" fmla="*/ 5006166 h 6857998"/>
              <a:gd name="connsiteX33" fmla="*/ 9006666 w 12192000"/>
              <a:gd name="connsiteY33" fmla="*/ 5185743 h 6857998"/>
              <a:gd name="connsiteX34" fmla="*/ 9186244 w 12192000"/>
              <a:gd name="connsiteY34" fmla="*/ 5185743 h 6857998"/>
              <a:gd name="connsiteX35" fmla="*/ 9186244 w 12192000"/>
              <a:gd name="connsiteY35" fmla="*/ 5006166 h 6857998"/>
              <a:gd name="connsiteX36" fmla="*/ 6191504 w 12192000"/>
              <a:gd name="connsiteY36" fmla="*/ 5006166 h 6857998"/>
              <a:gd name="connsiteX37" fmla="*/ 6191504 w 12192000"/>
              <a:gd name="connsiteY37" fmla="*/ 5185743 h 6857998"/>
              <a:gd name="connsiteX38" fmla="*/ 8999466 w 12192000"/>
              <a:gd name="connsiteY38" fmla="*/ 5185743 h 6857998"/>
              <a:gd name="connsiteX39" fmla="*/ 8999466 w 12192000"/>
              <a:gd name="connsiteY39" fmla="*/ 5006166 h 6857998"/>
              <a:gd name="connsiteX40" fmla="*/ 6006316 w 12192000"/>
              <a:gd name="connsiteY40" fmla="*/ 5006166 h 6857998"/>
              <a:gd name="connsiteX41" fmla="*/ 6006316 w 12192000"/>
              <a:gd name="connsiteY41" fmla="*/ 5185743 h 6857998"/>
              <a:gd name="connsiteX42" fmla="*/ 6184304 w 12192000"/>
              <a:gd name="connsiteY42" fmla="*/ 5185743 h 6857998"/>
              <a:gd name="connsiteX43" fmla="*/ 6184304 w 12192000"/>
              <a:gd name="connsiteY43" fmla="*/ 5006166 h 6857998"/>
              <a:gd name="connsiteX44" fmla="*/ 3191152 w 12192000"/>
              <a:gd name="connsiteY44" fmla="*/ 5006166 h 6857998"/>
              <a:gd name="connsiteX45" fmla="*/ 3191152 w 12192000"/>
              <a:gd name="connsiteY45" fmla="*/ 5185743 h 6857998"/>
              <a:gd name="connsiteX46" fmla="*/ 5999116 w 12192000"/>
              <a:gd name="connsiteY46" fmla="*/ 5185743 h 6857998"/>
              <a:gd name="connsiteX47" fmla="*/ 5999116 w 12192000"/>
              <a:gd name="connsiteY47" fmla="*/ 5006166 h 6857998"/>
              <a:gd name="connsiteX48" fmla="*/ 3004803 w 12192000"/>
              <a:gd name="connsiteY48" fmla="*/ 5006166 h 6857998"/>
              <a:gd name="connsiteX49" fmla="*/ 3004803 w 12192000"/>
              <a:gd name="connsiteY49" fmla="*/ 5185743 h 6857998"/>
              <a:gd name="connsiteX50" fmla="*/ 3183952 w 12192000"/>
              <a:gd name="connsiteY50" fmla="*/ 5185743 h 6857998"/>
              <a:gd name="connsiteX51" fmla="*/ 3183952 w 12192000"/>
              <a:gd name="connsiteY51" fmla="*/ 5006166 h 6857998"/>
              <a:gd name="connsiteX52" fmla="*/ 190221 w 12192000"/>
              <a:gd name="connsiteY52" fmla="*/ 5006166 h 6857998"/>
              <a:gd name="connsiteX53" fmla="*/ 190221 w 12192000"/>
              <a:gd name="connsiteY53" fmla="*/ 5185743 h 6857998"/>
              <a:gd name="connsiteX54" fmla="*/ 2997602 w 12192000"/>
              <a:gd name="connsiteY54" fmla="*/ 5185743 h 6857998"/>
              <a:gd name="connsiteX55" fmla="*/ 2997602 w 12192000"/>
              <a:gd name="connsiteY55" fmla="*/ 5006166 h 6857998"/>
              <a:gd name="connsiteX56" fmla="*/ 9193444 w 12192000"/>
              <a:gd name="connsiteY56" fmla="*/ 3524503 h 6857998"/>
              <a:gd name="connsiteX57" fmla="*/ 9193444 w 12192000"/>
              <a:gd name="connsiteY57" fmla="*/ 4998966 h 6857998"/>
              <a:gd name="connsiteX58" fmla="*/ 12001406 w 12192000"/>
              <a:gd name="connsiteY58" fmla="*/ 4998966 h 6857998"/>
              <a:gd name="connsiteX59" fmla="*/ 12001406 w 12192000"/>
              <a:gd name="connsiteY59" fmla="*/ 3524503 h 6857998"/>
              <a:gd name="connsiteX60" fmla="*/ 9006666 w 12192000"/>
              <a:gd name="connsiteY60" fmla="*/ 3524503 h 6857998"/>
              <a:gd name="connsiteX61" fmla="*/ 9006666 w 12192000"/>
              <a:gd name="connsiteY61" fmla="*/ 4998966 h 6857998"/>
              <a:gd name="connsiteX62" fmla="*/ 9186244 w 12192000"/>
              <a:gd name="connsiteY62" fmla="*/ 4998966 h 6857998"/>
              <a:gd name="connsiteX63" fmla="*/ 9186244 w 12192000"/>
              <a:gd name="connsiteY63" fmla="*/ 3524503 h 6857998"/>
              <a:gd name="connsiteX64" fmla="*/ 6191504 w 12192000"/>
              <a:gd name="connsiteY64" fmla="*/ 3524503 h 6857998"/>
              <a:gd name="connsiteX65" fmla="*/ 6191504 w 12192000"/>
              <a:gd name="connsiteY65" fmla="*/ 4998966 h 6857998"/>
              <a:gd name="connsiteX66" fmla="*/ 8999466 w 12192000"/>
              <a:gd name="connsiteY66" fmla="*/ 4998966 h 6857998"/>
              <a:gd name="connsiteX67" fmla="*/ 8999466 w 12192000"/>
              <a:gd name="connsiteY67" fmla="*/ 3524503 h 6857998"/>
              <a:gd name="connsiteX68" fmla="*/ 6006316 w 12192000"/>
              <a:gd name="connsiteY68" fmla="*/ 3524503 h 6857998"/>
              <a:gd name="connsiteX69" fmla="*/ 6006316 w 12192000"/>
              <a:gd name="connsiteY69" fmla="*/ 4998966 h 6857998"/>
              <a:gd name="connsiteX70" fmla="*/ 6184304 w 12192000"/>
              <a:gd name="connsiteY70" fmla="*/ 4998966 h 6857998"/>
              <a:gd name="connsiteX71" fmla="*/ 6184304 w 12192000"/>
              <a:gd name="connsiteY71" fmla="*/ 3524503 h 6857998"/>
              <a:gd name="connsiteX72" fmla="*/ 3191152 w 12192000"/>
              <a:gd name="connsiteY72" fmla="*/ 3524503 h 6857998"/>
              <a:gd name="connsiteX73" fmla="*/ 3191152 w 12192000"/>
              <a:gd name="connsiteY73" fmla="*/ 4998966 h 6857998"/>
              <a:gd name="connsiteX74" fmla="*/ 5999116 w 12192000"/>
              <a:gd name="connsiteY74" fmla="*/ 4998966 h 6857998"/>
              <a:gd name="connsiteX75" fmla="*/ 5999116 w 12192000"/>
              <a:gd name="connsiteY75" fmla="*/ 3524503 h 6857998"/>
              <a:gd name="connsiteX76" fmla="*/ 3004803 w 12192000"/>
              <a:gd name="connsiteY76" fmla="*/ 3524503 h 6857998"/>
              <a:gd name="connsiteX77" fmla="*/ 3004803 w 12192000"/>
              <a:gd name="connsiteY77" fmla="*/ 4998966 h 6857998"/>
              <a:gd name="connsiteX78" fmla="*/ 3183952 w 12192000"/>
              <a:gd name="connsiteY78" fmla="*/ 4998966 h 6857998"/>
              <a:gd name="connsiteX79" fmla="*/ 3183952 w 12192000"/>
              <a:gd name="connsiteY79" fmla="*/ 3524503 h 6857998"/>
              <a:gd name="connsiteX80" fmla="*/ 190221 w 12192000"/>
              <a:gd name="connsiteY80" fmla="*/ 3524503 h 6857998"/>
              <a:gd name="connsiteX81" fmla="*/ 190221 w 12192000"/>
              <a:gd name="connsiteY81" fmla="*/ 4998966 h 6857998"/>
              <a:gd name="connsiteX82" fmla="*/ 2997602 w 12192000"/>
              <a:gd name="connsiteY82" fmla="*/ 4998966 h 6857998"/>
              <a:gd name="connsiteX83" fmla="*/ 2997602 w 12192000"/>
              <a:gd name="connsiteY83" fmla="*/ 3524503 h 6857998"/>
              <a:gd name="connsiteX84" fmla="*/ 9193444 w 12192000"/>
              <a:gd name="connsiteY84" fmla="*/ 3339315 h 6857998"/>
              <a:gd name="connsiteX85" fmla="*/ 9193444 w 12192000"/>
              <a:gd name="connsiteY85" fmla="*/ 3517303 h 6857998"/>
              <a:gd name="connsiteX86" fmla="*/ 12001406 w 12192000"/>
              <a:gd name="connsiteY86" fmla="*/ 3517303 h 6857998"/>
              <a:gd name="connsiteX87" fmla="*/ 12001406 w 12192000"/>
              <a:gd name="connsiteY87" fmla="*/ 3339315 h 6857998"/>
              <a:gd name="connsiteX88" fmla="*/ 9006666 w 12192000"/>
              <a:gd name="connsiteY88" fmla="*/ 3339315 h 6857998"/>
              <a:gd name="connsiteX89" fmla="*/ 9006666 w 12192000"/>
              <a:gd name="connsiteY89" fmla="*/ 3517303 h 6857998"/>
              <a:gd name="connsiteX90" fmla="*/ 9186244 w 12192000"/>
              <a:gd name="connsiteY90" fmla="*/ 3517303 h 6857998"/>
              <a:gd name="connsiteX91" fmla="*/ 9186244 w 12192000"/>
              <a:gd name="connsiteY91" fmla="*/ 3339315 h 6857998"/>
              <a:gd name="connsiteX92" fmla="*/ 6191504 w 12192000"/>
              <a:gd name="connsiteY92" fmla="*/ 3339315 h 6857998"/>
              <a:gd name="connsiteX93" fmla="*/ 6191504 w 12192000"/>
              <a:gd name="connsiteY93" fmla="*/ 3517303 h 6857998"/>
              <a:gd name="connsiteX94" fmla="*/ 8999466 w 12192000"/>
              <a:gd name="connsiteY94" fmla="*/ 3517303 h 6857998"/>
              <a:gd name="connsiteX95" fmla="*/ 8999466 w 12192000"/>
              <a:gd name="connsiteY95" fmla="*/ 3339315 h 6857998"/>
              <a:gd name="connsiteX96" fmla="*/ 6006316 w 12192000"/>
              <a:gd name="connsiteY96" fmla="*/ 3339315 h 6857998"/>
              <a:gd name="connsiteX97" fmla="*/ 6006316 w 12192000"/>
              <a:gd name="connsiteY97" fmla="*/ 3517303 h 6857998"/>
              <a:gd name="connsiteX98" fmla="*/ 6184304 w 12192000"/>
              <a:gd name="connsiteY98" fmla="*/ 3517303 h 6857998"/>
              <a:gd name="connsiteX99" fmla="*/ 6184304 w 12192000"/>
              <a:gd name="connsiteY99" fmla="*/ 3339315 h 6857998"/>
              <a:gd name="connsiteX100" fmla="*/ 3191152 w 12192000"/>
              <a:gd name="connsiteY100" fmla="*/ 3339315 h 6857998"/>
              <a:gd name="connsiteX101" fmla="*/ 3191152 w 12192000"/>
              <a:gd name="connsiteY101" fmla="*/ 3517303 h 6857998"/>
              <a:gd name="connsiteX102" fmla="*/ 5999116 w 12192000"/>
              <a:gd name="connsiteY102" fmla="*/ 3517303 h 6857998"/>
              <a:gd name="connsiteX103" fmla="*/ 5999116 w 12192000"/>
              <a:gd name="connsiteY103" fmla="*/ 3339315 h 6857998"/>
              <a:gd name="connsiteX104" fmla="*/ 3004803 w 12192000"/>
              <a:gd name="connsiteY104" fmla="*/ 3339315 h 6857998"/>
              <a:gd name="connsiteX105" fmla="*/ 3004803 w 12192000"/>
              <a:gd name="connsiteY105" fmla="*/ 3517303 h 6857998"/>
              <a:gd name="connsiteX106" fmla="*/ 3183952 w 12192000"/>
              <a:gd name="connsiteY106" fmla="*/ 3517303 h 6857998"/>
              <a:gd name="connsiteX107" fmla="*/ 3183952 w 12192000"/>
              <a:gd name="connsiteY107" fmla="*/ 3339315 h 6857998"/>
              <a:gd name="connsiteX108" fmla="*/ 190221 w 12192000"/>
              <a:gd name="connsiteY108" fmla="*/ 3339315 h 6857998"/>
              <a:gd name="connsiteX109" fmla="*/ 190221 w 12192000"/>
              <a:gd name="connsiteY109" fmla="*/ 3517303 h 6857998"/>
              <a:gd name="connsiteX110" fmla="*/ 2997602 w 12192000"/>
              <a:gd name="connsiteY110" fmla="*/ 3517303 h 6857998"/>
              <a:gd name="connsiteX111" fmla="*/ 2997602 w 12192000"/>
              <a:gd name="connsiteY111" fmla="*/ 3339315 h 6857998"/>
              <a:gd name="connsiteX112" fmla="*/ 9193444 w 12192000"/>
              <a:gd name="connsiteY112" fmla="*/ 1859240 h 6857998"/>
              <a:gd name="connsiteX113" fmla="*/ 9193444 w 12192000"/>
              <a:gd name="connsiteY113" fmla="*/ 3332115 h 6857998"/>
              <a:gd name="connsiteX114" fmla="*/ 12001406 w 12192000"/>
              <a:gd name="connsiteY114" fmla="*/ 3332115 h 6857998"/>
              <a:gd name="connsiteX115" fmla="*/ 12001406 w 12192000"/>
              <a:gd name="connsiteY115" fmla="*/ 1859240 h 6857998"/>
              <a:gd name="connsiteX116" fmla="*/ 9006666 w 12192000"/>
              <a:gd name="connsiteY116" fmla="*/ 1859240 h 6857998"/>
              <a:gd name="connsiteX117" fmla="*/ 9006666 w 12192000"/>
              <a:gd name="connsiteY117" fmla="*/ 3332115 h 6857998"/>
              <a:gd name="connsiteX118" fmla="*/ 9186244 w 12192000"/>
              <a:gd name="connsiteY118" fmla="*/ 3332115 h 6857998"/>
              <a:gd name="connsiteX119" fmla="*/ 9186244 w 12192000"/>
              <a:gd name="connsiteY119" fmla="*/ 1859240 h 6857998"/>
              <a:gd name="connsiteX120" fmla="*/ 6191504 w 12192000"/>
              <a:gd name="connsiteY120" fmla="*/ 1859240 h 6857998"/>
              <a:gd name="connsiteX121" fmla="*/ 6191504 w 12192000"/>
              <a:gd name="connsiteY121" fmla="*/ 3332115 h 6857998"/>
              <a:gd name="connsiteX122" fmla="*/ 8999466 w 12192000"/>
              <a:gd name="connsiteY122" fmla="*/ 3332115 h 6857998"/>
              <a:gd name="connsiteX123" fmla="*/ 8999466 w 12192000"/>
              <a:gd name="connsiteY123" fmla="*/ 1859240 h 6857998"/>
              <a:gd name="connsiteX124" fmla="*/ 6006316 w 12192000"/>
              <a:gd name="connsiteY124" fmla="*/ 1859240 h 6857998"/>
              <a:gd name="connsiteX125" fmla="*/ 6006316 w 12192000"/>
              <a:gd name="connsiteY125" fmla="*/ 3332115 h 6857998"/>
              <a:gd name="connsiteX126" fmla="*/ 6184304 w 12192000"/>
              <a:gd name="connsiteY126" fmla="*/ 3332115 h 6857998"/>
              <a:gd name="connsiteX127" fmla="*/ 6184304 w 12192000"/>
              <a:gd name="connsiteY127" fmla="*/ 1859240 h 6857998"/>
              <a:gd name="connsiteX128" fmla="*/ 3191152 w 12192000"/>
              <a:gd name="connsiteY128" fmla="*/ 1859240 h 6857998"/>
              <a:gd name="connsiteX129" fmla="*/ 3191152 w 12192000"/>
              <a:gd name="connsiteY129" fmla="*/ 3332115 h 6857998"/>
              <a:gd name="connsiteX130" fmla="*/ 5999116 w 12192000"/>
              <a:gd name="connsiteY130" fmla="*/ 3332115 h 6857998"/>
              <a:gd name="connsiteX131" fmla="*/ 5999116 w 12192000"/>
              <a:gd name="connsiteY131" fmla="*/ 1859240 h 6857998"/>
              <a:gd name="connsiteX132" fmla="*/ 3004803 w 12192000"/>
              <a:gd name="connsiteY132" fmla="*/ 1859240 h 6857998"/>
              <a:gd name="connsiteX133" fmla="*/ 3004803 w 12192000"/>
              <a:gd name="connsiteY133" fmla="*/ 3332115 h 6857998"/>
              <a:gd name="connsiteX134" fmla="*/ 3183952 w 12192000"/>
              <a:gd name="connsiteY134" fmla="*/ 3332115 h 6857998"/>
              <a:gd name="connsiteX135" fmla="*/ 3183952 w 12192000"/>
              <a:gd name="connsiteY135" fmla="*/ 1859240 h 6857998"/>
              <a:gd name="connsiteX136" fmla="*/ 190221 w 12192000"/>
              <a:gd name="connsiteY136" fmla="*/ 1859240 h 6857998"/>
              <a:gd name="connsiteX137" fmla="*/ 190221 w 12192000"/>
              <a:gd name="connsiteY137" fmla="*/ 3332115 h 6857998"/>
              <a:gd name="connsiteX138" fmla="*/ 2997602 w 12192000"/>
              <a:gd name="connsiteY138" fmla="*/ 3332115 h 6857998"/>
              <a:gd name="connsiteX139" fmla="*/ 2997602 w 12192000"/>
              <a:gd name="connsiteY139" fmla="*/ 1859240 h 6857998"/>
              <a:gd name="connsiteX140" fmla="*/ 9193444 w 12192000"/>
              <a:gd name="connsiteY140" fmla="*/ 1671302 h 6857998"/>
              <a:gd name="connsiteX141" fmla="*/ 9193444 w 12192000"/>
              <a:gd name="connsiteY141" fmla="*/ 1852040 h 6857998"/>
              <a:gd name="connsiteX142" fmla="*/ 12001406 w 12192000"/>
              <a:gd name="connsiteY142" fmla="*/ 1852040 h 6857998"/>
              <a:gd name="connsiteX143" fmla="*/ 12001406 w 12192000"/>
              <a:gd name="connsiteY143" fmla="*/ 1671302 h 6857998"/>
              <a:gd name="connsiteX144" fmla="*/ 9006666 w 12192000"/>
              <a:gd name="connsiteY144" fmla="*/ 1671302 h 6857998"/>
              <a:gd name="connsiteX145" fmla="*/ 9006666 w 12192000"/>
              <a:gd name="connsiteY145" fmla="*/ 1852040 h 6857998"/>
              <a:gd name="connsiteX146" fmla="*/ 9186244 w 12192000"/>
              <a:gd name="connsiteY146" fmla="*/ 1852040 h 6857998"/>
              <a:gd name="connsiteX147" fmla="*/ 9186244 w 12192000"/>
              <a:gd name="connsiteY147" fmla="*/ 1671302 h 6857998"/>
              <a:gd name="connsiteX148" fmla="*/ 6191504 w 12192000"/>
              <a:gd name="connsiteY148" fmla="*/ 1671302 h 6857998"/>
              <a:gd name="connsiteX149" fmla="*/ 6191504 w 12192000"/>
              <a:gd name="connsiteY149" fmla="*/ 1852040 h 6857998"/>
              <a:gd name="connsiteX150" fmla="*/ 8999466 w 12192000"/>
              <a:gd name="connsiteY150" fmla="*/ 1852040 h 6857998"/>
              <a:gd name="connsiteX151" fmla="*/ 8999466 w 12192000"/>
              <a:gd name="connsiteY151" fmla="*/ 1671302 h 6857998"/>
              <a:gd name="connsiteX152" fmla="*/ 6006316 w 12192000"/>
              <a:gd name="connsiteY152" fmla="*/ 1671302 h 6857998"/>
              <a:gd name="connsiteX153" fmla="*/ 6006316 w 12192000"/>
              <a:gd name="connsiteY153" fmla="*/ 1852040 h 6857998"/>
              <a:gd name="connsiteX154" fmla="*/ 6184304 w 12192000"/>
              <a:gd name="connsiteY154" fmla="*/ 1852040 h 6857998"/>
              <a:gd name="connsiteX155" fmla="*/ 6184304 w 12192000"/>
              <a:gd name="connsiteY155" fmla="*/ 1671302 h 6857998"/>
              <a:gd name="connsiteX156" fmla="*/ 3191152 w 12192000"/>
              <a:gd name="connsiteY156" fmla="*/ 1671302 h 6857998"/>
              <a:gd name="connsiteX157" fmla="*/ 3191152 w 12192000"/>
              <a:gd name="connsiteY157" fmla="*/ 1852040 h 6857998"/>
              <a:gd name="connsiteX158" fmla="*/ 5999116 w 12192000"/>
              <a:gd name="connsiteY158" fmla="*/ 1852040 h 6857998"/>
              <a:gd name="connsiteX159" fmla="*/ 5999116 w 12192000"/>
              <a:gd name="connsiteY159" fmla="*/ 1671302 h 6857998"/>
              <a:gd name="connsiteX160" fmla="*/ 3004803 w 12192000"/>
              <a:gd name="connsiteY160" fmla="*/ 1671302 h 6857998"/>
              <a:gd name="connsiteX161" fmla="*/ 3004803 w 12192000"/>
              <a:gd name="connsiteY161" fmla="*/ 1852040 h 6857998"/>
              <a:gd name="connsiteX162" fmla="*/ 3183952 w 12192000"/>
              <a:gd name="connsiteY162" fmla="*/ 1852040 h 6857998"/>
              <a:gd name="connsiteX163" fmla="*/ 3183952 w 12192000"/>
              <a:gd name="connsiteY163" fmla="*/ 1671302 h 6857998"/>
              <a:gd name="connsiteX164" fmla="*/ 190221 w 12192000"/>
              <a:gd name="connsiteY164" fmla="*/ 1671302 h 6857998"/>
              <a:gd name="connsiteX165" fmla="*/ 190221 w 12192000"/>
              <a:gd name="connsiteY165" fmla="*/ 1852040 h 6857998"/>
              <a:gd name="connsiteX166" fmla="*/ 2997602 w 12192000"/>
              <a:gd name="connsiteY166" fmla="*/ 1852040 h 6857998"/>
              <a:gd name="connsiteX167" fmla="*/ 2997602 w 12192000"/>
              <a:gd name="connsiteY167" fmla="*/ 1671302 h 6857998"/>
              <a:gd name="connsiteX168" fmla="*/ 9193444 w 12192000"/>
              <a:gd name="connsiteY168" fmla="*/ 190219 h 6857998"/>
              <a:gd name="connsiteX169" fmla="*/ 9193444 w 12192000"/>
              <a:gd name="connsiteY169" fmla="*/ 1664102 h 6857998"/>
              <a:gd name="connsiteX170" fmla="*/ 12001406 w 12192000"/>
              <a:gd name="connsiteY170" fmla="*/ 1664102 h 6857998"/>
              <a:gd name="connsiteX171" fmla="*/ 12001406 w 12192000"/>
              <a:gd name="connsiteY171" fmla="*/ 190219 h 6857998"/>
              <a:gd name="connsiteX172" fmla="*/ 9006666 w 12192000"/>
              <a:gd name="connsiteY172" fmla="*/ 190219 h 6857998"/>
              <a:gd name="connsiteX173" fmla="*/ 9006666 w 12192000"/>
              <a:gd name="connsiteY173" fmla="*/ 1664102 h 6857998"/>
              <a:gd name="connsiteX174" fmla="*/ 9186244 w 12192000"/>
              <a:gd name="connsiteY174" fmla="*/ 1664102 h 6857998"/>
              <a:gd name="connsiteX175" fmla="*/ 9186244 w 12192000"/>
              <a:gd name="connsiteY175" fmla="*/ 190219 h 6857998"/>
              <a:gd name="connsiteX176" fmla="*/ 6191504 w 12192000"/>
              <a:gd name="connsiteY176" fmla="*/ 190219 h 6857998"/>
              <a:gd name="connsiteX177" fmla="*/ 6191504 w 12192000"/>
              <a:gd name="connsiteY177" fmla="*/ 1664102 h 6857998"/>
              <a:gd name="connsiteX178" fmla="*/ 8999466 w 12192000"/>
              <a:gd name="connsiteY178" fmla="*/ 1664102 h 6857998"/>
              <a:gd name="connsiteX179" fmla="*/ 8999466 w 12192000"/>
              <a:gd name="connsiteY179" fmla="*/ 190219 h 6857998"/>
              <a:gd name="connsiteX180" fmla="*/ 6006316 w 12192000"/>
              <a:gd name="connsiteY180" fmla="*/ 190219 h 6857998"/>
              <a:gd name="connsiteX181" fmla="*/ 6006316 w 12192000"/>
              <a:gd name="connsiteY181" fmla="*/ 1664102 h 6857998"/>
              <a:gd name="connsiteX182" fmla="*/ 6184304 w 12192000"/>
              <a:gd name="connsiteY182" fmla="*/ 1664102 h 6857998"/>
              <a:gd name="connsiteX183" fmla="*/ 6184304 w 12192000"/>
              <a:gd name="connsiteY183" fmla="*/ 190219 h 6857998"/>
              <a:gd name="connsiteX184" fmla="*/ 3191152 w 12192000"/>
              <a:gd name="connsiteY184" fmla="*/ 190219 h 6857998"/>
              <a:gd name="connsiteX185" fmla="*/ 3191152 w 12192000"/>
              <a:gd name="connsiteY185" fmla="*/ 1664102 h 6857998"/>
              <a:gd name="connsiteX186" fmla="*/ 5999116 w 12192000"/>
              <a:gd name="connsiteY186" fmla="*/ 1664102 h 6857998"/>
              <a:gd name="connsiteX187" fmla="*/ 5999116 w 12192000"/>
              <a:gd name="connsiteY187" fmla="*/ 190219 h 6857998"/>
              <a:gd name="connsiteX188" fmla="*/ 3004803 w 12192000"/>
              <a:gd name="connsiteY188" fmla="*/ 190219 h 6857998"/>
              <a:gd name="connsiteX189" fmla="*/ 3004803 w 12192000"/>
              <a:gd name="connsiteY189" fmla="*/ 1664102 h 6857998"/>
              <a:gd name="connsiteX190" fmla="*/ 3183952 w 12192000"/>
              <a:gd name="connsiteY190" fmla="*/ 1664102 h 6857998"/>
              <a:gd name="connsiteX191" fmla="*/ 3183952 w 12192000"/>
              <a:gd name="connsiteY191" fmla="*/ 190219 h 6857998"/>
              <a:gd name="connsiteX192" fmla="*/ 190221 w 12192000"/>
              <a:gd name="connsiteY192" fmla="*/ 190219 h 6857998"/>
              <a:gd name="connsiteX193" fmla="*/ 190221 w 12192000"/>
              <a:gd name="connsiteY193" fmla="*/ 1664102 h 6857998"/>
              <a:gd name="connsiteX194" fmla="*/ 2997602 w 12192000"/>
              <a:gd name="connsiteY194" fmla="*/ 1664102 h 6857998"/>
              <a:gd name="connsiteX195" fmla="*/ 2997602 w 12192000"/>
              <a:gd name="connsiteY195" fmla="*/ 190219 h 6857998"/>
              <a:gd name="connsiteX196" fmla="*/ 183021 w 12192000"/>
              <a:gd name="connsiteY196" fmla="*/ 0 h 6857998"/>
              <a:gd name="connsiteX197" fmla="*/ 190221 w 12192000"/>
              <a:gd name="connsiteY197" fmla="*/ 0 h 6857998"/>
              <a:gd name="connsiteX198" fmla="*/ 190221 w 12192000"/>
              <a:gd name="connsiteY198" fmla="*/ 183019 h 6857998"/>
              <a:gd name="connsiteX199" fmla="*/ 2997602 w 12192000"/>
              <a:gd name="connsiteY199" fmla="*/ 183019 h 6857998"/>
              <a:gd name="connsiteX200" fmla="*/ 2997602 w 12192000"/>
              <a:gd name="connsiteY200" fmla="*/ 0 h 6857998"/>
              <a:gd name="connsiteX201" fmla="*/ 3004803 w 12192000"/>
              <a:gd name="connsiteY201" fmla="*/ 0 h 6857998"/>
              <a:gd name="connsiteX202" fmla="*/ 3004803 w 12192000"/>
              <a:gd name="connsiteY202" fmla="*/ 183019 h 6857998"/>
              <a:gd name="connsiteX203" fmla="*/ 3183952 w 12192000"/>
              <a:gd name="connsiteY203" fmla="*/ 183019 h 6857998"/>
              <a:gd name="connsiteX204" fmla="*/ 3183952 w 12192000"/>
              <a:gd name="connsiteY204" fmla="*/ 0 h 6857998"/>
              <a:gd name="connsiteX205" fmla="*/ 3191152 w 12192000"/>
              <a:gd name="connsiteY205" fmla="*/ 0 h 6857998"/>
              <a:gd name="connsiteX206" fmla="*/ 3191152 w 12192000"/>
              <a:gd name="connsiteY206" fmla="*/ 183019 h 6857998"/>
              <a:gd name="connsiteX207" fmla="*/ 5999116 w 12192000"/>
              <a:gd name="connsiteY207" fmla="*/ 183019 h 6857998"/>
              <a:gd name="connsiteX208" fmla="*/ 5999116 w 12192000"/>
              <a:gd name="connsiteY208" fmla="*/ 0 h 6857998"/>
              <a:gd name="connsiteX209" fmla="*/ 6006316 w 12192000"/>
              <a:gd name="connsiteY209" fmla="*/ 0 h 6857998"/>
              <a:gd name="connsiteX210" fmla="*/ 6006316 w 12192000"/>
              <a:gd name="connsiteY210" fmla="*/ 183019 h 6857998"/>
              <a:gd name="connsiteX211" fmla="*/ 6184304 w 12192000"/>
              <a:gd name="connsiteY211" fmla="*/ 183019 h 6857998"/>
              <a:gd name="connsiteX212" fmla="*/ 6184304 w 12192000"/>
              <a:gd name="connsiteY212" fmla="*/ 0 h 6857998"/>
              <a:gd name="connsiteX213" fmla="*/ 6191504 w 12192000"/>
              <a:gd name="connsiteY213" fmla="*/ 0 h 6857998"/>
              <a:gd name="connsiteX214" fmla="*/ 6191504 w 12192000"/>
              <a:gd name="connsiteY214" fmla="*/ 183019 h 6857998"/>
              <a:gd name="connsiteX215" fmla="*/ 8999466 w 12192000"/>
              <a:gd name="connsiteY215" fmla="*/ 183019 h 6857998"/>
              <a:gd name="connsiteX216" fmla="*/ 8999466 w 12192000"/>
              <a:gd name="connsiteY216" fmla="*/ 0 h 6857998"/>
              <a:gd name="connsiteX217" fmla="*/ 9006666 w 12192000"/>
              <a:gd name="connsiteY217" fmla="*/ 0 h 6857998"/>
              <a:gd name="connsiteX218" fmla="*/ 9006666 w 12192000"/>
              <a:gd name="connsiteY218" fmla="*/ 183019 h 6857998"/>
              <a:gd name="connsiteX219" fmla="*/ 9186244 w 12192000"/>
              <a:gd name="connsiteY219" fmla="*/ 183019 h 6857998"/>
              <a:gd name="connsiteX220" fmla="*/ 9186244 w 12192000"/>
              <a:gd name="connsiteY220" fmla="*/ 1 h 6857998"/>
              <a:gd name="connsiteX221" fmla="*/ 9193444 w 12192000"/>
              <a:gd name="connsiteY221" fmla="*/ 1 h 6857998"/>
              <a:gd name="connsiteX222" fmla="*/ 9193444 w 12192000"/>
              <a:gd name="connsiteY222" fmla="*/ 183019 h 6857998"/>
              <a:gd name="connsiteX223" fmla="*/ 12001406 w 12192000"/>
              <a:gd name="connsiteY223" fmla="*/ 183019 h 6857998"/>
              <a:gd name="connsiteX224" fmla="*/ 12001406 w 12192000"/>
              <a:gd name="connsiteY224" fmla="*/ 1 h 6857998"/>
              <a:gd name="connsiteX225" fmla="*/ 12008606 w 12192000"/>
              <a:gd name="connsiteY225" fmla="*/ 1 h 6857998"/>
              <a:gd name="connsiteX226" fmla="*/ 12008606 w 12192000"/>
              <a:gd name="connsiteY226" fmla="*/ 183019 h 6857998"/>
              <a:gd name="connsiteX227" fmla="*/ 12192000 w 12192000"/>
              <a:gd name="connsiteY227" fmla="*/ 183019 h 6857998"/>
              <a:gd name="connsiteX228" fmla="*/ 12192000 w 12192000"/>
              <a:gd name="connsiteY228" fmla="*/ 190219 h 6857998"/>
              <a:gd name="connsiteX229" fmla="*/ 12008606 w 12192000"/>
              <a:gd name="connsiteY229" fmla="*/ 190219 h 6857998"/>
              <a:gd name="connsiteX230" fmla="*/ 12008606 w 12192000"/>
              <a:gd name="connsiteY230" fmla="*/ 1664102 h 6857998"/>
              <a:gd name="connsiteX231" fmla="*/ 12192000 w 12192000"/>
              <a:gd name="connsiteY231" fmla="*/ 1664102 h 6857998"/>
              <a:gd name="connsiteX232" fmla="*/ 12192000 w 12192000"/>
              <a:gd name="connsiteY232" fmla="*/ 1671302 h 6857998"/>
              <a:gd name="connsiteX233" fmla="*/ 12008606 w 12192000"/>
              <a:gd name="connsiteY233" fmla="*/ 1671302 h 6857998"/>
              <a:gd name="connsiteX234" fmla="*/ 12008606 w 12192000"/>
              <a:gd name="connsiteY234" fmla="*/ 1852040 h 6857998"/>
              <a:gd name="connsiteX235" fmla="*/ 12192000 w 12192000"/>
              <a:gd name="connsiteY235" fmla="*/ 1852040 h 6857998"/>
              <a:gd name="connsiteX236" fmla="*/ 12192000 w 12192000"/>
              <a:gd name="connsiteY236" fmla="*/ 1859240 h 6857998"/>
              <a:gd name="connsiteX237" fmla="*/ 12008606 w 12192000"/>
              <a:gd name="connsiteY237" fmla="*/ 1859240 h 6857998"/>
              <a:gd name="connsiteX238" fmla="*/ 12008606 w 12192000"/>
              <a:gd name="connsiteY238" fmla="*/ 3332115 h 6857998"/>
              <a:gd name="connsiteX239" fmla="*/ 12192000 w 12192000"/>
              <a:gd name="connsiteY239" fmla="*/ 3332115 h 6857998"/>
              <a:gd name="connsiteX240" fmla="*/ 12192000 w 12192000"/>
              <a:gd name="connsiteY240" fmla="*/ 3339315 h 6857998"/>
              <a:gd name="connsiteX241" fmla="*/ 12008606 w 12192000"/>
              <a:gd name="connsiteY241" fmla="*/ 3339315 h 6857998"/>
              <a:gd name="connsiteX242" fmla="*/ 12008606 w 12192000"/>
              <a:gd name="connsiteY242" fmla="*/ 3517303 h 6857998"/>
              <a:gd name="connsiteX243" fmla="*/ 12192000 w 12192000"/>
              <a:gd name="connsiteY243" fmla="*/ 3517303 h 6857998"/>
              <a:gd name="connsiteX244" fmla="*/ 12192000 w 12192000"/>
              <a:gd name="connsiteY244" fmla="*/ 3524503 h 6857998"/>
              <a:gd name="connsiteX245" fmla="*/ 12008606 w 12192000"/>
              <a:gd name="connsiteY245" fmla="*/ 3524503 h 6857998"/>
              <a:gd name="connsiteX246" fmla="*/ 12008606 w 12192000"/>
              <a:gd name="connsiteY246" fmla="*/ 4998966 h 6857998"/>
              <a:gd name="connsiteX247" fmla="*/ 12192000 w 12192000"/>
              <a:gd name="connsiteY247" fmla="*/ 4998966 h 6857998"/>
              <a:gd name="connsiteX248" fmla="*/ 12192000 w 12192000"/>
              <a:gd name="connsiteY248" fmla="*/ 5006166 h 6857998"/>
              <a:gd name="connsiteX249" fmla="*/ 12008606 w 12192000"/>
              <a:gd name="connsiteY249" fmla="*/ 5006166 h 6857998"/>
              <a:gd name="connsiteX250" fmla="*/ 12008606 w 12192000"/>
              <a:gd name="connsiteY250" fmla="*/ 5185743 h 6857998"/>
              <a:gd name="connsiteX251" fmla="*/ 12192000 w 12192000"/>
              <a:gd name="connsiteY251" fmla="*/ 5185743 h 6857998"/>
              <a:gd name="connsiteX252" fmla="*/ 12192000 w 12192000"/>
              <a:gd name="connsiteY252" fmla="*/ 5192943 h 6857998"/>
              <a:gd name="connsiteX253" fmla="*/ 12008606 w 12192000"/>
              <a:gd name="connsiteY253" fmla="*/ 5192943 h 6857998"/>
              <a:gd name="connsiteX254" fmla="*/ 12008606 w 12192000"/>
              <a:gd name="connsiteY254" fmla="*/ 6668993 h 6857998"/>
              <a:gd name="connsiteX255" fmla="*/ 12192000 w 12192000"/>
              <a:gd name="connsiteY255" fmla="*/ 6668993 h 6857998"/>
              <a:gd name="connsiteX256" fmla="*/ 12192000 w 12192000"/>
              <a:gd name="connsiteY256" fmla="*/ 6676193 h 6857998"/>
              <a:gd name="connsiteX257" fmla="*/ 12008606 w 12192000"/>
              <a:gd name="connsiteY257" fmla="*/ 6676193 h 6857998"/>
              <a:gd name="connsiteX258" fmla="*/ 12008606 w 12192000"/>
              <a:gd name="connsiteY258" fmla="*/ 6857998 h 6857998"/>
              <a:gd name="connsiteX259" fmla="*/ 12001406 w 12192000"/>
              <a:gd name="connsiteY259" fmla="*/ 6857998 h 6857998"/>
              <a:gd name="connsiteX260" fmla="*/ 12001406 w 12192000"/>
              <a:gd name="connsiteY260" fmla="*/ 6676193 h 6857998"/>
              <a:gd name="connsiteX261" fmla="*/ 9193444 w 12192000"/>
              <a:gd name="connsiteY261" fmla="*/ 6676193 h 6857998"/>
              <a:gd name="connsiteX262" fmla="*/ 9193444 w 12192000"/>
              <a:gd name="connsiteY262" fmla="*/ 6857998 h 6857998"/>
              <a:gd name="connsiteX263" fmla="*/ 9186244 w 12192000"/>
              <a:gd name="connsiteY263" fmla="*/ 6857998 h 6857998"/>
              <a:gd name="connsiteX264" fmla="*/ 9186244 w 12192000"/>
              <a:gd name="connsiteY264" fmla="*/ 6676193 h 6857998"/>
              <a:gd name="connsiteX265" fmla="*/ 9006666 w 12192000"/>
              <a:gd name="connsiteY265" fmla="*/ 6676193 h 6857998"/>
              <a:gd name="connsiteX266" fmla="*/ 9006666 w 12192000"/>
              <a:gd name="connsiteY266" fmla="*/ 6857998 h 6857998"/>
              <a:gd name="connsiteX267" fmla="*/ 8999466 w 12192000"/>
              <a:gd name="connsiteY267" fmla="*/ 6857998 h 6857998"/>
              <a:gd name="connsiteX268" fmla="*/ 8999466 w 12192000"/>
              <a:gd name="connsiteY268" fmla="*/ 6676193 h 6857998"/>
              <a:gd name="connsiteX269" fmla="*/ 6191504 w 12192000"/>
              <a:gd name="connsiteY269" fmla="*/ 6676193 h 6857998"/>
              <a:gd name="connsiteX270" fmla="*/ 6191504 w 12192000"/>
              <a:gd name="connsiteY270" fmla="*/ 6857998 h 6857998"/>
              <a:gd name="connsiteX271" fmla="*/ 6184304 w 12192000"/>
              <a:gd name="connsiteY271" fmla="*/ 6857998 h 6857998"/>
              <a:gd name="connsiteX272" fmla="*/ 6184304 w 12192000"/>
              <a:gd name="connsiteY272" fmla="*/ 6676193 h 6857998"/>
              <a:gd name="connsiteX273" fmla="*/ 6006316 w 12192000"/>
              <a:gd name="connsiteY273" fmla="*/ 6676193 h 6857998"/>
              <a:gd name="connsiteX274" fmla="*/ 6006316 w 12192000"/>
              <a:gd name="connsiteY274" fmla="*/ 6857998 h 6857998"/>
              <a:gd name="connsiteX275" fmla="*/ 5999116 w 12192000"/>
              <a:gd name="connsiteY275" fmla="*/ 6857998 h 6857998"/>
              <a:gd name="connsiteX276" fmla="*/ 5999116 w 12192000"/>
              <a:gd name="connsiteY276" fmla="*/ 6676193 h 6857998"/>
              <a:gd name="connsiteX277" fmla="*/ 3191152 w 12192000"/>
              <a:gd name="connsiteY277" fmla="*/ 6676193 h 6857998"/>
              <a:gd name="connsiteX278" fmla="*/ 3191152 w 12192000"/>
              <a:gd name="connsiteY278" fmla="*/ 6857998 h 6857998"/>
              <a:gd name="connsiteX279" fmla="*/ 3183952 w 12192000"/>
              <a:gd name="connsiteY279" fmla="*/ 6857998 h 6857998"/>
              <a:gd name="connsiteX280" fmla="*/ 3183952 w 12192000"/>
              <a:gd name="connsiteY280" fmla="*/ 6676193 h 6857998"/>
              <a:gd name="connsiteX281" fmla="*/ 3004803 w 12192000"/>
              <a:gd name="connsiteY281" fmla="*/ 6676193 h 6857998"/>
              <a:gd name="connsiteX282" fmla="*/ 3004803 w 12192000"/>
              <a:gd name="connsiteY282" fmla="*/ 6857998 h 6857998"/>
              <a:gd name="connsiteX283" fmla="*/ 2997602 w 12192000"/>
              <a:gd name="connsiteY283" fmla="*/ 6857998 h 6857998"/>
              <a:gd name="connsiteX284" fmla="*/ 2997602 w 12192000"/>
              <a:gd name="connsiteY284" fmla="*/ 6676193 h 6857998"/>
              <a:gd name="connsiteX285" fmla="*/ 190221 w 12192000"/>
              <a:gd name="connsiteY285" fmla="*/ 6676193 h 6857998"/>
              <a:gd name="connsiteX286" fmla="*/ 190221 w 12192000"/>
              <a:gd name="connsiteY286" fmla="*/ 6857998 h 6857998"/>
              <a:gd name="connsiteX287" fmla="*/ 183021 w 12192000"/>
              <a:gd name="connsiteY287" fmla="*/ 6857998 h 6857998"/>
              <a:gd name="connsiteX288" fmla="*/ 183021 w 12192000"/>
              <a:gd name="connsiteY288" fmla="*/ 6676193 h 6857998"/>
              <a:gd name="connsiteX289" fmla="*/ 0 w 12192000"/>
              <a:gd name="connsiteY289" fmla="*/ 6676193 h 6857998"/>
              <a:gd name="connsiteX290" fmla="*/ 0 w 12192000"/>
              <a:gd name="connsiteY290" fmla="*/ 6668993 h 6857998"/>
              <a:gd name="connsiteX291" fmla="*/ 183021 w 12192000"/>
              <a:gd name="connsiteY291" fmla="*/ 6668993 h 6857998"/>
              <a:gd name="connsiteX292" fmla="*/ 183021 w 12192000"/>
              <a:gd name="connsiteY292" fmla="*/ 5192943 h 6857998"/>
              <a:gd name="connsiteX293" fmla="*/ 0 w 12192000"/>
              <a:gd name="connsiteY293" fmla="*/ 5192943 h 6857998"/>
              <a:gd name="connsiteX294" fmla="*/ 0 w 12192000"/>
              <a:gd name="connsiteY294" fmla="*/ 5185743 h 6857998"/>
              <a:gd name="connsiteX295" fmla="*/ 183021 w 12192000"/>
              <a:gd name="connsiteY295" fmla="*/ 5185743 h 6857998"/>
              <a:gd name="connsiteX296" fmla="*/ 183021 w 12192000"/>
              <a:gd name="connsiteY296" fmla="*/ 5006166 h 6857998"/>
              <a:gd name="connsiteX297" fmla="*/ 1 w 12192000"/>
              <a:gd name="connsiteY297" fmla="*/ 5006166 h 6857998"/>
              <a:gd name="connsiteX298" fmla="*/ 1 w 12192000"/>
              <a:gd name="connsiteY298" fmla="*/ 4998966 h 6857998"/>
              <a:gd name="connsiteX299" fmla="*/ 183021 w 12192000"/>
              <a:gd name="connsiteY299" fmla="*/ 4998966 h 6857998"/>
              <a:gd name="connsiteX300" fmla="*/ 183021 w 12192000"/>
              <a:gd name="connsiteY300" fmla="*/ 3524503 h 6857998"/>
              <a:gd name="connsiteX301" fmla="*/ 1 w 12192000"/>
              <a:gd name="connsiteY301" fmla="*/ 3524503 h 6857998"/>
              <a:gd name="connsiteX302" fmla="*/ 1 w 12192000"/>
              <a:gd name="connsiteY302" fmla="*/ 3517303 h 6857998"/>
              <a:gd name="connsiteX303" fmla="*/ 183021 w 12192000"/>
              <a:gd name="connsiteY303" fmla="*/ 3517303 h 6857998"/>
              <a:gd name="connsiteX304" fmla="*/ 183021 w 12192000"/>
              <a:gd name="connsiteY304" fmla="*/ 3339315 h 6857998"/>
              <a:gd name="connsiteX305" fmla="*/ 1 w 12192000"/>
              <a:gd name="connsiteY305" fmla="*/ 3339315 h 6857998"/>
              <a:gd name="connsiteX306" fmla="*/ 1 w 12192000"/>
              <a:gd name="connsiteY306" fmla="*/ 3332115 h 6857998"/>
              <a:gd name="connsiteX307" fmla="*/ 183021 w 12192000"/>
              <a:gd name="connsiteY307" fmla="*/ 3332115 h 6857998"/>
              <a:gd name="connsiteX308" fmla="*/ 183021 w 12192000"/>
              <a:gd name="connsiteY308" fmla="*/ 1859240 h 6857998"/>
              <a:gd name="connsiteX309" fmla="*/ 1 w 12192000"/>
              <a:gd name="connsiteY309" fmla="*/ 1859240 h 6857998"/>
              <a:gd name="connsiteX310" fmla="*/ 1 w 12192000"/>
              <a:gd name="connsiteY310" fmla="*/ 1852040 h 6857998"/>
              <a:gd name="connsiteX311" fmla="*/ 183021 w 12192000"/>
              <a:gd name="connsiteY311" fmla="*/ 1852040 h 6857998"/>
              <a:gd name="connsiteX312" fmla="*/ 183021 w 12192000"/>
              <a:gd name="connsiteY312" fmla="*/ 1671302 h 6857998"/>
              <a:gd name="connsiteX313" fmla="*/ 1 w 12192000"/>
              <a:gd name="connsiteY313" fmla="*/ 1671302 h 6857998"/>
              <a:gd name="connsiteX314" fmla="*/ 1 w 12192000"/>
              <a:gd name="connsiteY314" fmla="*/ 1664102 h 6857998"/>
              <a:gd name="connsiteX315" fmla="*/ 183021 w 12192000"/>
              <a:gd name="connsiteY315" fmla="*/ 1664102 h 6857998"/>
              <a:gd name="connsiteX316" fmla="*/ 183021 w 12192000"/>
              <a:gd name="connsiteY316" fmla="*/ 190219 h 6857998"/>
              <a:gd name="connsiteX317" fmla="*/ 1 w 12192000"/>
              <a:gd name="connsiteY317" fmla="*/ 190219 h 6857998"/>
              <a:gd name="connsiteX318" fmla="*/ 1 w 12192000"/>
              <a:gd name="connsiteY318" fmla="*/ 183019 h 6857998"/>
              <a:gd name="connsiteX319" fmla="*/ 183021 w 12192000"/>
              <a:gd name="connsiteY319" fmla="*/ 18301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2000" h="6857998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2000" y="183019"/>
                </a:lnTo>
                <a:lnTo>
                  <a:pt x="121920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2000" y="1664102"/>
                </a:lnTo>
                <a:lnTo>
                  <a:pt x="121920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2000" y="1852040"/>
                </a:lnTo>
                <a:lnTo>
                  <a:pt x="121920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2000" y="3332115"/>
                </a:lnTo>
                <a:lnTo>
                  <a:pt x="121920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2000" y="3517303"/>
                </a:lnTo>
                <a:lnTo>
                  <a:pt x="121920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2000" y="4998966"/>
                </a:lnTo>
                <a:lnTo>
                  <a:pt x="121920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2000" y="5185743"/>
                </a:lnTo>
                <a:lnTo>
                  <a:pt x="121920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2000" y="6668993"/>
                </a:lnTo>
                <a:lnTo>
                  <a:pt x="12192000" y="6676193"/>
                </a:lnTo>
                <a:lnTo>
                  <a:pt x="12008606" y="6676193"/>
                </a:lnTo>
                <a:lnTo>
                  <a:pt x="12008606" y="6857998"/>
                </a:lnTo>
                <a:lnTo>
                  <a:pt x="12001406" y="6857998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8"/>
                </a:lnTo>
                <a:lnTo>
                  <a:pt x="9186244" y="6857998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8"/>
                </a:lnTo>
                <a:lnTo>
                  <a:pt x="8999466" y="6857998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8"/>
                </a:lnTo>
                <a:lnTo>
                  <a:pt x="6184304" y="6857998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8"/>
                </a:lnTo>
                <a:lnTo>
                  <a:pt x="5999116" y="6857998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8"/>
                </a:lnTo>
                <a:lnTo>
                  <a:pt x="3183952" y="6857998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8"/>
                </a:lnTo>
                <a:lnTo>
                  <a:pt x="2997602" y="6857998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8"/>
                </a:lnTo>
                <a:lnTo>
                  <a:pt x="183021" y="6857998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 wrap="square" tIns="0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-1200" y="0"/>
            <a:ext cx="8997775" cy="2603501"/>
          </a:xfrm>
        </p:spPr>
        <p:txBody>
          <a:bodyPr lIns="162000" tIns="144000" bIns="0" anchor="t"/>
          <a:lstStyle>
            <a:lvl1pPr algn="l">
              <a:lnSpc>
                <a:spcPct val="86000"/>
              </a:lnSpc>
              <a:defRPr sz="63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B4E9833-0B18-BA78-C50B-350C1656D1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1" y="3335338"/>
            <a:ext cx="6188075" cy="1854200"/>
          </a:xfrm>
        </p:spPr>
        <p:txBody>
          <a:bodyPr lIns="198000" tIns="126000" rIns="198000" bIns="12600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tabLst/>
              <a:defRPr sz="2400" b="0">
                <a:solidFill>
                  <a:schemeClr val="tx1"/>
                </a:solidFill>
              </a:defRPr>
            </a:lvl9pPr>
          </a:lstStyle>
          <a:p>
            <a:pPr lvl="7"/>
            <a:r>
              <a:rPr lang="en-GB"/>
              <a:t>Click to add subtitle</a:t>
            </a:r>
          </a:p>
        </p:txBody>
      </p:sp>
      <p:sp>
        <p:nvSpPr>
          <p:cNvPr id="6" name="Logo - freeform">
            <a:extLst>
              <a:ext uri="{FF2B5EF4-FFF2-40B4-BE49-F238E27FC236}">
                <a16:creationId xmlns:a16="http://schemas.microsoft.com/office/drawing/2014/main" id="{7C0B7C54-BB23-9FDC-51B5-60D0E0619F4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90800" y="6556701"/>
            <a:ext cx="936626" cy="142550"/>
          </a:xfrm>
          <a:custGeom>
            <a:avLst/>
            <a:gdLst>
              <a:gd name="connsiteX0" fmla="*/ 11589172 w 14787902"/>
              <a:gd name="connsiteY0" fmla="*/ 1086010 h 2250653"/>
              <a:gd name="connsiteX1" fmla="*/ 11293040 w 14787902"/>
              <a:gd name="connsiteY1" fmla="*/ 1204426 h 2250653"/>
              <a:gd name="connsiteX2" fmla="*/ 10917900 w 14787902"/>
              <a:gd name="connsiteY2" fmla="*/ 1421553 h 2250653"/>
              <a:gd name="connsiteX3" fmla="*/ 11174624 w 14787902"/>
              <a:gd name="connsiteY3" fmla="*/ 1618975 h 2250653"/>
              <a:gd name="connsiteX4" fmla="*/ 11589172 w 14787902"/>
              <a:gd name="connsiteY4" fmla="*/ 1145124 h 2250653"/>
              <a:gd name="connsiteX5" fmla="*/ 2369254 w 14787902"/>
              <a:gd name="connsiteY5" fmla="*/ 552857 h 2250653"/>
              <a:gd name="connsiteX6" fmla="*/ 1954706 w 14787902"/>
              <a:gd name="connsiteY6" fmla="*/ 967408 h 2250653"/>
              <a:gd name="connsiteX7" fmla="*/ 2764099 w 14787902"/>
              <a:gd name="connsiteY7" fmla="*/ 967408 h 2250653"/>
              <a:gd name="connsiteX8" fmla="*/ 2369254 w 14787902"/>
              <a:gd name="connsiteY8" fmla="*/ 552857 h 2250653"/>
              <a:gd name="connsiteX9" fmla="*/ 6120654 w 14787902"/>
              <a:gd name="connsiteY9" fmla="*/ 552670 h 2250653"/>
              <a:gd name="connsiteX10" fmla="*/ 5686211 w 14787902"/>
              <a:gd name="connsiteY10" fmla="*/ 1085823 h 2250653"/>
              <a:gd name="connsiteX11" fmla="*/ 6120654 w 14787902"/>
              <a:gd name="connsiteY11" fmla="*/ 1618975 h 2250653"/>
              <a:gd name="connsiteX12" fmla="*/ 6535203 w 14787902"/>
              <a:gd name="connsiteY12" fmla="*/ 1085823 h 2250653"/>
              <a:gd name="connsiteX13" fmla="*/ 6120654 w 14787902"/>
              <a:gd name="connsiteY13" fmla="*/ 552670 h 2250653"/>
              <a:gd name="connsiteX14" fmla="*/ 9891567 w 14787902"/>
              <a:gd name="connsiteY14" fmla="*/ 532964 h 2250653"/>
              <a:gd name="connsiteX15" fmla="*/ 9457125 w 14787902"/>
              <a:gd name="connsiteY15" fmla="*/ 1085823 h 2250653"/>
              <a:gd name="connsiteX16" fmla="*/ 9891567 w 14787902"/>
              <a:gd name="connsiteY16" fmla="*/ 1618975 h 2250653"/>
              <a:gd name="connsiteX17" fmla="*/ 10286412 w 14787902"/>
              <a:gd name="connsiteY17" fmla="*/ 1066118 h 2250653"/>
              <a:gd name="connsiteX18" fmla="*/ 9891567 w 14787902"/>
              <a:gd name="connsiteY18" fmla="*/ 532964 h 2250653"/>
              <a:gd name="connsiteX19" fmla="*/ 13445542 w 14787902"/>
              <a:gd name="connsiteY19" fmla="*/ 375139 h 2250653"/>
              <a:gd name="connsiteX20" fmla="*/ 13721972 w 14787902"/>
              <a:gd name="connsiteY20" fmla="*/ 375139 h 2250653"/>
              <a:gd name="connsiteX21" fmla="*/ 14057702 w 14787902"/>
              <a:gd name="connsiteY21" fmla="*/ 1303137 h 2250653"/>
              <a:gd name="connsiteX22" fmla="*/ 14117004 w 14787902"/>
              <a:gd name="connsiteY22" fmla="*/ 1559861 h 2250653"/>
              <a:gd name="connsiteX23" fmla="*/ 14136708 w 14787902"/>
              <a:gd name="connsiteY23" fmla="*/ 1559861 h 2250653"/>
              <a:gd name="connsiteX24" fmla="*/ 14196010 w 14787902"/>
              <a:gd name="connsiteY24" fmla="*/ 1303137 h 2250653"/>
              <a:gd name="connsiteX25" fmla="*/ 14531740 w 14787902"/>
              <a:gd name="connsiteY25" fmla="*/ 375139 h 2250653"/>
              <a:gd name="connsiteX26" fmla="*/ 14787902 w 14787902"/>
              <a:gd name="connsiteY26" fmla="*/ 375139 h 2250653"/>
              <a:gd name="connsiteX27" fmla="*/ 14274641 w 14787902"/>
              <a:gd name="connsiteY27" fmla="*/ 1737392 h 2250653"/>
              <a:gd name="connsiteX28" fmla="*/ 13702079 w 14787902"/>
              <a:gd name="connsiteY28" fmla="*/ 2250653 h 2250653"/>
              <a:gd name="connsiteX29" fmla="*/ 13524361 w 14787902"/>
              <a:gd name="connsiteY29" fmla="*/ 2211243 h 2250653"/>
              <a:gd name="connsiteX30" fmla="*/ 13524361 w 14787902"/>
              <a:gd name="connsiteY30" fmla="*/ 2013820 h 2250653"/>
              <a:gd name="connsiteX31" fmla="*/ 13682374 w 14787902"/>
              <a:gd name="connsiteY31" fmla="*/ 2053231 h 2250653"/>
              <a:gd name="connsiteX32" fmla="*/ 14018104 w 14787902"/>
              <a:gd name="connsiteY32" fmla="*/ 1816398 h 2250653"/>
              <a:gd name="connsiteX33" fmla="*/ 12872981 w 14787902"/>
              <a:gd name="connsiteY33" fmla="*/ 355435 h 2250653"/>
              <a:gd name="connsiteX34" fmla="*/ 13346832 w 14787902"/>
              <a:gd name="connsiteY34" fmla="*/ 829286 h 2250653"/>
              <a:gd name="connsiteX35" fmla="*/ 13346645 w 14787902"/>
              <a:gd name="connsiteY35" fmla="*/ 829286 h 2250653"/>
              <a:gd name="connsiteX36" fmla="*/ 13346645 w 14787902"/>
              <a:gd name="connsiteY36" fmla="*/ 1776989 h 2250653"/>
              <a:gd name="connsiteX37" fmla="*/ 13109812 w 14787902"/>
              <a:gd name="connsiteY37" fmla="*/ 1776989 h 2250653"/>
              <a:gd name="connsiteX38" fmla="*/ 13109812 w 14787902"/>
              <a:gd name="connsiteY38" fmla="*/ 888587 h 2250653"/>
              <a:gd name="connsiteX39" fmla="*/ 12813678 w 14787902"/>
              <a:gd name="connsiteY39" fmla="*/ 552857 h 2250653"/>
              <a:gd name="connsiteX40" fmla="*/ 12418833 w 14787902"/>
              <a:gd name="connsiteY40" fmla="*/ 1066118 h 2250653"/>
              <a:gd name="connsiteX41" fmla="*/ 12418833 w 14787902"/>
              <a:gd name="connsiteY41" fmla="*/ 1776802 h 2250653"/>
              <a:gd name="connsiteX42" fmla="*/ 12182002 w 14787902"/>
              <a:gd name="connsiteY42" fmla="*/ 1776802 h 2250653"/>
              <a:gd name="connsiteX43" fmla="*/ 12182002 w 14787902"/>
              <a:gd name="connsiteY43" fmla="*/ 375139 h 2250653"/>
              <a:gd name="connsiteX44" fmla="*/ 12418833 w 14787902"/>
              <a:gd name="connsiteY44" fmla="*/ 375139 h 2250653"/>
              <a:gd name="connsiteX45" fmla="*/ 12418833 w 14787902"/>
              <a:gd name="connsiteY45" fmla="*/ 710871 h 2250653"/>
              <a:gd name="connsiteX46" fmla="*/ 12872981 w 14787902"/>
              <a:gd name="connsiteY46" fmla="*/ 355435 h 2250653"/>
              <a:gd name="connsiteX47" fmla="*/ 11293040 w 14787902"/>
              <a:gd name="connsiteY47" fmla="*/ 355435 h 2250653"/>
              <a:gd name="connsiteX48" fmla="*/ 11845896 w 14787902"/>
              <a:gd name="connsiteY48" fmla="*/ 829286 h 2250653"/>
              <a:gd name="connsiteX49" fmla="*/ 11845896 w 14787902"/>
              <a:gd name="connsiteY49" fmla="*/ 1461151 h 2250653"/>
              <a:gd name="connsiteX50" fmla="*/ 11944606 w 14787902"/>
              <a:gd name="connsiteY50" fmla="*/ 1619165 h 2250653"/>
              <a:gd name="connsiteX51" fmla="*/ 12063023 w 14787902"/>
              <a:gd name="connsiteY51" fmla="*/ 1599458 h 2250653"/>
              <a:gd name="connsiteX52" fmla="*/ 12063212 w 14787902"/>
              <a:gd name="connsiteY52" fmla="*/ 1599271 h 2250653"/>
              <a:gd name="connsiteX53" fmla="*/ 12063212 w 14787902"/>
              <a:gd name="connsiteY53" fmla="*/ 1776989 h 2250653"/>
              <a:gd name="connsiteX54" fmla="*/ 11885494 w 14787902"/>
              <a:gd name="connsiteY54" fmla="*/ 1796694 h 2250653"/>
              <a:gd name="connsiteX55" fmla="*/ 11609064 w 14787902"/>
              <a:gd name="connsiteY55" fmla="*/ 1520265 h 2250653"/>
              <a:gd name="connsiteX56" fmla="*/ 11609064 w 14787902"/>
              <a:gd name="connsiteY56" fmla="*/ 1460963 h 2250653"/>
              <a:gd name="connsiteX57" fmla="*/ 11589359 w 14787902"/>
              <a:gd name="connsiteY57" fmla="*/ 1460963 h 2250653"/>
              <a:gd name="connsiteX58" fmla="*/ 11115509 w 14787902"/>
              <a:gd name="connsiteY58" fmla="*/ 1816398 h 2250653"/>
              <a:gd name="connsiteX59" fmla="*/ 10681067 w 14787902"/>
              <a:gd name="connsiteY59" fmla="*/ 1441259 h 2250653"/>
              <a:gd name="connsiteX60" fmla="*/ 11253629 w 14787902"/>
              <a:gd name="connsiteY60" fmla="*/ 1026708 h 2250653"/>
              <a:gd name="connsiteX61" fmla="*/ 11589359 w 14787902"/>
              <a:gd name="connsiteY61" fmla="*/ 769984 h 2250653"/>
              <a:gd name="connsiteX62" fmla="*/ 11293227 w 14787902"/>
              <a:gd name="connsiteY62" fmla="*/ 533153 h 2250653"/>
              <a:gd name="connsiteX63" fmla="*/ 10957497 w 14787902"/>
              <a:gd name="connsiteY63" fmla="*/ 848992 h 2250653"/>
              <a:gd name="connsiteX64" fmla="*/ 10700773 w 14787902"/>
              <a:gd name="connsiteY64" fmla="*/ 848992 h 2250653"/>
              <a:gd name="connsiteX65" fmla="*/ 11293040 w 14787902"/>
              <a:gd name="connsiteY65" fmla="*/ 355435 h 2250653"/>
              <a:gd name="connsiteX66" fmla="*/ 9950869 w 14787902"/>
              <a:gd name="connsiteY66" fmla="*/ 355435 h 2250653"/>
              <a:gd name="connsiteX67" fmla="*/ 10543136 w 14787902"/>
              <a:gd name="connsiteY67" fmla="*/ 1066118 h 2250653"/>
              <a:gd name="connsiteX68" fmla="*/ 9950869 w 14787902"/>
              <a:gd name="connsiteY68" fmla="*/ 1816398 h 2250653"/>
              <a:gd name="connsiteX69" fmla="*/ 9477018 w 14787902"/>
              <a:gd name="connsiteY69" fmla="*/ 1460963 h 2250653"/>
              <a:gd name="connsiteX70" fmla="*/ 9457314 w 14787902"/>
              <a:gd name="connsiteY70" fmla="*/ 1460963 h 2250653"/>
              <a:gd name="connsiteX71" fmla="*/ 9457314 w 14787902"/>
              <a:gd name="connsiteY71" fmla="*/ 2250653 h 2250653"/>
              <a:gd name="connsiteX72" fmla="*/ 9220482 w 14787902"/>
              <a:gd name="connsiteY72" fmla="*/ 2250653 h 2250653"/>
              <a:gd name="connsiteX73" fmla="*/ 9220482 w 14787902"/>
              <a:gd name="connsiteY73" fmla="*/ 375139 h 2250653"/>
              <a:gd name="connsiteX74" fmla="*/ 9457314 w 14787902"/>
              <a:gd name="connsiteY74" fmla="*/ 375139 h 2250653"/>
              <a:gd name="connsiteX75" fmla="*/ 9457314 w 14787902"/>
              <a:gd name="connsiteY75" fmla="*/ 710871 h 2250653"/>
              <a:gd name="connsiteX76" fmla="*/ 9477018 w 14787902"/>
              <a:gd name="connsiteY76" fmla="*/ 710871 h 2250653"/>
              <a:gd name="connsiteX77" fmla="*/ 9950869 w 14787902"/>
              <a:gd name="connsiteY77" fmla="*/ 355435 h 2250653"/>
              <a:gd name="connsiteX78" fmla="*/ 7660247 w 14787902"/>
              <a:gd name="connsiteY78" fmla="*/ 355435 h 2250653"/>
              <a:gd name="connsiteX79" fmla="*/ 8094687 w 14787902"/>
              <a:gd name="connsiteY79" fmla="*/ 710871 h 2250653"/>
              <a:gd name="connsiteX80" fmla="*/ 8529128 w 14787902"/>
              <a:gd name="connsiteY80" fmla="*/ 355435 h 2250653"/>
              <a:gd name="connsiteX81" fmla="*/ 9002979 w 14787902"/>
              <a:gd name="connsiteY81" fmla="*/ 829286 h 2250653"/>
              <a:gd name="connsiteX82" fmla="*/ 9002979 w 14787902"/>
              <a:gd name="connsiteY82" fmla="*/ 1776989 h 2250653"/>
              <a:gd name="connsiteX83" fmla="*/ 8746255 w 14787902"/>
              <a:gd name="connsiteY83" fmla="*/ 1776989 h 2250653"/>
              <a:gd name="connsiteX84" fmla="*/ 8746255 w 14787902"/>
              <a:gd name="connsiteY84" fmla="*/ 848992 h 2250653"/>
              <a:gd name="connsiteX85" fmla="*/ 8469828 w 14787902"/>
              <a:gd name="connsiteY85" fmla="*/ 552857 h 2250653"/>
              <a:gd name="connsiteX86" fmla="*/ 8114393 w 14787902"/>
              <a:gd name="connsiteY86" fmla="*/ 1066118 h 2250653"/>
              <a:gd name="connsiteX87" fmla="*/ 8114393 w 14787902"/>
              <a:gd name="connsiteY87" fmla="*/ 1776802 h 2250653"/>
              <a:gd name="connsiteX88" fmla="*/ 7857667 w 14787902"/>
              <a:gd name="connsiteY88" fmla="*/ 1776802 h 2250653"/>
              <a:gd name="connsiteX89" fmla="*/ 7857667 w 14787902"/>
              <a:gd name="connsiteY89" fmla="*/ 848803 h 2250653"/>
              <a:gd name="connsiteX90" fmla="*/ 7581239 w 14787902"/>
              <a:gd name="connsiteY90" fmla="*/ 552670 h 2250653"/>
              <a:gd name="connsiteX91" fmla="*/ 7206099 w 14787902"/>
              <a:gd name="connsiteY91" fmla="*/ 1065931 h 2250653"/>
              <a:gd name="connsiteX92" fmla="*/ 7206099 w 14787902"/>
              <a:gd name="connsiteY92" fmla="*/ 1776613 h 2250653"/>
              <a:gd name="connsiteX93" fmla="*/ 6969268 w 14787902"/>
              <a:gd name="connsiteY93" fmla="*/ 1776613 h 2250653"/>
              <a:gd name="connsiteX94" fmla="*/ 6969268 w 14787902"/>
              <a:gd name="connsiteY94" fmla="*/ 375139 h 2250653"/>
              <a:gd name="connsiteX95" fmla="*/ 7206099 w 14787902"/>
              <a:gd name="connsiteY95" fmla="*/ 375139 h 2250653"/>
              <a:gd name="connsiteX96" fmla="*/ 7206099 w 14787902"/>
              <a:gd name="connsiteY96" fmla="*/ 710871 h 2250653"/>
              <a:gd name="connsiteX97" fmla="*/ 7660247 w 14787902"/>
              <a:gd name="connsiteY97" fmla="*/ 355435 h 2250653"/>
              <a:gd name="connsiteX98" fmla="*/ 6120466 w 14787902"/>
              <a:gd name="connsiteY98" fmla="*/ 355248 h 2250653"/>
              <a:gd name="connsiteX99" fmla="*/ 6791739 w 14787902"/>
              <a:gd name="connsiteY99" fmla="*/ 1085823 h 2250653"/>
              <a:gd name="connsiteX100" fmla="*/ 6120466 w 14787902"/>
              <a:gd name="connsiteY100" fmla="*/ 1816400 h 2250653"/>
              <a:gd name="connsiteX101" fmla="*/ 5429487 w 14787902"/>
              <a:gd name="connsiteY101" fmla="*/ 1085823 h 2250653"/>
              <a:gd name="connsiteX102" fmla="*/ 6120466 w 14787902"/>
              <a:gd name="connsiteY102" fmla="*/ 355248 h 2250653"/>
              <a:gd name="connsiteX103" fmla="*/ 4639609 w 14787902"/>
              <a:gd name="connsiteY103" fmla="*/ 355248 h 2250653"/>
              <a:gd name="connsiteX104" fmla="*/ 5271473 w 14787902"/>
              <a:gd name="connsiteY104" fmla="*/ 908106 h 2250653"/>
              <a:gd name="connsiteX105" fmla="*/ 5014749 w 14787902"/>
              <a:gd name="connsiteY105" fmla="*/ 908106 h 2250653"/>
              <a:gd name="connsiteX106" fmla="*/ 4639609 w 14787902"/>
              <a:gd name="connsiteY106" fmla="*/ 552670 h 2250653"/>
              <a:gd name="connsiteX107" fmla="*/ 4205167 w 14787902"/>
              <a:gd name="connsiteY107" fmla="*/ 1085823 h 2250653"/>
              <a:gd name="connsiteX108" fmla="*/ 4639609 w 14787902"/>
              <a:gd name="connsiteY108" fmla="*/ 1618975 h 2250653"/>
              <a:gd name="connsiteX109" fmla="*/ 5034454 w 14787902"/>
              <a:gd name="connsiteY109" fmla="*/ 1243837 h 2250653"/>
              <a:gd name="connsiteX110" fmla="*/ 5271284 w 14787902"/>
              <a:gd name="connsiteY110" fmla="*/ 1243837 h 2250653"/>
              <a:gd name="connsiteX111" fmla="*/ 4639422 w 14787902"/>
              <a:gd name="connsiteY111" fmla="*/ 1816400 h 2250653"/>
              <a:gd name="connsiteX112" fmla="*/ 3948443 w 14787902"/>
              <a:gd name="connsiteY112" fmla="*/ 1085823 h 2250653"/>
              <a:gd name="connsiteX113" fmla="*/ 3948630 w 14787902"/>
              <a:gd name="connsiteY113" fmla="*/ 1085823 h 2250653"/>
              <a:gd name="connsiteX114" fmla="*/ 4639609 w 14787902"/>
              <a:gd name="connsiteY114" fmla="*/ 355248 h 2250653"/>
              <a:gd name="connsiteX115" fmla="*/ 2369629 w 14787902"/>
              <a:gd name="connsiteY115" fmla="*/ 355248 h 2250653"/>
              <a:gd name="connsiteX116" fmla="*/ 3021197 w 14787902"/>
              <a:gd name="connsiteY116" fmla="*/ 1105529 h 2250653"/>
              <a:gd name="connsiteX117" fmla="*/ 3021197 w 14787902"/>
              <a:gd name="connsiteY117" fmla="*/ 1144937 h 2250653"/>
              <a:gd name="connsiteX118" fmla="*/ 3020823 w 14787902"/>
              <a:gd name="connsiteY118" fmla="*/ 1145124 h 2250653"/>
              <a:gd name="connsiteX119" fmla="*/ 1954706 w 14787902"/>
              <a:gd name="connsiteY119" fmla="*/ 1145124 h 2250653"/>
              <a:gd name="connsiteX120" fmla="*/ 2389146 w 14787902"/>
              <a:gd name="connsiteY120" fmla="*/ 1618975 h 2250653"/>
              <a:gd name="connsiteX121" fmla="*/ 2744582 w 14787902"/>
              <a:gd name="connsiteY121" fmla="*/ 1362251 h 2250653"/>
              <a:gd name="connsiteX122" fmla="*/ 3001306 w 14787902"/>
              <a:gd name="connsiteY122" fmla="*/ 1362251 h 2250653"/>
              <a:gd name="connsiteX123" fmla="*/ 2389335 w 14787902"/>
              <a:gd name="connsiteY123" fmla="*/ 1816400 h 2250653"/>
              <a:gd name="connsiteX124" fmla="*/ 1698356 w 14787902"/>
              <a:gd name="connsiteY124" fmla="*/ 1085823 h 2250653"/>
              <a:gd name="connsiteX125" fmla="*/ 2369629 w 14787902"/>
              <a:gd name="connsiteY125" fmla="*/ 355248 h 2250653"/>
              <a:gd name="connsiteX126" fmla="*/ 3297064 w 14787902"/>
              <a:gd name="connsiteY126" fmla="*/ 0 h 2250653"/>
              <a:gd name="connsiteX127" fmla="*/ 3553788 w 14787902"/>
              <a:gd name="connsiteY127" fmla="*/ 0 h 2250653"/>
              <a:gd name="connsiteX128" fmla="*/ 3553788 w 14787902"/>
              <a:gd name="connsiteY128" fmla="*/ 375141 h 2250653"/>
              <a:gd name="connsiteX129" fmla="*/ 3849920 w 14787902"/>
              <a:gd name="connsiteY129" fmla="*/ 375141 h 2250653"/>
              <a:gd name="connsiteX130" fmla="*/ 3849920 w 14787902"/>
              <a:gd name="connsiteY130" fmla="*/ 572563 h 2250653"/>
              <a:gd name="connsiteX131" fmla="*/ 3553788 w 14787902"/>
              <a:gd name="connsiteY131" fmla="*/ 572563 h 2250653"/>
              <a:gd name="connsiteX132" fmla="*/ 3553788 w 14787902"/>
              <a:gd name="connsiteY132" fmla="*/ 1401851 h 2250653"/>
              <a:gd name="connsiteX133" fmla="*/ 3711800 w 14787902"/>
              <a:gd name="connsiteY133" fmla="*/ 1618977 h 2250653"/>
              <a:gd name="connsiteX134" fmla="*/ 3849920 w 14787902"/>
              <a:gd name="connsiteY134" fmla="*/ 1579567 h 2250653"/>
              <a:gd name="connsiteX135" fmla="*/ 3849920 w 14787902"/>
              <a:gd name="connsiteY135" fmla="*/ 1776989 h 2250653"/>
              <a:gd name="connsiteX136" fmla="*/ 3691908 w 14787902"/>
              <a:gd name="connsiteY136" fmla="*/ 1816400 h 2250653"/>
              <a:gd name="connsiteX137" fmla="*/ 3297064 w 14787902"/>
              <a:gd name="connsiteY137" fmla="*/ 1421555 h 2250653"/>
              <a:gd name="connsiteX138" fmla="*/ 3297064 w 14787902"/>
              <a:gd name="connsiteY138" fmla="*/ 572563 h 2250653"/>
              <a:gd name="connsiteX139" fmla="*/ 3099642 w 14787902"/>
              <a:gd name="connsiteY139" fmla="*/ 572563 h 2250653"/>
              <a:gd name="connsiteX140" fmla="*/ 3099642 w 14787902"/>
              <a:gd name="connsiteY140" fmla="*/ 375141 h 2250653"/>
              <a:gd name="connsiteX141" fmla="*/ 3297064 w 14787902"/>
              <a:gd name="connsiteY141" fmla="*/ 375141 h 2250653"/>
              <a:gd name="connsiteX142" fmla="*/ 0 w 14787902"/>
              <a:gd name="connsiteY142" fmla="*/ 0 h 2250653"/>
              <a:gd name="connsiteX143" fmla="*/ 315839 w 14787902"/>
              <a:gd name="connsiteY143" fmla="*/ 0 h 2250653"/>
              <a:gd name="connsiteX144" fmla="*/ 1105528 w 14787902"/>
              <a:gd name="connsiteY144" fmla="*/ 1224132 h 2250653"/>
              <a:gd name="connsiteX145" fmla="*/ 1263540 w 14787902"/>
              <a:gd name="connsiteY145" fmla="*/ 1500561 h 2250653"/>
              <a:gd name="connsiteX146" fmla="*/ 1263540 w 14787902"/>
              <a:gd name="connsiteY146" fmla="*/ 0 h 2250653"/>
              <a:gd name="connsiteX147" fmla="*/ 1500372 w 14787902"/>
              <a:gd name="connsiteY147" fmla="*/ 0 h 2250653"/>
              <a:gd name="connsiteX148" fmla="*/ 1500372 w 14787902"/>
              <a:gd name="connsiteY148" fmla="*/ 1776989 h 2250653"/>
              <a:gd name="connsiteX149" fmla="*/ 1184534 w 14787902"/>
              <a:gd name="connsiteY149" fmla="*/ 1776989 h 2250653"/>
              <a:gd name="connsiteX150" fmla="*/ 394845 w 14787902"/>
              <a:gd name="connsiteY150" fmla="*/ 572563 h 2250653"/>
              <a:gd name="connsiteX151" fmla="*/ 256724 w 14787902"/>
              <a:gd name="connsiteY151" fmla="*/ 296135 h 2250653"/>
              <a:gd name="connsiteX152" fmla="*/ 237022 w 14787902"/>
              <a:gd name="connsiteY152" fmla="*/ 296135 h 2250653"/>
              <a:gd name="connsiteX153" fmla="*/ 256724 w 14787902"/>
              <a:gd name="connsiteY153" fmla="*/ 611972 h 2250653"/>
              <a:gd name="connsiteX154" fmla="*/ 256724 w 14787902"/>
              <a:gd name="connsiteY154" fmla="*/ 1776802 h 2250653"/>
              <a:gd name="connsiteX155" fmla="*/ 0 w 14787902"/>
              <a:gd name="connsiteY155" fmla="*/ 1776802 h 2250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4787902" h="2250653">
                <a:moveTo>
                  <a:pt x="11589172" y="1086010"/>
                </a:moveTo>
                <a:cubicBezTo>
                  <a:pt x="11510166" y="1145312"/>
                  <a:pt x="11391750" y="1184722"/>
                  <a:pt x="11293040" y="1204426"/>
                </a:cubicBezTo>
                <a:cubicBezTo>
                  <a:pt x="11115322" y="1243835"/>
                  <a:pt x="10917900" y="1263728"/>
                  <a:pt x="10917900" y="1421553"/>
                </a:cubicBezTo>
                <a:cubicBezTo>
                  <a:pt x="10917900" y="1559674"/>
                  <a:pt x="11036316" y="1618975"/>
                  <a:pt x="11174624" y="1618975"/>
                </a:cubicBezTo>
                <a:cubicBezTo>
                  <a:pt x="11451052" y="1618975"/>
                  <a:pt x="11589172" y="1421553"/>
                  <a:pt x="11589172" y="1145124"/>
                </a:cubicBezTo>
                <a:close/>
                <a:moveTo>
                  <a:pt x="2369254" y="552857"/>
                </a:moveTo>
                <a:cubicBezTo>
                  <a:pt x="2152128" y="552857"/>
                  <a:pt x="1994114" y="690978"/>
                  <a:pt x="1954706" y="967408"/>
                </a:cubicBezTo>
                <a:lnTo>
                  <a:pt x="2764099" y="967408"/>
                </a:lnTo>
                <a:cubicBezTo>
                  <a:pt x="2744397" y="690978"/>
                  <a:pt x="2586381" y="552857"/>
                  <a:pt x="2369254" y="552857"/>
                </a:cubicBezTo>
                <a:close/>
                <a:moveTo>
                  <a:pt x="6120654" y="552670"/>
                </a:moveTo>
                <a:cubicBezTo>
                  <a:pt x="5844225" y="552670"/>
                  <a:pt x="5686211" y="750092"/>
                  <a:pt x="5686211" y="1085823"/>
                </a:cubicBezTo>
                <a:cubicBezTo>
                  <a:pt x="5686211" y="1401662"/>
                  <a:pt x="5844225" y="1618975"/>
                  <a:pt x="6120654" y="1618975"/>
                </a:cubicBezTo>
                <a:cubicBezTo>
                  <a:pt x="6377377" y="1618975"/>
                  <a:pt x="6535203" y="1401849"/>
                  <a:pt x="6535203" y="1085823"/>
                </a:cubicBezTo>
                <a:cubicBezTo>
                  <a:pt x="6535203" y="750092"/>
                  <a:pt x="6377191" y="552670"/>
                  <a:pt x="6120654" y="552670"/>
                </a:cubicBezTo>
                <a:close/>
                <a:moveTo>
                  <a:pt x="9891567" y="532964"/>
                </a:moveTo>
                <a:cubicBezTo>
                  <a:pt x="9634843" y="532964"/>
                  <a:pt x="9457125" y="789690"/>
                  <a:pt x="9457125" y="1085823"/>
                </a:cubicBezTo>
                <a:cubicBezTo>
                  <a:pt x="9457125" y="1381957"/>
                  <a:pt x="9634843" y="1618975"/>
                  <a:pt x="9891567" y="1618975"/>
                </a:cubicBezTo>
                <a:cubicBezTo>
                  <a:pt x="10128400" y="1618975"/>
                  <a:pt x="10286412" y="1401849"/>
                  <a:pt x="10286412" y="1066118"/>
                </a:cubicBezTo>
                <a:cubicBezTo>
                  <a:pt x="10286412" y="750280"/>
                  <a:pt x="10128400" y="532964"/>
                  <a:pt x="9891567" y="532964"/>
                </a:cubicBezTo>
                <a:close/>
                <a:moveTo>
                  <a:pt x="13445542" y="375139"/>
                </a:moveTo>
                <a:lnTo>
                  <a:pt x="13721972" y="375139"/>
                </a:lnTo>
                <a:lnTo>
                  <a:pt x="14057702" y="1303137"/>
                </a:lnTo>
                <a:cubicBezTo>
                  <a:pt x="14077406" y="1382145"/>
                  <a:pt x="14097110" y="1461151"/>
                  <a:pt x="14117004" y="1559861"/>
                </a:cubicBezTo>
                <a:lnTo>
                  <a:pt x="14136708" y="1559861"/>
                </a:lnTo>
                <a:cubicBezTo>
                  <a:pt x="14156412" y="1461151"/>
                  <a:pt x="14176118" y="1382145"/>
                  <a:pt x="14196010" y="1303137"/>
                </a:cubicBezTo>
                <a:lnTo>
                  <a:pt x="14531740" y="375139"/>
                </a:lnTo>
                <a:lnTo>
                  <a:pt x="14787902" y="375139"/>
                </a:lnTo>
                <a:lnTo>
                  <a:pt x="14274641" y="1737392"/>
                </a:lnTo>
                <a:cubicBezTo>
                  <a:pt x="14195635" y="1934814"/>
                  <a:pt x="14017917" y="2250653"/>
                  <a:pt x="13702079" y="2250653"/>
                </a:cubicBezTo>
                <a:cubicBezTo>
                  <a:pt x="13603369" y="2250653"/>
                  <a:pt x="13544065" y="2230947"/>
                  <a:pt x="13524361" y="2211243"/>
                </a:cubicBezTo>
                <a:lnTo>
                  <a:pt x="13524361" y="2013820"/>
                </a:lnTo>
                <a:cubicBezTo>
                  <a:pt x="13563771" y="2033525"/>
                  <a:pt x="13623073" y="2053231"/>
                  <a:pt x="13682374" y="2053231"/>
                </a:cubicBezTo>
                <a:cubicBezTo>
                  <a:pt x="13860093" y="2053231"/>
                  <a:pt x="13958803" y="1934814"/>
                  <a:pt x="14018104" y="1816398"/>
                </a:cubicBezTo>
                <a:close/>
                <a:moveTo>
                  <a:pt x="12872981" y="355435"/>
                </a:moveTo>
                <a:cubicBezTo>
                  <a:pt x="13149409" y="355435"/>
                  <a:pt x="13346832" y="552857"/>
                  <a:pt x="13346832" y="829286"/>
                </a:cubicBezTo>
                <a:lnTo>
                  <a:pt x="13346645" y="829286"/>
                </a:lnTo>
                <a:lnTo>
                  <a:pt x="13346645" y="1776989"/>
                </a:lnTo>
                <a:lnTo>
                  <a:pt x="13109812" y="1776989"/>
                </a:lnTo>
                <a:lnTo>
                  <a:pt x="13109812" y="888587"/>
                </a:lnTo>
                <a:cubicBezTo>
                  <a:pt x="13109812" y="671461"/>
                  <a:pt x="12991396" y="552857"/>
                  <a:pt x="12813678" y="552857"/>
                </a:cubicBezTo>
                <a:cubicBezTo>
                  <a:pt x="12576847" y="552857"/>
                  <a:pt x="12418833" y="730575"/>
                  <a:pt x="12418833" y="1066118"/>
                </a:cubicBezTo>
                <a:lnTo>
                  <a:pt x="12418833" y="1776802"/>
                </a:lnTo>
                <a:lnTo>
                  <a:pt x="12182002" y="1776802"/>
                </a:lnTo>
                <a:lnTo>
                  <a:pt x="12182002" y="375139"/>
                </a:lnTo>
                <a:lnTo>
                  <a:pt x="12418833" y="375139"/>
                </a:lnTo>
                <a:lnTo>
                  <a:pt x="12418833" y="710871"/>
                </a:lnTo>
                <a:cubicBezTo>
                  <a:pt x="12458243" y="474038"/>
                  <a:pt x="12655666" y="355435"/>
                  <a:pt x="12872981" y="355435"/>
                </a:cubicBezTo>
                <a:close/>
                <a:moveTo>
                  <a:pt x="11293040" y="355435"/>
                </a:moveTo>
                <a:cubicBezTo>
                  <a:pt x="11648474" y="355435"/>
                  <a:pt x="11845896" y="513449"/>
                  <a:pt x="11845896" y="829286"/>
                </a:cubicBezTo>
                <a:lnTo>
                  <a:pt x="11845896" y="1461151"/>
                </a:lnTo>
                <a:cubicBezTo>
                  <a:pt x="11845896" y="1599271"/>
                  <a:pt x="11905198" y="1619165"/>
                  <a:pt x="11944606" y="1619165"/>
                </a:cubicBezTo>
                <a:cubicBezTo>
                  <a:pt x="11984017" y="1619165"/>
                  <a:pt x="12023614" y="1599458"/>
                  <a:pt x="12063023" y="1599458"/>
                </a:cubicBezTo>
                <a:lnTo>
                  <a:pt x="12063212" y="1599271"/>
                </a:lnTo>
                <a:lnTo>
                  <a:pt x="12063212" y="1776989"/>
                </a:lnTo>
                <a:cubicBezTo>
                  <a:pt x="12003910" y="1796694"/>
                  <a:pt x="11944795" y="1796694"/>
                  <a:pt x="11885494" y="1796694"/>
                </a:cubicBezTo>
                <a:cubicBezTo>
                  <a:pt x="11688072" y="1796694"/>
                  <a:pt x="11609064" y="1678277"/>
                  <a:pt x="11609064" y="1520265"/>
                </a:cubicBezTo>
                <a:lnTo>
                  <a:pt x="11609064" y="1460963"/>
                </a:lnTo>
                <a:lnTo>
                  <a:pt x="11589359" y="1460963"/>
                </a:lnTo>
                <a:cubicBezTo>
                  <a:pt x="11530060" y="1678090"/>
                  <a:pt x="11352529" y="1816398"/>
                  <a:pt x="11115509" y="1816398"/>
                </a:cubicBezTo>
                <a:cubicBezTo>
                  <a:pt x="10878489" y="1816398"/>
                  <a:pt x="10681067" y="1697983"/>
                  <a:pt x="10681067" y="1441259"/>
                </a:cubicBezTo>
                <a:cubicBezTo>
                  <a:pt x="10681067" y="1105527"/>
                  <a:pt x="10977201" y="1066118"/>
                  <a:pt x="11253629" y="1026708"/>
                </a:cubicBezTo>
                <a:cubicBezTo>
                  <a:pt x="11470756" y="987300"/>
                  <a:pt x="11589359" y="947702"/>
                  <a:pt x="11589359" y="769984"/>
                </a:cubicBezTo>
                <a:cubicBezTo>
                  <a:pt x="11589359" y="651569"/>
                  <a:pt x="11510353" y="533153"/>
                  <a:pt x="11293227" y="533153"/>
                </a:cubicBezTo>
                <a:cubicBezTo>
                  <a:pt x="11076101" y="533153"/>
                  <a:pt x="10957497" y="631863"/>
                  <a:pt x="10957497" y="848992"/>
                </a:cubicBezTo>
                <a:lnTo>
                  <a:pt x="10700773" y="848992"/>
                </a:lnTo>
                <a:cubicBezTo>
                  <a:pt x="10720477" y="533153"/>
                  <a:pt x="10917900" y="355435"/>
                  <a:pt x="11293040" y="355435"/>
                </a:cubicBezTo>
                <a:close/>
                <a:moveTo>
                  <a:pt x="9950869" y="355435"/>
                </a:moveTo>
                <a:cubicBezTo>
                  <a:pt x="10306305" y="355435"/>
                  <a:pt x="10543136" y="651569"/>
                  <a:pt x="10543136" y="1066118"/>
                </a:cubicBezTo>
                <a:cubicBezTo>
                  <a:pt x="10543136" y="1500561"/>
                  <a:pt x="10286412" y="1816398"/>
                  <a:pt x="9950869" y="1816398"/>
                </a:cubicBezTo>
                <a:cubicBezTo>
                  <a:pt x="9733742" y="1816398"/>
                  <a:pt x="9536320" y="1697983"/>
                  <a:pt x="9477018" y="1460963"/>
                </a:cubicBezTo>
                <a:lnTo>
                  <a:pt x="9457314" y="1460963"/>
                </a:lnTo>
                <a:lnTo>
                  <a:pt x="9457314" y="2250653"/>
                </a:lnTo>
                <a:lnTo>
                  <a:pt x="9220482" y="2250653"/>
                </a:lnTo>
                <a:lnTo>
                  <a:pt x="9220482" y="375139"/>
                </a:lnTo>
                <a:lnTo>
                  <a:pt x="9457314" y="375139"/>
                </a:lnTo>
                <a:lnTo>
                  <a:pt x="9457314" y="710871"/>
                </a:lnTo>
                <a:lnTo>
                  <a:pt x="9477018" y="710871"/>
                </a:lnTo>
                <a:cubicBezTo>
                  <a:pt x="9536320" y="474038"/>
                  <a:pt x="9733742" y="355435"/>
                  <a:pt x="9950869" y="355435"/>
                </a:cubicBezTo>
                <a:close/>
                <a:moveTo>
                  <a:pt x="7660247" y="355435"/>
                </a:moveTo>
                <a:cubicBezTo>
                  <a:pt x="7857667" y="355435"/>
                  <a:pt x="8035385" y="473851"/>
                  <a:pt x="8094687" y="710871"/>
                </a:cubicBezTo>
                <a:cubicBezTo>
                  <a:pt x="8153988" y="454147"/>
                  <a:pt x="8351411" y="355435"/>
                  <a:pt x="8529128" y="355435"/>
                </a:cubicBezTo>
                <a:cubicBezTo>
                  <a:pt x="8785852" y="355435"/>
                  <a:pt x="9002979" y="533153"/>
                  <a:pt x="9002979" y="829286"/>
                </a:cubicBezTo>
                <a:lnTo>
                  <a:pt x="9002979" y="1776989"/>
                </a:lnTo>
                <a:lnTo>
                  <a:pt x="8746255" y="1776989"/>
                </a:lnTo>
                <a:lnTo>
                  <a:pt x="8746255" y="848992"/>
                </a:lnTo>
                <a:cubicBezTo>
                  <a:pt x="8746255" y="671274"/>
                  <a:pt x="8627841" y="552857"/>
                  <a:pt x="8469828" y="552857"/>
                </a:cubicBezTo>
                <a:cubicBezTo>
                  <a:pt x="8252701" y="552857"/>
                  <a:pt x="8114393" y="730575"/>
                  <a:pt x="8114393" y="1066118"/>
                </a:cubicBezTo>
                <a:lnTo>
                  <a:pt x="8114393" y="1776802"/>
                </a:lnTo>
                <a:lnTo>
                  <a:pt x="7857667" y="1776802"/>
                </a:lnTo>
                <a:lnTo>
                  <a:pt x="7857667" y="848803"/>
                </a:lnTo>
                <a:cubicBezTo>
                  <a:pt x="7857667" y="671084"/>
                  <a:pt x="7739253" y="552670"/>
                  <a:pt x="7581239" y="552670"/>
                </a:cubicBezTo>
                <a:cubicBezTo>
                  <a:pt x="7364113" y="552670"/>
                  <a:pt x="7206099" y="769797"/>
                  <a:pt x="7206099" y="1065931"/>
                </a:cubicBezTo>
                <a:lnTo>
                  <a:pt x="7206099" y="1776613"/>
                </a:lnTo>
                <a:lnTo>
                  <a:pt x="6969268" y="1776613"/>
                </a:lnTo>
                <a:lnTo>
                  <a:pt x="6969268" y="375139"/>
                </a:lnTo>
                <a:lnTo>
                  <a:pt x="7206099" y="375139"/>
                </a:lnTo>
                <a:lnTo>
                  <a:pt x="7206099" y="710871"/>
                </a:lnTo>
                <a:cubicBezTo>
                  <a:pt x="7265401" y="474038"/>
                  <a:pt x="7442931" y="355435"/>
                  <a:pt x="7660247" y="355435"/>
                </a:cubicBezTo>
                <a:close/>
                <a:moveTo>
                  <a:pt x="6120466" y="355248"/>
                </a:moveTo>
                <a:cubicBezTo>
                  <a:pt x="6554719" y="355248"/>
                  <a:pt x="6791739" y="651380"/>
                  <a:pt x="6791739" y="1085823"/>
                </a:cubicBezTo>
                <a:cubicBezTo>
                  <a:pt x="6791739" y="1520265"/>
                  <a:pt x="6535015" y="1816400"/>
                  <a:pt x="6120466" y="1816400"/>
                </a:cubicBezTo>
                <a:cubicBezTo>
                  <a:pt x="5705915" y="1816400"/>
                  <a:pt x="5429487" y="1520265"/>
                  <a:pt x="5429487" y="1085823"/>
                </a:cubicBezTo>
                <a:cubicBezTo>
                  <a:pt x="5429487" y="651380"/>
                  <a:pt x="5686211" y="355248"/>
                  <a:pt x="6120466" y="355248"/>
                </a:cubicBezTo>
                <a:close/>
                <a:moveTo>
                  <a:pt x="4639609" y="355248"/>
                </a:moveTo>
                <a:cubicBezTo>
                  <a:pt x="4995043" y="355248"/>
                  <a:pt x="5251580" y="572374"/>
                  <a:pt x="5271473" y="908106"/>
                </a:cubicBezTo>
                <a:lnTo>
                  <a:pt x="5014749" y="908106"/>
                </a:lnTo>
                <a:cubicBezTo>
                  <a:pt x="4995043" y="710682"/>
                  <a:pt x="4896333" y="552670"/>
                  <a:pt x="4639609" y="552670"/>
                </a:cubicBezTo>
                <a:cubicBezTo>
                  <a:pt x="4382885" y="552670"/>
                  <a:pt x="4205167" y="769797"/>
                  <a:pt x="4205167" y="1085823"/>
                </a:cubicBezTo>
                <a:cubicBezTo>
                  <a:pt x="4205167" y="1401849"/>
                  <a:pt x="4382885" y="1618975"/>
                  <a:pt x="4639609" y="1618975"/>
                </a:cubicBezTo>
                <a:cubicBezTo>
                  <a:pt x="4856736" y="1618975"/>
                  <a:pt x="4995043" y="1480857"/>
                  <a:pt x="5034454" y="1243837"/>
                </a:cubicBezTo>
                <a:lnTo>
                  <a:pt x="5271284" y="1243837"/>
                </a:lnTo>
                <a:cubicBezTo>
                  <a:pt x="5251580" y="1599271"/>
                  <a:pt x="4994856" y="1816400"/>
                  <a:pt x="4639422" y="1816400"/>
                </a:cubicBezTo>
                <a:cubicBezTo>
                  <a:pt x="4244576" y="1816400"/>
                  <a:pt x="3948443" y="1520265"/>
                  <a:pt x="3948443" y="1085823"/>
                </a:cubicBezTo>
                <a:lnTo>
                  <a:pt x="3948630" y="1085823"/>
                </a:lnTo>
                <a:cubicBezTo>
                  <a:pt x="3948630" y="651380"/>
                  <a:pt x="4225061" y="355248"/>
                  <a:pt x="4639609" y="355248"/>
                </a:cubicBezTo>
                <a:close/>
                <a:moveTo>
                  <a:pt x="2369629" y="355248"/>
                </a:moveTo>
                <a:cubicBezTo>
                  <a:pt x="2784179" y="355248"/>
                  <a:pt x="3021197" y="671086"/>
                  <a:pt x="3021197" y="1105529"/>
                </a:cubicBezTo>
                <a:lnTo>
                  <a:pt x="3021197" y="1144937"/>
                </a:lnTo>
                <a:lnTo>
                  <a:pt x="3020823" y="1145124"/>
                </a:lnTo>
                <a:lnTo>
                  <a:pt x="1954706" y="1145124"/>
                </a:lnTo>
                <a:cubicBezTo>
                  <a:pt x="1974412" y="1441259"/>
                  <a:pt x="2152128" y="1618975"/>
                  <a:pt x="2389146" y="1618975"/>
                </a:cubicBezTo>
                <a:cubicBezTo>
                  <a:pt x="2566864" y="1618975"/>
                  <a:pt x="2724876" y="1520265"/>
                  <a:pt x="2744582" y="1362251"/>
                </a:cubicBezTo>
                <a:lnTo>
                  <a:pt x="3001306" y="1362251"/>
                </a:lnTo>
                <a:cubicBezTo>
                  <a:pt x="2961896" y="1638682"/>
                  <a:pt x="2705172" y="1816400"/>
                  <a:pt x="2389335" y="1816400"/>
                </a:cubicBezTo>
                <a:cubicBezTo>
                  <a:pt x="1974784" y="1816400"/>
                  <a:pt x="1698356" y="1539969"/>
                  <a:pt x="1698356" y="1085823"/>
                </a:cubicBezTo>
                <a:cubicBezTo>
                  <a:pt x="1698356" y="671274"/>
                  <a:pt x="1955080" y="355248"/>
                  <a:pt x="2369629" y="355248"/>
                </a:cubicBezTo>
                <a:close/>
                <a:moveTo>
                  <a:pt x="3297064" y="0"/>
                </a:moveTo>
                <a:lnTo>
                  <a:pt x="3553788" y="0"/>
                </a:lnTo>
                <a:lnTo>
                  <a:pt x="3553788" y="375141"/>
                </a:lnTo>
                <a:lnTo>
                  <a:pt x="3849920" y="375141"/>
                </a:lnTo>
                <a:lnTo>
                  <a:pt x="3849920" y="572563"/>
                </a:lnTo>
                <a:lnTo>
                  <a:pt x="3553788" y="572563"/>
                </a:lnTo>
                <a:lnTo>
                  <a:pt x="3553788" y="1401851"/>
                </a:lnTo>
                <a:cubicBezTo>
                  <a:pt x="3553788" y="1559863"/>
                  <a:pt x="3613089" y="1618977"/>
                  <a:pt x="3711800" y="1618977"/>
                </a:cubicBezTo>
                <a:cubicBezTo>
                  <a:pt x="3771104" y="1618977"/>
                  <a:pt x="3810512" y="1599273"/>
                  <a:pt x="3849920" y="1579567"/>
                </a:cubicBezTo>
                <a:lnTo>
                  <a:pt x="3849920" y="1776989"/>
                </a:lnTo>
                <a:cubicBezTo>
                  <a:pt x="3810512" y="1796696"/>
                  <a:pt x="3751210" y="1816400"/>
                  <a:pt x="3691908" y="1816400"/>
                </a:cubicBezTo>
                <a:cubicBezTo>
                  <a:pt x="3455078" y="1816400"/>
                  <a:pt x="3297064" y="1697983"/>
                  <a:pt x="3297064" y="1421555"/>
                </a:cubicBezTo>
                <a:lnTo>
                  <a:pt x="3297064" y="572563"/>
                </a:lnTo>
                <a:lnTo>
                  <a:pt x="3099642" y="572563"/>
                </a:lnTo>
                <a:lnTo>
                  <a:pt x="3099642" y="375141"/>
                </a:lnTo>
                <a:lnTo>
                  <a:pt x="3297064" y="375141"/>
                </a:lnTo>
                <a:close/>
                <a:moveTo>
                  <a:pt x="0" y="0"/>
                </a:moveTo>
                <a:lnTo>
                  <a:pt x="315839" y="0"/>
                </a:lnTo>
                <a:lnTo>
                  <a:pt x="1105528" y="1224132"/>
                </a:lnTo>
                <a:cubicBezTo>
                  <a:pt x="1164830" y="1322843"/>
                  <a:pt x="1223944" y="1421555"/>
                  <a:pt x="1263540" y="1500561"/>
                </a:cubicBezTo>
                <a:lnTo>
                  <a:pt x="1263540" y="0"/>
                </a:lnTo>
                <a:lnTo>
                  <a:pt x="1500372" y="0"/>
                </a:lnTo>
                <a:lnTo>
                  <a:pt x="1500372" y="1776989"/>
                </a:lnTo>
                <a:lnTo>
                  <a:pt x="1184534" y="1776989"/>
                </a:lnTo>
                <a:lnTo>
                  <a:pt x="394845" y="572563"/>
                </a:lnTo>
                <a:cubicBezTo>
                  <a:pt x="335543" y="473851"/>
                  <a:pt x="276430" y="375141"/>
                  <a:pt x="256724" y="296135"/>
                </a:cubicBezTo>
                <a:lnTo>
                  <a:pt x="237022" y="296135"/>
                </a:lnTo>
                <a:cubicBezTo>
                  <a:pt x="256724" y="375141"/>
                  <a:pt x="256724" y="493557"/>
                  <a:pt x="256724" y="611972"/>
                </a:cubicBezTo>
                <a:lnTo>
                  <a:pt x="256724" y="1776802"/>
                </a:lnTo>
                <a:lnTo>
                  <a:pt x="0" y="177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6D470-D4D1-210D-7665-C74903C53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4BAB8B75-C663-7641-4486-474A396CF1B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3200" cy="6861600"/>
          </a:xfrm>
          <a:solidFill>
            <a:schemeClr val="tx1">
              <a:lumMod val="85000"/>
            </a:schemeClr>
          </a:solidFill>
        </p:spPr>
        <p:txBody>
          <a:bodyPr lIns="0" tIns="3708000" anchor="t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altLang="zh-HK"/>
              <a:t>Click icon to add picture, then right click and select option Send to Back</a:t>
            </a:r>
          </a:p>
        </p:txBody>
      </p:sp>
    </p:spTree>
    <p:extLst>
      <p:ext uri="{BB962C8B-B14F-4D97-AF65-F5344CB8AC3E}">
        <p14:creationId xmlns:p14="http://schemas.microsoft.com/office/powerpoint/2010/main" val="36435870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50">
          <p15:clr>
            <a:srgbClr val="A4A3A4"/>
          </p15:clr>
        </p15:guide>
        <p15:guide id="2" orient="horz" pos="1168">
          <p15:clr>
            <a:srgbClr val="A4A3A4"/>
          </p15:clr>
        </p15:guide>
        <p15:guide id="3" orient="horz" pos="2101">
          <p15:clr>
            <a:srgbClr val="A4A3A4"/>
          </p15:clr>
        </p15:guide>
        <p15:guide id="4" orient="horz" pos="2218">
          <p15:clr>
            <a:srgbClr val="A4A3A4"/>
          </p15:clr>
        </p15:guide>
        <p15:guide id="5" orient="horz" pos="3151">
          <p15:clr>
            <a:srgbClr val="A4A3A4"/>
          </p15:clr>
        </p15:guide>
        <p15:guide id="6" orient="horz" pos="3269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frontp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uide">
            <a:extLst>
              <a:ext uri="{FF2B5EF4-FFF2-40B4-BE49-F238E27FC236}">
                <a16:creationId xmlns:a16="http://schemas.microsoft.com/office/drawing/2014/main" id="{41142E58-7393-F68B-7BE0-516A5528096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587316" y="-1"/>
            <a:ext cx="2605059" cy="4512011"/>
            <a:chOff x="12587316" y="-1"/>
            <a:chExt cx="2605059" cy="451201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2EAC2C7-807A-2E5F-50CE-2943BE94B6C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597199" y="524477"/>
              <a:ext cx="725714" cy="66421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54A843B-0FF1-5382-8E19-63E5959DC73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8400" y="-1"/>
              <a:ext cx="160300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>
                  <a:solidFill>
                    <a:schemeClr val="bg1"/>
                  </a:solidFill>
                </a:rPr>
                <a:t>How to insert picture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A30FC6F-19FB-9CDA-4A61-BDE7AD690AD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0859"/>
              <a:ext cx="239007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0">
                  <a:solidFill>
                    <a:schemeClr val="bg1"/>
                  </a:solidFill>
                </a:rPr>
                <a:t>Click on icon and select image 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D438341-2CC6-F8B8-578C-0EFBA4BF56C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 rotWithShape="1">
            <a:blip r:embed="rId3"/>
            <a:srcRect t="58157" r="3019" b="37657"/>
            <a:stretch/>
          </p:blipFill>
          <p:spPr>
            <a:xfrm>
              <a:off x="12597199" y="1988288"/>
              <a:ext cx="2559789" cy="279658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B0AFAEC-1715-B07F-FFEA-EC750818A54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7199" y="1381404"/>
              <a:ext cx="2559789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>
                  <a:solidFill>
                    <a:schemeClr val="bg1"/>
                  </a:solidFill>
                </a:rPr>
                <a:t>Once you have inserted image, right click on it and select option </a:t>
              </a:r>
              <a:br>
                <a:rPr lang="en-GB" sz="1200" b="0">
                  <a:solidFill>
                    <a:schemeClr val="bg1"/>
                  </a:solidFill>
                </a:rPr>
              </a:br>
              <a:r>
                <a:rPr lang="en-GB" sz="1200" b="1">
                  <a:solidFill>
                    <a:schemeClr val="bg1"/>
                  </a:solidFill>
                </a:rPr>
                <a:t>Send to Back</a:t>
              </a:r>
              <a:endParaRPr lang="en-GB" sz="1200" b="0">
                <a:solidFill>
                  <a:schemeClr val="bg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A77E08F-0E57-3332-70E0-389FDE443FB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656615"/>
              <a:ext cx="173444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>
                  <a:solidFill>
                    <a:schemeClr val="bg1"/>
                  </a:solidFill>
                </a:rPr>
                <a:t>How to change picture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8D36230-14BB-12EB-491B-64CAC5937A8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47475"/>
              <a:ext cx="2390078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>
                  <a:solidFill>
                    <a:schemeClr val="bg1"/>
                  </a:solidFill>
                </a:rPr>
                <a:t>Click on the frame of slide and select picture</a:t>
              </a:r>
              <a:br>
                <a:rPr lang="en-GB" sz="1200" b="0">
                  <a:solidFill>
                    <a:schemeClr val="bg1"/>
                  </a:solidFill>
                </a:rPr>
              </a:br>
              <a:br>
                <a:rPr lang="en-GB" sz="1200" b="0">
                  <a:solidFill>
                    <a:schemeClr val="bg1"/>
                  </a:solidFill>
                </a:rPr>
              </a:br>
              <a:r>
                <a:rPr lang="en-GB" sz="1200" b="0">
                  <a:solidFill>
                    <a:schemeClr val="bg1"/>
                  </a:solidFill>
                </a:rPr>
                <a:t>Once you have selected image right click on it and select option</a:t>
              </a:r>
              <a:br>
                <a:rPr lang="en-GB" sz="1200" b="0">
                  <a:solidFill>
                    <a:schemeClr val="bg1"/>
                  </a:solidFill>
                </a:rPr>
              </a:br>
              <a:r>
                <a:rPr lang="en-GB" sz="1200" b="1">
                  <a:solidFill>
                    <a:schemeClr val="bg1"/>
                  </a:solidFill>
                </a:rPr>
                <a:t>Change picture</a:t>
              </a:r>
              <a:endParaRPr lang="en-GB" sz="1200" b="0">
                <a:solidFill>
                  <a:schemeClr val="bg1"/>
                </a:solidFill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05430F7-467A-3D2B-3504-31AC0D9B91F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595999" y="4158512"/>
              <a:ext cx="2596376" cy="353498"/>
            </a:xfrm>
            <a:prstGeom prst="rect">
              <a:avLst/>
            </a:prstGeom>
          </p:spPr>
        </p:pic>
      </p:grpSp>
      <p:sp>
        <p:nvSpPr>
          <p:cNvPr id="35" name="Grid - freeform">
            <a:extLst>
              <a:ext uri="{FF2B5EF4-FFF2-40B4-BE49-F238E27FC236}">
                <a16:creationId xmlns:a16="http://schemas.microsoft.com/office/drawing/2014/main" id="{2DDB9CE3-63AE-3A4C-9656-1872AEDC73F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0" y="2"/>
            <a:ext cx="12192000" cy="6857998"/>
          </a:xfrm>
          <a:custGeom>
            <a:avLst/>
            <a:gdLst>
              <a:gd name="connsiteX0" fmla="*/ 9193444 w 12192000"/>
              <a:gd name="connsiteY0" fmla="*/ 5192943 h 6857998"/>
              <a:gd name="connsiteX1" fmla="*/ 9193444 w 12192000"/>
              <a:gd name="connsiteY1" fmla="*/ 6668993 h 6857998"/>
              <a:gd name="connsiteX2" fmla="*/ 12001406 w 12192000"/>
              <a:gd name="connsiteY2" fmla="*/ 6668993 h 6857998"/>
              <a:gd name="connsiteX3" fmla="*/ 12001406 w 12192000"/>
              <a:gd name="connsiteY3" fmla="*/ 5192943 h 6857998"/>
              <a:gd name="connsiteX4" fmla="*/ 9006666 w 12192000"/>
              <a:gd name="connsiteY4" fmla="*/ 5192943 h 6857998"/>
              <a:gd name="connsiteX5" fmla="*/ 9006666 w 12192000"/>
              <a:gd name="connsiteY5" fmla="*/ 6668993 h 6857998"/>
              <a:gd name="connsiteX6" fmla="*/ 9186244 w 12192000"/>
              <a:gd name="connsiteY6" fmla="*/ 6668993 h 6857998"/>
              <a:gd name="connsiteX7" fmla="*/ 9186244 w 12192000"/>
              <a:gd name="connsiteY7" fmla="*/ 5192943 h 6857998"/>
              <a:gd name="connsiteX8" fmla="*/ 6191504 w 12192000"/>
              <a:gd name="connsiteY8" fmla="*/ 5192943 h 6857998"/>
              <a:gd name="connsiteX9" fmla="*/ 6191504 w 12192000"/>
              <a:gd name="connsiteY9" fmla="*/ 6668993 h 6857998"/>
              <a:gd name="connsiteX10" fmla="*/ 8999466 w 12192000"/>
              <a:gd name="connsiteY10" fmla="*/ 6668993 h 6857998"/>
              <a:gd name="connsiteX11" fmla="*/ 8999466 w 12192000"/>
              <a:gd name="connsiteY11" fmla="*/ 5192943 h 6857998"/>
              <a:gd name="connsiteX12" fmla="*/ 6006316 w 12192000"/>
              <a:gd name="connsiteY12" fmla="*/ 5192943 h 6857998"/>
              <a:gd name="connsiteX13" fmla="*/ 6006316 w 12192000"/>
              <a:gd name="connsiteY13" fmla="*/ 6668993 h 6857998"/>
              <a:gd name="connsiteX14" fmla="*/ 6184304 w 12192000"/>
              <a:gd name="connsiteY14" fmla="*/ 6668993 h 6857998"/>
              <a:gd name="connsiteX15" fmla="*/ 6184304 w 12192000"/>
              <a:gd name="connsiteY15" fmla="*/ 5192943 h 6857998"/>
              <a:gd name="connsiteX16" fmla="*/ 3191152 w 12192000"/>
              <a:gd name="connsiteY16" fmla="*/ 5192943 h 6857998"/>
              <a:gd name="connsiteX17" fmla="*/ 3191152 w 12192000"/>
              <a:gd name="connsiteY17" fmla="*/ 6668993 h 6857998"/>
              <a:gd name="connsiteX18" fmla="*/ 5999116 w 12192000"/>
              <a:gd name="connsiteY18" fmla="*/ 6668993 h 6857998"/>
              <a:gd name="connsiteX19" fmla="*/ 5999116 w 12192000"/>
              <a:gd name="connsiteY19" fmla="*/ 5192943 h 6857998"/>
              <a:gd name="connsiteX20" fmla="*/ 3004803 w 12192000"/>
              <a:gd name="connsiteY20" fmla="*/ 5192943 h 6857998"/>
              <a:gd name="connsiteX21" fmla="*/ 3004803 w 12192000"/>
              <a:gd name="connsiteY21" fmla="*/ 6668993 h 6857998"/>
              <a:gd name="connsiteX22" fmla="*/ 3183952 w 12192000"/>
              <a:gd name="connsiteY22" fmla="*/ 6668993 h 6857998"/>
              <a:gd name="connsiteX23" fmla="*/ 3183952 w 12192000"/>
              <a:gd name="connsiteY23" fmla="*/ 5192943 h 6857998"/>
              <a:gd name="connsiteX24" fmla="*/ 190221 w 12192000"/>
              <a:gd name="connsiteY24" fmla="*/ 5192943 h 6857998"/>
              <a:gd name="connsiteX25" fmla="*/ 190221 w 12192000"/>
              <a:gd name="connsiteY25" fmla="*/ 6668993 h 6857998"/>
              <a:gd name="connsiteX26" fmla="*/ 2997602 w 12192000"/>
              <a:gd name="connsiteY26" fmla="*/ 6668993 h 6857998"/>
              <a:gd name="connsiteX27" fmla="*/ 2997602 w 12192000"/>
              <a:gd name="connsiteY27" fmla="*/ 5192943 h 6857998"/>
              <a:gd name="connsiteX28" fmla="*/ 9193444 w 12192000"/>
              <a:gd name="connsiteY28" fmla="*/ 5006166 h 6857998"/>
              <a:gd name="connsiteX29" fmla="*/ 9193444 w 12192000"/>
              <a:gd name="connsiteY29" fmla="*/ 5185743 h 6857998"/>
              <a:gd name="connsiteX30" fmla="*/ 12001406 w 12192000"/>
              <a:gd name="connsiteY30" fmla="*/ 5185743 h 6857998"/>
              <a:gd name="connsiteX31" fmla="*/ 12001406 w 12192000"/>
              <a:gd name="connsiteY31" fmla="*/ 5006166 h 6857998"/>
              <a:gd name="connsiteX32" fmla="*/ 9006666 w 12192000"/>
              <a:gd name="connsiteY32" fmla="*/ 5006166 h 6857998"/>
              <a:gd name="connsiteX33" fmla="*/ 9006666 w 12192000"/>
              <a:gd name="connsiteY33" fmla="*/ 5185743 h 6857998"/>
              <a:gd name="connsiteX34" fmla="*/ 9186244 w 12192000"/>
              <a:gd name="connsiteY34" fmla="*/ 5185743 h 6857998"/>
              <a:gd name="connsiteX35" fmla="*/ 9186244 w 12192000"/>
              <a:gd name="connsiteY35" fmla="*/ 5006166 h 6857998"/>
              <a:gd name="connsiteX36" fmla="*/ 6191504 w 12192000"/>
              <a:gd name="connsiteY36" fmla="*/ 5006166 h 6857998"/>
              <a:gd name="connsiteX37" fmla="*/ 6191504 w 12192000"/>
              <a:gd name="connsiteY37" fmla="*/ 5185743 h 6857998"/>
              <a:gd name="connsiteX38" fmla="*/ 8999466 w 12192000"/>
              <a:gd name="connsiteY38" fmla="*/ 5185743 h 6857998"/>
              <a:gd name="connsiteX39" fmla="*/ 8999466 w 12192000"/>
              <a:gd name="connsiteY39" fmla="*/ 5006166 h 6857998"/>
              <a:gd name="connsiteX40" fmla="*/ 6006316 w 12192000"/>
              <a:gd name="connsiteY40" fmla="*/ 5006166 h 6857998"/>
              <a:gd name="connsiteX41" fmla="*/ 6006316 w 12192000"/>
              <a:gd name="connsiteY41" fmla="*/ 5185743 h 6857998"/>
              <a:gd name="connsiteX42" fmla="*/ 6184304 w 12192000"/>
              <a:gd name="connsiteY42" fmla="*/ 5185743 h 6857998"/>
              <a:gd name="connsiteX43" fmla="*/ 6184304 w 12192000"/>
              <a:gd name="connsiteY43" fmla="*/ 5006166 h 6857998"/>
              <a:gd name="connsiteX44" fmla="*/ 3191152 w 12192000"/>
              <a:gd name="connsiteY44" fmla="*/ 5006166 h 6857998"/>
              <a:gd name="connsiteX45" fmla="*/ 3191152 w 12192000"/>
              <a:gd name="connsiteY45" fmla="*/ 5185743 h 6857998"/>
              <a:gd name="connsiteX46" fmla="*/ 5999116 w 12192000"/>
              <a:gd name="connsiteY46" fmla="*/ 5185743 h 6857998"/>
              <a:gd name="connsiteX47" fmla="*/ 5999116 w 12192000"/>
              <a:gd name="connsiteY47" fmla="*/ 5006166 h 6857998"/>
              <a:gd name="connsiteX48" fmla="*/ 3004803 w 12192000"/>
              <a:gd name="connsiteY48" fmla="*/ 5006166 h 6857998"/>
              <a:gd name="connsiteX49" fmla="*/ 3004803 w 12192000"/>
              <a:gd name="connsiteY49" fmla="*/ 5185743 h 6857998"/>
              <a:gd name="connsiteX50" fmla="*/ 3183952 w 12192000"/>
              <a:gd name="connsiteY50" fmla="*/ 5185743 h 6857998"/>
              <a:gd name="connsiteX51" fmla="*/ 3183952 w 12192000"/>
              <a:gd name="connsiteY51" fmla="*/ 5006166 h 6857998"/>
              <a:gd name="connsiteX52" fmla="*/ 190221 w 12192000"/>
              <a:gd name="connsiteY52" fmla="*/ 5006166 h 6857998"/>
              <a:gd name="connsiteX53" fmla="*/ 190221 w 12192000"/>
              <a:gd name="connsiteY53" fmla="*/ 5185743 h 6857998"/>
              <a:gd name="connsiteX54" fmla="*/ 2997602 w 12192000"/>
              <a:gd name="connsiteY54" fmla="*/ 5185743 h 6857998"/>
              <a:gd name="connsiteX55" fmla="*/ 2997602 w 12192000"/>
              <a:gd name="connsiteY55" fmla="*/ 5006166 h 6857998"/>
              <a:gd name="connsiteX56" fmla="*/ 9193444 w 12192000"/>
              <a:gd name="connsiteY56" fmla="*/ 3524503 h 6857998"/>
              <a:gd name="connsiteX57" fmla="*/ 9193444 w 12192000"/>
              <a:gd name="connsiteY57" fmla="*/ 4998966 h 6857998"/>
              <a:gd name="connsiteX58" fmla="*/ 12001406 w 12192000"/>
              <a:gd name="connsiteY58" fmla="*/ 4998966 h 6857998"/>
              <a:gd name="connsiteX59" fmla="*/ 12001406 w 12192000"/>
              <a:gd name="connsiteY59" fmla="*/ 3524503 h 6857998"/>
              <a:gd name="connsiteX60" fmla="*/ 9006666 w 12192000"/>
              <a:gd name="connsiteY60" fmla="*/ 3524503 h 6857998"/>
              <a:gd name="connsiteX61" fmla="*/ 9006666 w 12192000"/>
              <a:gd name="connsiteY61" fmla="*/ 4998966 h 6857998"/>
              <a:gd name="connsiteX62" fmla="*/ 9186244 w 12192000"/>
              <a:gd name="connsiteY62" fmla="*/ 4998966 h 6857998"/>
              <a:gd name="connsiteX63" fmla="*/ 9186244 w 12192000"/>
              <a:gd name="connsiteY63" fmla="*/ 3524503 h 6857998"/>
              <a:gd name="connsiteX64" fmla="*/ 6191504 w 12192000"/>
              <a:gd name="connsiteY64" fmla="*/ 3524503 h 6857998"/>
              <a:gd name="connsiteX65" fmla="*/ 6191504 w 12192000"/>
              <a:gd name="connsiteY65" fmla="*/ 4998966 h 6857998"/>
              <a:gd name="connsiteX66" fmla="*/ 8999466 w 12192000"/>
              <a:gd name="connsiteY66" fmla="*/ 4998966 h 6857998"/>
              <a:gd name="connsiteX67" fmla="*/ 8999466 w 12192000"/>
              <a:gd name="connsiteY67" fmla="*/ 3524503 h 6857998"/>
              <a:gd name="connsiteX68" fmla="*/ 6006316 w 12192000"/>
              <a:gd name="connsiteY68" fmla="*/ 3524503 h 6857998"/>
              <a:gd name="connsiteX69" fmla="*/ 6006316 w 12192000"/>
              <a:gd name="connsiteY69" fmla="*/ 4998966 h 6857998"/>
              <a:gd name="connsiteX70" fmla="*/ 6184304 w 12192000"/>
              <a:gd name="connsiteY70" fmla="*/ 4998966 h 6857998"/>
              <a:gd name="connsiteX71" fmla="*/ 6184304 w 12192000"/>
              <a:gd name="connsiteY71" fmla="*/ 3524503 h 6857998"/>
              <a:gd name="connsiteX72" fmla="*/ 3191152 w 12192000"/>
              <a:gd name="connsiteY72" fmla="*/ 3524503 h 6857998"/>
              <a:gd name="connsiteX73" fmla="*/ 3191152 w 12192000"/>
              <a:gd name="connsiteY73" fmla="*/ 4998966 h 6857998"/>
              <a:gd name="connsiteX74" fmla="*/ 5999116 w 12192000"/>
              <a:gd name="connsiteY74" fmla="*/ 4998966 h 6857998"/>
              <a:gd name="connsiteX75" fmla="*/ 5999116 w 12192000"/>
              <a:gd name="connsiteY75" fmla="*/ 3524503 h 6857998"/>
              <a:gd name="connsiteX76" fmla="*/ 3004803 w 12192000"/>
              <a:gd name="connsiteY76" fmla="*/ 3524503 h 6857998"/>
              <a:gd name="connsiteX77" fmla="*/ 3004803 w 12192000"/>
              <a:gd name="connsiteY77" fmla="*/ 4998966 h 6857998"/>
              <a:gd name="connsiteX78" fmla="*/ 3183952 w 12192000"/>
              <a:gd name="connsiteY78" fmla="*/ 4998966 h 6857998"/>
              <a:gd name="connsiteX79" fmla="*/ 3183952 w 12192000"/>
              <a:gd name="connsiteY79" fmla="*/ 3524503 h 6857998"/>
              <a:gd name="connsiteX80" fmla="*/ 190221 w 12192000"/>
              <a:gd name="connsiteY80" fmla="*/ 3524503 h 6857998"/>
              <a:gd name="connsiteX81" fmla="*/ 190221 w 12192000"/>
              <a:gd name="connsiteY81" fmla="*/ 4998966 h 6857998"/>
              <a:gd name="connsiteX82" fmla="*/ 2997602 w 12192000"/>
              <a:gd name="connsiteY82" fmla="*/ 4998966 h 6857998"/>
              <a:gd name="connsiteX83" fmla="*/ 2997602 w 12192000"/>
              <a:gd name="connsiteY83" fmla="*/ 3524503 h 6857998"/>
              <a:gd name="connsiteX84" fmla="*/ 9193444 w 12192000"/>
              <a:gd name="connsiteY84" fmla="*/ 3339315 h 6857998"/>
              <a:gd name="connsiteX85" fmla="*/ 9193444 w 12192000"/>
              <a:gd name="connsiteY85" fmla="*/ 3517303 h 6857998"/>
              <a:gd name="connsiteX86" fmla="*/ 12001406 w 12192000"/>
              <a:gd name="connsiteY86" fmla="*/ 3517303 h 6857998"/>
              <a:gd name="connsiteX87" fmla="*/ 12001406 w 12192000"/>
              <a:gd name="connsiteY87" fmla="*/ 3339315 h 6857998"/>
              <a:gd name="connsiteX88" fmla="*/ 9006666 w 12192000"/>
              <a:gd name="connsiteY88" fmla="*/ 3339315 h 6857998"/>
              <a:gd name="connsiteX89" fmla="*/ 9006666 w 12192000"/>
              <a:gd name="connsiteY89" fmla="*/ 3517303 h 6857998"/>
              <a:gd name="connsiteX90" fmla="*/ 9186244 w 12192000"/>
              <a:gd name="connsiteY90" fmla="*/ 3517303 h 6857998"/>
              <a:gd name="connsiteX91" fmla="*/ 9186244 w 12192000"/>
              <a:gd name="connsiteY91" fmla="*/ 3339315 h 6857998"/>
              <a:gd name="connsiteX92" fmla="*/ 6191504 w 12192000"/>
              <a:gd name="connsiteY92" fmla="*/ 3339315 h 6857998"/>
              <a:gd name="connsiteX93" fmla="*/ 6191504 w 12192000"/>
              <a:gd name="connsiteY93" fmla="*/ 3517303 h 6857998"/>
              <a:gd name="connsiteX94" fmla="*/ 8999466 w 12192000"/>
              <a:gd name="connsiteY94" fmla="*/ 3517303 h 6857998"/>
              <a:gd name="connsiteX95" fmla="*/ 8999466 w 12192000"/>
              <a:gd name="connsiteY95" fmla="*/ 3339315 h 6857998"/>
              <a:gd name="connsiteX96" fmla="*/ 6006316 w 12192000"/>
              <a:gd name="connsiteY96" fmla="*/ 3339315 h 6857998"/>
              <a:gd name="connsiteX97" fmla="*/ 6006316 w 12192000"/>
              <a:gd name="connsiteY97" fmla="*/ 3517303 h 6857998"/>
              <a:gd name="connsiteX98" fmla="*/ 6184304 w 12192000"/>
              <a:gd name="connsiteY98" fmla="*/ 3517303 h 6857998"/>
              <a:gd name="connsiteX99" fmla="*/ 6184304 w 12192000"/>
              <a:gd name="connsiteY99" fmla="*/ 3339315 h 6857998"/>
              <a:gd name="connsiteX100" fmla="*/ 3191152 w 12192000"/>
              <a:gd name="connsiteY100" fmla="*/ 3339315 h 6857998"/>
              <a:gd name="connsiteX101" fmla="*/ 3191152 w 12192000"/>
              <a:gd name="connsiteY101" fmla="*/ 3517303 h 6857998"/>
              <a:gd name="connsiteX102" fmla="*/ 5999116 w 12192000"/>
              <a:gd name="connsiteY102" fmla="*/ 3517303 h 6857998"/>
              <a:gd name="connsiteX103" fmla="*/ 5999116 w 12192000"/>
              <a:gd name="connsiteY103" fmla="*/ 3339315 h 6857998"/>
              <a:gd name="connsiteX104" fmla="*/ 3004803 w 12192000"/>
              <a:gd name="connsiteY104" fmla="*/ 3339315 h 6857998"/>
              <a:gd name="connsiteX105" fmla="*/ 3004803 w 12192000"/>
              <a:gd name="connsiteY105" fmla="*/ 3517303 h 6857998"/>
              <a:gd name="connsiteX106" fmla="*/ 3183952 w 12192000"/>
              <a:gd name="connsiteY106" fmla="*/ 3517303 h 6857998"/>
              <a:gd name="connsiteX107" fmla="*/ 3183952 w 12192000"/>
              <a:gd name="connsiteY107" fmla="*/ 3339315 h 6857998"/>
              <a:gd name="connsiteX108" fmla="*/ 190221 w 12192000"/>
              <a:gd name="connsiteY108" fmla="*/ 3339315 h 6857998"/>
              <a:gd name="connsiteX109" fmla="*/ 190221 w 12192000"/>
              <a:gd name="connsiteY109" fmla="*/ 3517303 h 6857998"/>
              <a:gd name="connsiteX110" fmla="*/ 2997602 w 12192000"/>
              <a:gd name="connsiteY110" fmla="*/ 3517303 h 6857998"/>
              <a:gd name="connsiteX111" fmla="*/ 2997602 w 12192000"/>
              <a:gd name="connsiteY111" fmla="*/ 3339315 h 6857998"/>
              <a:gd name="connsiteX112" fmla="*/ 9193444 w 12192000"/>
              <a:gd name="connsiteY112" fmla="*/ 1859240 h 6857998"/>
              <a:gd name="connsiteX113" fmla="*/ 9193444 w 12192000"/>
              <a:gd name="connsiteY113" fmla="*/ 3332115 h 6857998"/>
              <a:gd name="connsiteX114" fmla="*/ 12001406 w 12192000"/>
              <a:gd name="connsiteY114" fmla="*/ 3332115 h 6857998"/>
              <a:gd name="connsiteX115" fmla="*/ 12001406 w 12192000"/>
              <a:gd name="connsiteY115" fmla="*/ 1859240 h 6857998"/>
              <a:gd name="connsiteX116" fmla="*/ 9006666 w 12192000"/>
              <a:gd name="connsiteY116" fmla="*/ 1859240 h 6857998"/>
              <a:gd name="connsiteX117" fmla="*/ 9006666 w 12192000"/>
              <a:gd name="connsiteY117" fmla="*/ 3332115 h 6857998"/>
              <a:gd name="connsiteX118" fmla="*/ 9186244 w 12192000"/>
              <a:gd name="connsiteY118" fmla="*/ 3332115 h 6857998"/>
              <a:gd name="connsiteX119" fmla="*/ 9186244 w 12192000"/>
              <a:gd name="connsiteY119" fmla="*/ 1859240 h 6857998"/>
              <a:gd name="connsiteX120" fmla="*/ 6191504 w 12192000"/>
              <a:gd name="connsiteY120" fmla="*/ 1859240 h 6857998"/>
              <a:gd name="connsiteX121" fmla="*/ 6191504 w 12192000"/>
              <a:gd name="connsiteY121" fmla="*/ 3332115 h 6857998"/>
              <a:gd name="connsiteX122" fmla="*/ 8999466 w 12192000"/>
              <a:gd name="connsiteY122" fmla="*/ 3332115 h 6857998"/>
              <a:gd name="connsiteX123" fmla="*/ 8999466 w 12192000"/>
              <a:gd name="connsiteY123" fmla="*/ 1859240 h 6857998"/>
              <a:gd name="connsiteX124" fmla="*/ 6006316 w 12192000"/>
              <a:gd name="connsiteY124" fmla="*/ 1859240 h 6857998"/>
              <a:gd name="connsiteX125" fmla="*/ 6006316 w 12192000"/>
              <a:gd name="connsiteY125" fmla="*/ 3332115 h 6857998"/>
              <a:gd name="connsiteX126" fmla="*/ 6184304 w 12192000"/>
              <a:gd name="connsiteY126" fmla="*/ 3332115 h 6857998"/>
              <a:gd name="connsiteX127" fmla="*/ 6184304 w 12192000"/>
              <a:gd name="connsiteY127" fmla="*/ 1859240 h 6857998"/>
              <a:gd name="connsiteX128" fmla="*/ 3191152 w 12192000"/>
              <a:gd name="connsiteY128" fmla="*/ 1859240 h 6857998"/>
              <a:gd name="connsiteX129" fmla="*/ 3191152 w 12192000"/>
              <a:gd name="connsiteY129" fmla="*/ 3332115 h 6857998"/>
              <a:gd name="connsiteX130" fmla="*/ 5999116 w 12192000"/>
              <a:gd name="connsiteY130" fmla="*/ 3332115 h 6857998"/>
              <a:gd name="connsiteX131" fmla="*/ 5999116 w 12192000"/>
              <a:gd name="connsiteY131" fmla="*/ 1859240 h 6857998"/>
              <a:gd name="connsiteX132" fmla="*/ 3004803 w 12192000"/>
              <a:gd name="connsiteY132" fmla="*/ 1859240 h 6857998"/>
              <a:gd name="connsiteX133" fmla="*/ 3004803 w 12192000"/>
              <a:gd name="connsiteY133" fmla="*/ 3332115 h 6857998"/>
              <a:gd name="connsiteX134" fmla="*/ 3183952 w 12192000"/>
              <a:gd name="connsiteY134" fmla="*/ 3332115 h 6857998"/>
              <a:gd name="connsiteX135" fmla="*/ 3183952 w 12192000"/>
              <a:gd name="connsiteY135" fmla="*/ 1859240 h 6857998"/>
              <a:gd name="connsiteX136" fmla="*/ 190221 w 12192000"/>
              <a:gd name="connsiteY136" fmla="*/ 1859240 h 6857998"/>
              <a:gd name="connsiteX137" fmla="*/ 190221 w 12192000"/>
              <a:gd name="connsiteY137" fmla="*/ 3332115 h 6857998"/>
              <a:gd name="connsiteX138" fmla="*/ 2997602 w 12192000"/>
              <a:gd name="connsiteY138" fmla="*/ 3332115 h 6857998"/>
              <a:gd name="connsiteX139" fmla="*/ 2997602 w 12192000"/>
              <a:gd name="connsiteY139" fmla="*/ 1859240 h 6857998"/>
              <a:gd name="connsiteX140" fmla="*/ 9193444 w 12192000"/>
              <a:gd name="connsiteY140" fmla="*/ 1671302 h 6857998"/>
              <a:gd name="connsiteX141" fmla="*/ 9193444 w 12192000"/>
              <a:gd name="connsiteY141" fmla="*/ 1852040 h 6857998"/>
              <a:gd name="connsiteX142" fmla="*/ 12001406 w 12192000"/>
              <a:gd name="connsiteY142" fmla="*/ 1852040 h 6857998"/>
              <a:gd name="connsiteX143" fmla="*/ 12001406 w 12192000"/>
              <a:gd name="connsiteY143" fmla="*/ 1671302 h 6857998"/>
              <a:gd name="connsiteX144" fmla="*/ 9006666 w 12192000"/>
              <a:gd name="connsiteY144" fmla="*/ 1671302 h 6857998"/>
              <a:gd name="connsiteX145" fmla="*/ 9006666 w 12192000"/>
              <a:gd name="connsiteY145" fmla="*/ 1852040 h 6857998"/>
              <a:gd name="connsiteX146" fmla="*/ 9186244 w 12192000"/>
              <a:gd name="connsiteY146" fmla="*/ 1852040 h 6857998"/>
              <a:gd name="connsiteX147" fmla="*/ 9186244 w 12192000"/>
              <a:gd name="connsiteY147" fmla="*/ 1671302 h 6857998"/>
              <a:gd name="connsiteX148" fmla="*/ 6191504 w 12192000"/>
              <a:gd name="connsiteY148" fmla="*/ 1671302 h 6857998"/>
              <a:gd name="connsiteX149" fmla="*/ 6191504 w 12192000"/>
              <a:gd name="connsiteY149" fmla="*/ 1852040 h 6857998"/>
              <a:gd name="connsiteX150" fmla="*/ 8999466 w 12192000"/>
              <a:gd name="connsiteY150" fmla="*/ 1852040 h 6857998"/>
              <a:gd name="connsiteX151" fmla="*/ 8999466 w 12192000"/>
              <a:gd name="connsiteY151" fmla="*/ 1671302 h 6857998"/>
              <a:gd name="connsiteX152" fmla="*/ 6006316 w 12192000"/>
              <a:gd name="connsiteY152" fmla="*/ 1671302 h 6857998"/>
              <a:gd name="connsiteX153" fmla="*/ 6006316 w 12192000"/>
              <a:gd name="connsiteY153" fmla="*/ 1852040 h 6857998"/>
              <a:gd name="connsiteX154" fmla="*/ 6184304 w 12192000"/>
              <a:gd name="connsiteY154" fmla="*/ 1852040 h 6857998"/>
              <a:gd name="connsiteX155" fmla="*/ 6184304 w 12192000"/>
              <a:gd name="connsiteY155" fmla="*/ 1671302 h 6857998"/>
              <a:gd name="connsiteX156" fmla="*/ 3191152 w 12192000"/>
              <a:gd name="connsiteY156" fmla="*/ 1671302 h 6857998"/>
              <a:gd name="connsiteX157" fmla="*/ 3191152 w 12192000"/>
              <a:gd name="connsiteY157" fmla="*/ 1852040 h 6857998"/>
              <a:gd name="connsiteX158" fmla="*/ 5999116 w 12192000"/>
              <a:gd name="connsiteY158" fmla="*/ 1852040 h 6857998"/>
              <a:gd name="connsiteX159" fmla="*/ 5999116 w 12192000"/>
              <a:gd name="connsiteY159" fmla="*/ 1671302 h 6857998"/>
              <a:gd name="connsiteX160" fmla="*/ 3004803 w 12192000"/>
              <a:gd name="connsiteY160" fmla="*/ 1671302 h 6857998"/>
              <a:gd name="connsiteX161" fmla="*/ 3004803 w 12192000"/>
              <a:gd name="connsiteY161" fmla="*/ 1852040 h 6857998"/>
              <a:gd name="connsiteX162" fmla="*/ 3183952 w 12192000"/>
              <a:gd name="connsiteY162" fmla="*/ 1852040 h 6857998"/>
              <a:gd name="connsiteX163" fmla="*/ 3183952 w 12192000"/>
              <a:gd name="connsiteY163" fmla="*/ 1671302 h 6857998"/>
              <a:gd name="connsiteX164" fmla="*/ 190221 w 12192000"/>
              <a:gd name="connsiteY164" fmla="*/ 1671302 h 6857998"/>
              <a:gd name="connsiteX165" fmla="*/ 190221 w 12192000"/>
              <a:gd name="connsiteY165" fmla="*/ 1852040 h 6857998"/>
              <a:gd name="connsiteX166" fmla="*/ 2997602 w 12192000"/>
              <a:gd name="connsiteY166" fmla="*/ 1852040 h 6857998"/>
              <a:gd name="connsiteX167" fmla="*/ 2997602 w 12192000"/>
              <a:gd name="connsiteY167" fmla="*/ 1671302 h 6857998"/>
              <a:gd name="connsiteX168" fmla="*/ 9193444 w 12192000"/>
              <a:gd name="connsiteY168" fmla="*/ 190219 h 6857998"/>
              <a:gd name="connsiteX169" fmla="*/ 9193444 w 12192000"/>
              <a:gd name="connsiteY169" fmla="*/ 1664102 h 6857998"/>
              <a:gd name="connsiteX170" fmla="*/ 12001406 w 12192000"/>
              <a:gd name="connsiteY170" fmla="*/ 1664102 h 6857998"/>
              <a:gd name="connsiteX171" fmla="*/ 12001406 w 12192000"/>
              <a:gd name="connsiteY171" fmla="*/ 190219 h 6857998"/>
              <a:gd name="connsiteX172" fmla="*/ 9006666 w 12192000"/>
              <a:gd name="connsiteY172" fmla="*/ 190219 h 6857998"/>
              <a:gd name="connsiteX173" fmla="*/ 9006666 w 12192000"/>
              <a:gd name="connsiteY173" fmla="*/ 1664102 h 6857998"/>
              <a:gd name="connsiteX174" fmla="*/ 9186244 w 12192000"/>
              <a:gd name="connsiteY174" fmla="*/ 1664102 h 6857998"/>
              <a:gd name="connsiteX175" fmla="*/ 9186244 w 12192000"/>
              <a:gd name="connsiteY175" fmla="*/ 190219 h 6857998"/>
              <a:gd name="connsiteX176" fmla="*/ 6191504 w 12192000"/>
              <a:gd name="connsiteY176" fmla="*/ 190219 h 6857998"/>
              <a:gd name="connsiteX177" fmla="*/ 6191504 w 12192000"/>
              <a:gd name="connsiteY177" fmla="*/ 1664102 h 6857998"/>
              <a:gd name="connsiteX178" fmla="*/ 8999466 w 12192000"/>
              <a:gd name="connsiteY178" fmla="*/ 1664102 h 6857998"/>
              <a:gd name="connsiteX179" fmla="*/ 8999466 w 12192000"/>
              <a:gd name="connsiteY179" fmla="*/ 190219 h 6857998"/>
              <a:gd name="connsiteX180" fmla="*/ 6006316 w 12192000"/>
              <a:gd name="connsiteY180" fmla="*/ 190219 h 6857998"/>
              <a:gd name="connsiteX181" fmla="*/ 6006316 w 12192000"/>
              <a:gd name="connsiteY181" fmla="*/ 1664102 h 6857998"/>
              <a:gd name="connsiteX182" fmla="*/ 6184304 w 12192000"/>
              <a:gd name="connsiteY182" fmla="*/ 1664102 h 6857998"/>
              <a:gd name="connsiteX183" fmla="*/ 6184304 w 12192000"/>
              <a:gd name="connsiteY183" fmla="*/ 190219 h 6857998"/>
              <a:gd name="connsiteX184" fmla="*/ 3191152 w 12192000"/>
              <a:gd name="connsiteY184" fmla="*/ 190219 h 6857998"/>
              <a:gd name="connsiteX185" fmla="*/ 3191152 w 12192000"/>
              <a:gd name="connsiteY185" fmla="*/ 1664102 h 6857998"/>
              <a:gd name="connsiteX186" fmla="*/ 5999116 w 12192000"/>
              <a:gd name="connsiteY186" fmla="*/ 1664102 h 6857998"/>
              <a:gd name="connsiteX187" fmla="*/ 5999116 w 12192000"/>
              <a:gd name="connsiteY187" fmla="*/ 190219 h 6857998"/>
              <a:gd name="connsiteX188" fmla="*/ 3004803 w 12192000"/>
              <a:gd name="connsiteY188" fmla="*/ 190219 h 6857998"/>
              <a:gd name="connsiteX189" fmla="*/ 3004803 w 12192000"/>
              <a:gd name="connsiteY189" fmla="*/ 1664102 h 6857998"/>
              <a:gd name="connsiteX190" fmla="*/ 3183952 w 12192000"/>
              <a:gd name="connsiteY190" fmla="*/ 1664102 h 6857998"/>
              <a:gd name="connsiteX191" fmla="*/ 3183952 w 12192000"/>
              <a:gd name="connsiteY191" fmla="*/ 190219 h 6857998"/>
              <a:gd name="connsiteX192" fmla="*/ 190221 w 12192000"/>
              <a:gd name="connsiteY192" fmla="*/ 190219 h 6857998"/>
              <a:gd name="connsiteX193" fmla="*/ 190221 w 12192000"/>
              <a:gd name="connsiteY193" fmla="*/ 1664102 h 6857998"/>
              <a:gd name="connsiteX194" fmla="*/ 2997602 w 12192000"/>
              <a:gd name="connsiteY194" fmla="*/ 1664102 h 6857998"/>
              <a:gd name="connsiteX195" fmla="*/ 2997602 w 12192000"/>
              <a:gd name="connsiteY195" fmla="*/ 190219 h 6857998"/>
              <a:gd name="connsiteX196" fmla="*/ 183021 w 12192000"/>
              <a:gd name="connsiteY196" fmla="*/ 0 h 6857998"/>
              <a:gd name="connsiteX197" fmla="*/ 190221 w 12192000"/>
              <a:gd name="connsiteY197" fmla="*/ 0 h 6857998"/>
              <a:gd name="connsiteX198" fmla="*/ 190221 w 12192000"/>
              <a:gd name="connsiteY198" fmla="*/ 183019 h 6857998"/>
              <a:gd name="connsiteX199" fmla="*/ 2997602 w 12192000"/>
              <a:gd name="connsiteY199" fmla="*/ 183019 h 6857998"/>
              <a:gd name="connsiteX200" fmla="*/ 2997602 w 12192000"/>
              <a:gd name="connsiteY200" fmla="*/ 0 h 6857998"/>
              <a:gd name="connsiteX201" fmla="*/ 3004803 w 12192000"/>
              <a:gd name="connsiteY201" fmla="*/ 0 h 6857998"/>
              <a:gd name="connsiteX202" fmla="*/ 3004803 w 12192000"/>
              <a:gd name="connsiteY202" fmla="*/ 183019 h 6857998"/>
              <a:gd name="connsiteX203" fmla="*/ 3183952 w 12192000"/>
              <a:gd name="connsiteY203" fmla="*/ 183019 h 6857998"/>
              <a:gd name="connsiteX204" fmla="*/ 3183952 w 12192000"/>
              <a:gd name="connsiteY204" fmla="*/ 0 h 6857998"/>
              <a:gd name="connsiteX205" fmla="*/ 3191152 w 12192000"/>
              <a:gd name="connsiteY205" fmla="*/ 0 h 6857998"/>
              <a:gd name="connsiteX206" fmla="*/ 3191152 w 12192000"/>
              <a:gd name="connsiteY206" fmla="*/ 183019 h 6857998"/>
              <a:gd name="connsiteX207" fmla="*/ 5999116 w 12192000"/>
              <a:gd name="connsiteY207" fmla="*/ 183019 h 6857998"/>
              <a:gd name="connsiteX208" fmla="*/ 5999116 w 12192000"/>
              <a:gd name="connsiteY208" fmla="*/ 0 h 6857998"/>
              <a:gd name="connsiteX209" fmla="*/ 6006316 w 12192000"/>
              <a:gd name="connsiteY209" fmla="*/ 0 h 6857998"/>
              <a:gd name="connsiteX210" fmla="*/ 6006316 w 12192000"/>
              <a:gd name="connsiteY210" fmla="*/ 183019 h 6857998"/>
              <a:gd name="connsiteX211" fmla="*/ 6184304 w 12192000"/>
              <a:gd name="connsiteY211" fmla="*/ 183019 h 6857998"/>
              <a:gd name="connsiteX212" fmla="*/ 6184304 w 12192000"/>
              <a:gd name="connsiteY212" fmla="*/ 0 h 6857998"/>
              <a:gd name="connsiteX213" fmla="*/ 6191504 w 12192000"/>
              <a:gd name="connsiteY213" fmla="*/ 0 h 6857998"/>
              <a:gd name="connsiteX214" fmla="*/ 6191504 w 12192000"/>
              <a:gd name="connsiteY214" fmla="*/ 183019 h 6857998"/>
              <a:gd name="connsiteX215" fmla="*/ 8999466 w 12192000"/>
              <a:gd name="connsiteY215" fmla="*/ 183019 h 6857998"/>
              <a:gd name="connsiteX216" fmla="*/ 8999466 w 12192000"/>
              <a:gd name="connsiteY216" fmla="*/ 0 h 6857998"/>
              <a:gd name="connsiteX217" fmla="*/ 9006666 w 12192000"/>
              <a:gd name="connsiteY217" fmla="*/ 0 h 6857998"/>
              <a:gd name="connsiteX218" fmla="*/ 9006666 w 12192000"/>
              <a:gd name="connsiteY218" fmla="*/ 183019 h 6857998"/>
              <a:gd name="connsiteX219" fmla="*/ 9186244 w 12192000"/>
              <a:gd name="connsiteY219" fmla="*/ 183019 h 6857998"/>
              <a:gd name="connsiteX220" fmla="*/ 9186244 w 12192000"/>
              <a:gd name="connsiteY220" fmla="*/ 1 h 6857998"/>
              <a:gd name="connsiteX221" fmla="*/ 9193444 w 12192000"/>
              <a:gd name="connsiteY221" fmla="*/ 1 h 6857998"/>
              <a:gd name="connsiteX222" fmla="*/ 9193444 w 12192000"/>
              <a:gd name="connsiteY222" fmla="*/ 183019 h 6857998"/>
              <a:gd name="connsiteX223" fmla="*/ 12001406 w 12192000"/>
              <a:gd name="connsiteY223" fmla="*/ 183019 h 6857998"/>
              <a:gd name="connsiteX224" fmla="*/ 12001406 w 12192000"/>
              <a:gd name="connsiteY224" fmla="*/ 1 h 6857998"/>
              <a:gd name="connsiteX225" fmla="*/ 12008606 w 12192000"/>
              <a:gd name="connsiteY225" fmla="*/ 1 h 6857998"/>
              <a:gd name="connsiteX226" fmla="*/ 12008606 w 12192000"/>
              <a:gd name="connsiteY226" fmla="*/ 183019 h 6857998"/>
              <a:gd name="connsiteX227" fmla="*/ 12192000 w 12192000"/>
              <a:gd name="connsiteY227" fmla="*/ 183019 h 6857998"/>
              <a:gd name="connsiteX228" fmla="*/ 12192000 w 12192000"/>
              <a:gd name="connsiteY228" fmla="*/ 190219 h 6857998"/>
              <a:gd name="connsiteX229" fmla="*/ 12008606 w 12192000"/>
              <a:gd name="connsiteY229" fmla="*/ 190219 h 6857998"/>
              <a:gd name="connsiteX230" fmla="*/ 12008606 w 12192000"/>
              <a:gd name="connsiteY230" fmla="*/ 1664102 h 6857998"/>
              <a:gd name="connsiteX231" fmla="*/ 12192000 w 12192000"/>
              <a:gd name="connsiteY231" fmla="*/ 1664102 h 6857998"/>
              <a:gd name="connsiteX232" fmla="*/ 12192000 w 12192000"/>
              <a:gd name="connsiteY232" fmla="*/ 1671302 h 6857998"/>
              <a:gd name="connsiteX233" fmla="*/ 12008606 w 12192000"/>
              <a:gd name="connsiteY233" fmla="*/ 1671302 h 6857998"/>
              <a:gd name="connsiteX234" fmla="*/ 12008606 w 12192000"/>
              <a:gd name="connsiteY234" fmla="*/ 1852040 h 6857998"/>
              <a:gd name="connsiteX235" fmla="*/ 12192000 w 12192000"/>
              <a:gd name="connsiteY235" fmla="*/ 1852040 h 6857998"/>
              <a:gd name="connsiteX236" fmla="*/ 12192000 w 12192000"/>
              <a:gd name="connsiteY236" fmla="*/ 1859240 h 6857998"/>
              <a:gd name="connsiteX237" fmla="*/ 12008606 w 12192000"/>
              <a:gd name="connsiteY237" fmla="*/ 1859240 h 6857998"/>
              <a:gd name="connsiteX238" fmla="*/ 12008606 w 12192000"/>
              <a:gd name="connsiteY238" fmla="*/ 3332115 h 6857998"/>
              <a:gd name="connsiteX239" fmla="*/ 12192000 w 12192000"/>
              <a:gd name="connsiteY239" fmla="*/ 3332115 h 6857998"/>
              <a:gd name="connsiteX240" fmla="*/ 12192000 w 12192000"/>
              <a:gd name="connsiteY240" fmla="*/ 3339315 h 6857998"/>
              <a:gd name="connsiteX241" fmla="*/ 12008606 w 12192000"/>
              <a:gd name="connsiteY241" fmla="*/ 3339315 h 6857998"/>
              <a:gd name="connsiteX242" fmla="*/ 12008606 w 12192000"/>
              <a:gd name="connsiteY242" fmla="*/ 3517303 h 6857998"/>
              <a:gd name="connsiteX243" fmla="*/ 12192000 w 12192000"/>
              <a:gd name="connsiteY243" fmla="*/ 3517303 h 6857998"/>
              <a:gd name="connsiteX244" fmla="*/ 12192000 w 12192000"/>
              <a:gd name="connsiteY244" fmla="*/ 3524503 h 6857998"/>
              <a:gd name="connsiteX245" fmla="*/ 12008606 w 12192000"/>
              <a:gd name="connsiteY245" fmla="*/ 3524503 h 6857998"/>
              <a:gd name="connsiteX246" fmla="*/ 12008606 w 12192000"/>
              <a:gd name="connsiteY246" fmla="*/ 4998966 h 6857998"/>
              <a:gd name="connsiteX247" fmla="*/ 12192000 w 12192000"/>
              <a:gd name="connsiteY247" fmla="*/ 4998966 h 6857998"/>
              <a:gd name="connsiteX248" fmla="*/ 12192000 w 12192000"/>
              <a:gd name="connsiteY248" fmla="*/ 5006166 h 6857998"/>
              <a:gd name="connsiteX249" fmla="*/ 12008606 w 12192000"/>
              <a:gd name="connsiteY249" fmla="*/ 5006166 h 6857998"/>
              <a:gd name="connsiteX250" fmla="*/ 12008606 w 12192000"/>
              <a:gd name="connsiteY250" fmla="*/ 5185743 h 6857998"/>
              <a:gd name="connsiteX251" fmla="*/ 12192000 w 12192000"/>
              <a:gd name="connsiteY251" fmla="*/ 5185743 h 6857998"/>
              <a:gd name="connsiteX252" fmla="*/ 12192000 w 12192000"/>
              <a:gd name="connsiteY252" fmla="*/ 5192943 h 6857998"/>
              <a:gd name="connsiteX253" fmla="*/ 12008606 w 12192000"/>
              <a:gd name="connsiteY253" fmla="*/ 5192943 h 6857998"/>
              <a:gd name="connsiteX254" fmla="*/ 12008606 w 12192000"/>
              <a:gd name="connsiteY254" fmla="*/ 6668993 h 6857998"/>
              <a:gd name="connsiteX255" fmla="*/ 12192000 w 12192000"/>
              <a:gd name="connsiteY255" fmla="*/ 6668993 h 6857998"/>
              <a:gd name="connsiteX256" fmla="*/ 12192000 w 12192000"/>
              <a:gd name="connsiteY256" fmla="*/ 6676193 h 6857998"/>
              <a:gd name="connsiteX257" fmla="*/ 12008606 w 12192000"/>
              <a:gd name="connsiteY257" fmla="*/ 6676193 h 6857998"/>
              <a:gd name="connsiteX258" fmla="*/ 12008606 w 12192000"/>
              <a:gd name="connsiteY258" fmla="*/ 6857998 h 6857998"/>
              <a:gd name="connsiteX259" fmla="*/ 12001406 w 12192000"/>
              <a:gd name="connsiteY259" fmla="*/ 6857998 h 6857998"/>
              <a:gd name="connsiteX260" fmla="*/ 12001406 w 12192000"/>
              <a:gd name="connsiteY260" fmla="*/ 6676193 h 6857998"/>
              <a:gd name="connsiteX261" fmla="*/ 9193444 w 12192000"/>
              <a:gd name="connsiteY261" fmla="*/ 6676193 h 6857998"/>
              <a:gd name="connsiteX262" fmla="*/ 9193444 w 12192000"/>
              <a:gd name="connsiteY262" fmla="*/ 6857998 h 6857998"/>
              <a:gd name="connsiteX263" fmla="*/ 9186244 w 12192000"/>
              <a:gd name="connsiteY263" fmla="*/ 6857998 h 6857998"/>
              <a:gd name="connsiteX264" fmla="*/ 9186244 w 12192000"/>
              <a:gd name="connsiteY264" fmla="*/ 6676193 h 6857998"/>
              <a:gd name="connsiteX265" fmla="*/ 9006666 w 12192000"/>
              <a:gd name="connsiteY265" fmla="*/ 6676193 h 6857998"/>
              <a:gd name="connsiteX266" fmla="*/ 9006666 w 12192000"/>
              <a:gd name="connsiteY266" fmla="*/ 6857998 h 6857998"/>
              <a:gd name="connsiteX267" fmla="*/ 8999466 w 12192000"/>
              <a:gd name="connsiteY267" fmla="*/ 6857998 h 6857998"/>
              <a:gd name="connsiteX268" fmla="*/ 8999466 w 12192000"/>
              <a:gd name="connsiteY268" fmla="*/ 6676193 h 6857998"/>
              <a:gd name="connsiteX269" fmla="*/ 6191504 w 12192000"/>
              <a:gd name="connsiteY269" fmla="*/ 6676193 h 6857998"/>
              <a:gd name="connsiteX270" fmla="*/ 6191504 w 12192000"/>
              <a:gd name="connsiteY270" fmla="*/ 6857998 h 6857998"/>
              <a:gd name="connsiteX271" fmla="*/ 6184304 w 12192000"/>
              <a:gd name="connsiteY271" fmla="*/ 6857998 h 6857998"/>
              <a:gd name="connsiteX272" fmla="*/ 6184304 w 12192000"/>
              <a:gd name="connsiteY272" fmla="*/ 6676193 h 6857998"/>
              <a:gd name="connsiteX273" fmla="*/ 6006316 w 12192000"/>
              <a:gd name="connsiteY273" fmla="*/ 6676193 h 6857998"/>
              <a:gd name="connsiteX274" fmla="*/ 6006316 w 12192000"/>
              <a:gd name="connsiteY274" fmla="*/ 6857998 h 6857998"/>
              <a:gd name="connsiteX275" fmla="*/ 5999116 w 12192000"/>
              <a:gd name="connsiteY275" fmla="*/ 6857998 h 6857998"/>
              <a:gd name="connsiteX276" fmla="*/ 5999116 w 12192000"/>
              <a:gd name="connsiteY276" fmla="*/ 6676193 h 6857998"/>
              <a:gd name="connsiteX277" fmla="*/ 3191152 w 12192000"/>
              <a:gd name="connsiteY277" fmla="*/ 6676193 h 6857998"/>
              <a:gd name="connsiteX278" fmla="*/ 3191152 w 12192000"/>
              <a:gd name="connsiteY278" fmla="*/ 6857998 h 6857998"/>
              <a:gd name="connsiteX279" fmla="*/ 3183952 w 12192000"/>
              <a:gd name="connsiteY279" fmla="*/ 6857998 h 6857998"/>
              <a:gd name="connsiteX280" fmla="*/ 3183952 w 12192000"/>
              <a:gd name="connsiteY280" fmla="*/ 6676193 h 6857998"/>
              <a:gd name="connsiteX281" fmla="*/ 3004803 w 12192000"/>
              <a:gd name="connsiteY281" fmla="*/ 6676193 h 6857998"/>
              <a:gd name="connsiteX282" fmla="*/ 3004803 w 12192000"/>
              <a:gd name="connsiteY282" fmla="*/ 6857998 h 6857998"/>
              <a:gd name="connsiteX283" fmla="*/ 2997602 w 12192000"/>
              <a:gd name="connsiteY283" fmla="*/ 6857998 h 6857998"/>
              <a:gd name="connsiteX284" fmla="*/ 2997602 w 12192000"/>
              <a:gd name="connsiteY284" fmla="*/ 6676193 h 6857998"/>
              <a:gd name="connsiteX285" fmla="*/ 190221 w 12192000"/>
              <a:gd name="connsiteY285" fmla="*/ 6676193 h 6857998"/>
              <a:gd name="connsiteX286" fmla="*/ 190221 w 12192000"/>
              <a:gd name="connsiteY286" fmla="*/ 6857998 h 6857998"/>
              <a:gd name="connsiteX287" fmla="*/ 183021 w 12192000"/>
              <a:gd name="connsiteY287" fmla="*/ 6857998 h 6857998"/>
              <a:gd name="connsiteX288" fmla="*/ 183021 w 12192000"/>
              <a:gd name="connsiteY288" fmla="*/ 6676193 h 6857998"/>
              <a:gd name="connsiteX289" fmla="*/ 0 w 12192000"/>
              <a:gd name="connsiteY289" fmla="*/ 6676193 h 6857998"/>
              <a:gd name="connsiteX290" fmla="*/ 0 w 12192000"/>
              <a:gd name="connsiteY290" fmla="*/ 6668993 h 6857998"/>
              <a:gd name="connsiteX291" fmla="*/ 183021 w 12192000"/>
              <a:gd name="connsiteY291" fmla="*/ 6668993 h 6857998"/>
              <a:gd name="connsiteX292" fmla="*/ 183021 w 12192000"/>
              <a:gd name="connsiteY292" fmla="*/ 5192943 h 6857998"/>
              <a:gd name="connsiteX293" fmla="*/ 0 w 12192000"/>
              <a:gd name="connsiteY293" fmla="*/ 5192943 h 6857998"/>
              <a:gd name="connsiteX294" fmla="*/ 0 w 12192000"/>
              <a:gd name="connsiteY294" fmla="*/ 5185743 h 6857998"/>
              <a:gd name="connsiteX295" fmla="*/ 183021 w 12192000"/>
              <a:gd name="connsiteY295" fmla="*/ 5185743 h 6857998"/>
              <a:gd name="connsiteX296" fmla="*/ 183021 w 12192000"/>
              <a:gd name="connsiteY296" fmla="*/ 5006166 h 6857998"/>
              <a:gd name="connsiteX297" fmla="*/ 1 w 12192000"/>
              <a:gd name="connsiteY297" fmla="*/ 5006166 h 6857998"/>
              <a:gd name="connsiteX298" fmla="*/ 1 w 12192000"/>
              <a:gd name="connsiteY298" fmla="*/ 4998966 h 6857998"/>
              <a:gd name="connsiteX299" fmla="*/ 183021 w 12192000"/>
              <a:gd name="connsiteY299" fmla="*/ 4998966 h 6857998"/>
              <a:gd name="connsiteX300" fmla="*/ 183021 w 12192000"/>
              <a:gd name="connsiteY300" fmla="*/ 3524503 h 6857998"/>
              <a:gd name="connsiteX301" fmla="*/ 1 w 12192000"/>
              <a:gd name="connsiteY301" fmla="*/ 3524503 h 6857998"/>
              <a:gd name="connsiteX302" fmla="*/ 1 w 12192000"/>
              <a:gd name="connsiteY302" fmla="*/ 3517303 h 6857998"/>
              <a:gd name="connsiteX303" fmla="*/ 183021 w 12192000"/>
              <a:gd name="connsiteY303" fmla="*/ 3517303 h 6857998"/>
              <a:gd name="connsiteX304" fmla="*/ 183021 w 12192000"/>
              <a:gd name="connsiteY304" fmla="*/ 3339315 h 6857998"/>
              <a:gd name="connsiteX305" fmla="*/ 1 w 12192000"/>
              <a:gd name="connsiteY305" fmla="*/ 3339315 h 6857998"/>
              <a:gd name="connsiteX306" fmla="*/ 1 w 12192000"/>
              <a:gd name="connsiteY306" fmla="*/ 3332115 h 6857998"/>
              <a:gd name="connsiteX307" fmla="*/ 183021 w 12192000"/>
              <a:gd name="connsiteY307" fmla="*/ 3332115 h 6857998"/>
              <a:gd name="connsiteX308" fmla="*/ 183021 w 12192000"/>
              <a:gd name="connsiteY308" fmla="*/ 1859240 h 6857998"/>
              <a:gd name="connsiteX309" fmla="*/ 1 w 12192000"/>
              <a:gd name="connsiteY309" fmla="*/ 1859240 h 6857998"/>
              <a:gd name="connsiteX310" fmla="*/ 1 w 12192000"/>
              <a:gd name="connsiteY310" fmla="*/ 1852040 h 6857998"/>
              <a:gd name="connsiteX311" fmla="*/ 183021 w 12192000"/>
              <a:gd name="connsiteY311" fmla="*/ 1852040 h 6857998"/>
              <a:gd name="connsiteX312" fmla="*/ 183021 w 12192000"/>
              <a:gd name="connsiteY312" fmla="*/ 1671302 h 6857998"/>
              <a:gd name="connsiteX313" fmla="*/ 1 w 12192000"/>
              <a:gd name="connsiteY313" fmla="*/ 1671302 h 6857998"/>
              <a:gd name="connsiteX314" fmla="*/ 1 w 12192000"/>
              <a:gd name="connsiteY314" fmla="*/ 1664102 h 6857998"/>
              <a:gd name="connsiteX315" fmla="*/ 183021 w 12192000"/>
              <a:gd name="connsiteY315" fmla="*/ 1664102 h 6857998"/>
              <a:gd name="connsiteX316" fmla="*/ 183021 w 12192000"/>
              <a:gd name="connsiteY316" fmla="*/ 190219 h 6857998"/>
              <a:gd name="connsiteX317" fmla="*/ 1 w 12192000"/>
              <a:gd name="connsiteY317" fmla="*/ 190219 h 6857998"/>
              <a:gd name="connsiteX318" fmla="*/ 1 w 12192000"/>
              <a:gd name="connsiteY318" fmla="*/ 183019 h 6857998"/>
              <a:gd name="connsiteX319" fmla="*/ 183021 w 12192000"/>
              <a:gd name="connsiteY319" fmla="*/ 18301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2000" h="6857998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2000" y="183019"/>
                </a:lnTo>
                <a:lnTo>
                  <a:pt x="121920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2000" y="1664102"/>
                </a:lnTo>
                <a:lnTo>
                  <a:pt x="121920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2000" y="1852040"/>
                </a:lnTo>
                <a:lnTo>
                  <a:pt x="121920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2000" y="3332115"/>
                </a:lnTo>
                <a:lnTo>
                  <a:pt x="121920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2000" y="3517303"/>
                </a:lnTo>
                <a:lnTo>
                  <a:pt x="121920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2000" y="4998966"/>
                </a:lnTo>
                <a:lnTo>
                  <a:pt x="121920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2000" y="5185743"/>
                </a:lnTo>
                <a:lnTo>
                  <a:pt x="121920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2000" y="6668993"/>
                </a:lnTo>
                <a:lnTo>
                  <a:pt x="12192000" y="6676193"/>
                </a:lnTo>
                <a:lnTo>
                  <a:pt x="12008606" y="6676193"/>
                </a:lnTo>
                <a:lnTo>
                  <a:pt x="12008606" y="6857998"/>
                </a:lnTo>
                <a:lnTo>
                  <a:pt x="12001406" y="6857998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8"/>
                </a:lnTo>
                <a:lnTo>
                  <a:pt x="9186244" y="6857998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8"/>
                </a:lnTo>
                <a:lnTo>
                  <a:pt x="8999466" y="6857998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8"/>
                </a:lnTo>
                <a:lnTo>
                  <a:pt x="6184304" y="6857998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8"/>
                </a:lnTo>
                <a:lnTo>
                  <a:pt x="5999116" y="6857998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8"/>
                </a:lnTo>
                <a:lnTo>
                  <a:pt x="3183952" y="6857998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8"/>
                </a:lnTo>
                <a:lnTo>
                  <a:pt x="2997602" y="6857998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8"/>
                </a:lnTo>
                <a:lnTo>
                  <a:pt x="183021" y="6857998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00376" y="1666875"/>
            <a:ext cx="9004300" cy="1668463"/>
          </a:xfrm>
        </p:spPr>
        <p:txBody>
          <a:bodyPr lIns="162000" tIns="144000" bIns="0" anchor="t"/>
          <a:lstStyle>
            <a:lvl1pPr algn="l">
              <a:lnSpc>
                <a:spcPct val="86000"/>
              </a:lnSpc>
              <a:defRPr sz="63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case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B2772C-AF9B-BD8D-22DF-FA5C83D3FC3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186113" y="3521075"/>
            <a:ext cx="8818562" cy="1668461"/>
          </a:xfrm>
        </p:spPr>
        <p:txBody>
          <a:bodyPr bIns="12600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tabLst/>
              <a:defRPr sz="2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Click to add subtitle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AF135D2C-B193-5572-6AB3-1D385F4F4A01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185738" y="1854200"/>
            <a:ext cx="2316162" cy="1141987"/>
          </a:xfrm>
        </p:spPr>
        <p:txBody>
          <a:bodyPr tIns="0" bIns="2664000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on image icon to add case logo</a:t>
            </a:r>
          </a:p>
        </p:txBody>
      </p:sp>
      <p:sp>
        <p:nvSpPr>
          <p:cNvPr id="49" name="Box - freeform">
            <a:extLst>
              <a:ext uri="{FF2B5EF4-FFF2-40B4-BE49-F238E27FC236}">
                <a16:creationId xmlns:a16="http://schemas.microsoft.com/office/drawing/2014/main" id="{E13C873E-830A-FF5E-480C-75F13506DF7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000375" y="1666874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Box - freeform">
            <a:extLst>
              <a:ext uri="{FF2B5EF4-FFF2-40B4-BE49-F238E27FC236}">
                <a16:creationId xmlns:a16="http://schemas.microsoft.com/office/drawing/2014/main" id="{F6740A49-54B9-F7A0-FF3F-FC7451721DE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000375" y="5002212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Box - freeform">
            <a:extLst>
              <a:ext uri="{FF2B5EF4-FFF2-40B4-BE49-F238E27FC236}">
                <a16:creationId xmlns:a16="http://schemas.microsoft.com/office/drawing/2014/main" id="{AF5686B3-4900-2E2A-7FEE-287D5E2D1DE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004675" y="1666875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Box - freeform">
            <a:extLst>
              <a:ext uri="{FF2B5EF4-FFF2-40B4-BE49-F238E27FC236}">
                <a16:creationId xmlns:a16="http://schemas.microsoft.com/office/drawing/2014/main" id="{1DA84705-83BF-97AC-4FD8-8F2510ECB95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2007056" y="5002213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Logo - freeform">
            <a:extLst>
              <a:ext uri="{FF2B5EF4-FFF2-40B4-BE49-F238E27FC236}">
                <a16:creationId xmlns:a16="http://schemas.microsoft.com/office/drawing/2014/main" id="{06C2DF0B-202F-8C0C-3F54-3CD4DFAF506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87324" y="6556701"/>
            <a:ext cx="936626" cy="142550"/>
          </a:xfrm>
          <a:custGeom>
            <a:avLst/>
            <a:gdLst>
              <a:gd name="connsiteX0" fmla="*/ 11589172 w 14787902"/>
              <a:gd name="connsiteY0" fmla="*/ 1086010 h 2250653"/>
              <a:gd name="connsiteX1" fmla="*/ 11293040 w 14787902"/>
              <a:gd name="connsiteY1" fmla="*/ 1204426 h 2250653"/>
              <a:gd name="connsiteX2" fmla="*/ 10917900 w 14787902"/>
              <a:gd name="connsiteY2" fmla="*/ 1421553 h 2250653"/>
              <a:gd name="connsiteX3" fmla="*/ 11174624 w 14787902"/>
              <a:gd name="connsiteY3" fmla="*/ 1618975 h 2250653"/>
              <a:gd name="connsiteX4" fmla="*/ 11589172 w 14787902"/>
              <a:gd name="connsiteY4" fmla="*/ 1145124 h 2250653"/>
              <a:gd name="connsiteX5" fmla="*/ 2369254 w 14787902"/>
              <a:gd name="connsiteY5" fmla="*/ 552857 h 2250653"/>
              <a:gd name="connsiteX6" fmla="*/ 1954706 w 14787902"/>
              <a:gd name="connsiteY6" fmla="*/ 967408 h 2250653"/>
              <a:gd name="connsiteX7" fmla="*/ 2764099 w 14787902"/>
              <a:gd name="connsiteY7" fmla="*/ 967408 h 2250653"/>
              <a:gd name="connsiteX8" fmla="*/ 2369254 w 14787902"/>
              <a:gd name="connsiteY8" fmla="*/ 552857 h 2250653"/>
              <a:gd name="connsiteX9" fmla="*/ 6120654 w 14787902"/>
              <a:gd name="connsiteY9" fmla="*/ 552670 h 2250653"/>
              <a:gd name="connsiteX10" fmla="*/ 5686211 w 14787902"/>
              <a:gd name="connsiteY10" fmla="*/ 1085823 h 2250653"/>
              <a:gd name="connsiteX11" fmla="*/ 6120654 w 14787902"/>
              <a:gd name="connsiteY11" fmla="*/ 1618975 h 2250653"/>
              <a:gd name="connsiteX12" fmla="*/ 6535203 w 14787902"/>
              <a:gd name="connsiteY12" fmla="*/ 1085823 h 2250653"/>
              <a:gd name="connsiteX13" fmla="*/ 6120654 w 14787902"/>
              <a:gd name="connsiteY13" fmla="*/ 552670 h 2250653"/>
              <a:gd name="connsiteX14" fmla="*/ 9891567 w 14787902"/>
              <a:gd name="connsiteY14" fmla="*/ 532964 h 2250653"/>
              <a:gd name="connsiteX15" fmla="*/ 9457125 w 14787902"/>
              <a:gd name="connsiteY15" fmla="*/ 1085823 h 2250653"/>
              <a:gd name="connsiteX16" fmla="*/ 9891567 w 14787902"/>
              <a:gd name="connsiteY16" fmla="*/ 1618975 h 2250653"/>
              <a:gd name="connsiteX17" fmla="*/ 10286412 w 14787902"/>
              <a:gd name="connsiteY17" fmla="*/ 1066118 h 2250653"/>
              <a:gd name="connsiteX18" fmla="*/ 9891567 w 14787902"/>
              <a:gd name="connsiteY18" fmla="*/ 532964 h 2250653"/>
              <a:gd name="connsiteX19" fmla="*/ 13445542 w 14787902"/>
              <a:gd name="connsiteY19" fmla="*/ 375139 h 2250653"/>
              <a:gd name="connsiteX20" fmla="*/ 13721972 w 14787902"/>
              <a:gd name="connsiteY20" fmla="*/ 375139 h 2250653"/>
              <a:gd name="connsiteX21" fmla="*/ 14057702 w 14787902"/>
              <a:gd name="connsiteY21" fmla="*/ 1303137 h 2250653"/>
              <a:gd name="connsiteX22" fmla="*/ 14117004 w 14787902"/>
              <a:gd name="connsiteY22" fmla="*/ 1559861 h 2250653"/>
              <a:gd name="connsiteX23" fmla="*/ 14136708 w 14787902"/>
              <a:gd name="connsiteY23" fmla="*/ 1559861 h 2250653"/>
              <a:gd name="connsiteX24" fmla="*/ 14196010 w 14787902"/>
              <a:gd name="connsiteY24" fmla="*/ 1303137 h 2250653"/>
              <a:gd name="connsiteX25" fmla="*/ 14531740 w 14787902"/>
              <a:gd name="connsiteY25" fmla="*/ 375139 h 2250653"/>
              <a:gd name="connsiteX26" fmla="*/ 14787902 w 14787902"/>
              <a:gd name="connsiteY26" fmla="*/ 375139 h 2250653"/>
              <a:gd name="connsiteX27" fmla="*/ 14274641 w 14787902"/>
              <a:gd name="connsiteY27" fmla="*/ 1737392 h 2250653"/>
              <a:gd name="connsiteX28" fmla="*/ 13702079 w 14787902"/>
              <a:gd name="connsiteY28" fmla="*/ 2250653 h 2250653"/>
              <a:gd name="connsiteX29" fmla="*/ 13524361 w 14787902"/>
              <a:gd name="connsiteY29" fmla="*/ 2211243 h 2250653"/>
              <a:gd name="connsiteX30" fmla="*/ 13524361 w 14787902"/>
              <a:gd name="connsiteY30" fmla="*/ 2013820 h 2250653"/>
              <a:gd name="connsiteX31" fmla="*/ 13682374 w 14787902"/>
              <a:gd name="connsiteY31" fmla="*/ 2053231 h 2250653"/>
              <a:gd name="connsiteX32" fmla="*/ 14018104 w 14787902"/>
              <a:gd name="connsiteY32" fmla="*/ 1816398 h 2250653"/>
              <a:gd name="connsiteX33" fmla="*/ 12872981 w 14787902"/>
              <a:gd name="connsiteY33" fmla="*/ 355435 h 2250653"/>
              <a:gd name="connsiteX34" fmla="*/ 13346832 w 14787902"/>
              <a:gd name="connsiteY34" fmla="*/ 829286 h 2250653"/>
              <a:gd name="connsiteX35" fmla="*/ 13346645 w 14787902"/>
              <a:gd name="connsiteY35" fmla="*/ 829286 h 2250653"/>
              <a:gd name="connsiteX36" fmla="*/ 13346645 w 14787902"/>
              <a:gd name="connsiteY36" fmla="*/ 1776989 h 2250653"/>
              <a:gd name="connsiteX37" fmla="*/ 13109812 w 14787902"/>
              <a:gd name="connsiteY37" fmla="*/ 1776989 h 2250653"/>
              <a:gd name="connsiteX38" fmla="*/ 13109812 w 14787902"/>
              <a:gd name="connsiteY38" fmla="*/ 888587 h 2250653"/>
              <a:gd name="connsiteX39" fmla="*/ 12813678 w 14787902"/>
              <a:gd name="connsiteY39" fmla="*/ 552857 h 2250653"/>
              <a:gd name="connsiteX40" fmla="*/ 12418833 w 14787902"/>
              <a:gd name="connsiteY40" fmla="*/ 1066118 h 2250653"/>
              <a:gd name="connsiteX41" fmla="*/ 12418833 w 14787902"/>
              <a:gd name="connsiteY41" fmla="*/ 1776802 h 2250653"/>
              <a:gd name="connsiteX42" fmla="*/ 12182002 w 14787902"/>
              <a:gd name="connsiteY42" fmla="*/ 1776802 h 2250653"/>
              <a:gd name="connsiteX43" fmla="*/ 12182002 w 14787902"/>
              <a:gd name="connsiteY43" fmla="*/ 375139 h 2250653"/>
              <a:gd name="connsiteX44" fmla="*/ 12418833 w 14787902"/>
              <a:gd name="connsiteY44" fmla="*/ 375139 h 2250653"/>
              <a:gd name="connsiteX45" fmla="*/ 12418833 w 14787902"/>
              <a:gd name="connsiteY45" fmla="*/ 710871 h 2250653"/>
              <a:gd name="connsiteX46" fmla="*/ 12872981 w 14787902"/>
              <a:gd name="connsiteY46" fmla="*/ 355435 h 2250653"/>
              <a:gd name="connsiteX47" fmla="*/ 11293040 w 14787902"/>
              <a:gd name="connsiteY47" fmla="*/ 355435 h 2250653"/>
              <a:gd name="connsiteX48" fmla="*/ 11845896 w 14787902"/>
              <a:gd name="connsiteY48" fmla="*/ 829286 h 2250653"/>
              <a:gd name="connsiteX49" fmla="*/ 11845896 w 14787902"/>
              <a:gd name="connsiteY49" fmla="*/ 1461151 h 2250653"/>
              <a:gd name="connsiteX50" fmla="*/ 11944606 w 14787902"/>
              <a:gd name="connsiteY50" fmla="*/ 1619165 h 2250653"/>
              <a:gd name="connsiteX51" fmla="*/ 12063023 w 14787902"/>
              <a:gd name="connsiteY51" fmla="*/ 1599458 h 2250653"/>
              <a:gd name="connsiteX52" fmla="*/ 12063212 w 14787902"/>
              <a:gd name="connsiteY52" fmla="*/ 1599271 h 2250653"/>
              <a:gd name="connsiteX53" fmla="*/ 12063212 w 14787902"/>
              <a:gd name="connsiteY53" fmla="*/ 1776989 h 2250653"/>
              <a:gd name="connsiteX54" fmla="*/ 11885494 w 14787902"/>
              <a:gd name="connsiteY54" fmla="*/ 1796694 h 2250653"/>
              <a:gd name="connsiteX55" fmla="*/ 11609064 w 14787902"/>
              <a:gd name="connsiteY55" fmla="*/ 1520265 h 2250653"/>
              <a:gd name="connsiteX56" fmla="*/ 11609064 w 14787902"/>
              <a:gd name="connsiteY56" fmla="*/ 1460963 h 2250653"/>
              <a:gd name="connsiteX57" fmla="*/ 11589359 w 14787902"/>
              <a:gd name="connsiteY57" fmla="*/ 1460963 h 2250653"/>
              <a:gd name="connsiteX58" fmla="*/ 11115509 w 14787902"/>
              <a:gd name="connsiteY58" fmla="*/ 1816398 h 2250653"/>
              <a:gd name="connsiteX59" fmla="*/ 10681067 w 14787902"/>
              <a:gd name="connsiteY59" fmla="*/ 1441259 h 2250653"/>
              <a:gd name="connsiteX60" fmla="*/ 11253629 w 14787902"/>
              <a:gd name="connsiteY60" fmla="*/ 1026708 h 2250653"/>
              <a:gd name="connsiteX61" fmla="*/ 11589359 w 14787902"/>
              <a:gd name="connsiteY61" fmla="*/ 769984 h 2250653"/>
              <a:gd name="connsiteX62" fmla="*/ 11293227 w 14787902"/>
              <a:gd name="connsiteY62" fmla="*/ 533153 h 2250653"/>
              <a:gd name="connsiteX63" fmla="*/ 10957497 w 14787902"/>
              <a:gd name="connsiteY63" fmla="*/ 848992 h 2250653"/>
              <a:gd name="connsiteX64" fmla="*/ 10700773 w 14787902"/>
              <a:gd name="connsiteY64" fmla="*/ 848992 h 2250653"/>
              <a:gd name="connsiteX65" fmla="*/ 11293040 w 14787902"/>
              <a:gd name="connsiteY65" fmla="*/ 355435 h 2250653"/>
              <a:gd name="connsiteX66" fmla="*/ 9950869 w 14787902"/>
              <a:gd name="connsiteY66" fmla="*/ 355435 h 2250653"/>
              <a:gd name="connsiteX67" fmla="*/ 10543136 w 14787902"/>
              <a:gd name="connsiteY67" fmla="*/ 1066118 h 2250653"/>
              <a:gd name="connsiteX68" fmla="*/ 9950869 w 14787902"/>
              <a:gd name="connsiteY68" fmla="*/ 1816398 h 2250653"/>
              <a:gd name="connsiteX69" fmla="*/ 9477018 w 14787902"/>
              <a:gd name="connsiteY69" fmla="*/ 1460963 h 2250653"/>
              <a:gd name="connsiteX70" fmla="*/ 9457314 w 14787902"/>
              <a:gd name="connsiteY70" fmla="*/ 1460963 h 2250653"/>
              <a:gd name="connsiteX71" fmla="*/ 9457314 w 14787902"/>
              <a:gd name="connsiteY71" fmla="*/ 2250653 h 2250653"/>
              <a:gd name="connsiteX72" fmla="*/ 9220482 w 14787902"/>
              <a:gd name="connsiteY72" fmla="*/ 2250653 h 2250653"/>
              <a:gd name="connsiteX73" fmla="*/ 9220482 w 14787902"/>
              <a:gd name="connsiteY73" fmla="*/ 375139 h 2250653"/>
              <a:gd name="connsiteX74" fmla="*/ 9457314 w 14787902"/>
              <a:gd name="connsiteY74" fmla="*/ 375139 h 2250653"/>
              <a:gd name="connsiteX75" fmla="*/ 9457314 w 14787902"/>
              <a:gd name="connsiteY75" fmla="*/ 710871 h 2250653"/>
              <a:gd name="connsiteX76" fmla="*/ 9477018 w 14787902"/>
              <a:gd name="connsiteY76" fmla="*/ 710871 h 2250653"/>
              <a:gd name="connsiteX77" fmla="*/ 9950869 w 14787902"/>
              <a:gd name="connsiteY77" fmla="*/ 355435 h 2250653"/>
              <a:gd name="connsiteX78" fmla="*/ 7660247 w 14787902"/>
              <a:gd name="connsiteY78" fmla="*/ 355435 h 2250653"/>
              <a:gd name="connsiteX79" fmla="*/ 8094687 w 14787902"/>
              <a:gd name="connsiteY79" fmla="*/ 710871 h 2250653"/>
              <a:gd name="connsiteX80" fmla="*/ 8529128 w 14787902"/>
              <a:gd name="connsiteY80" fmla="*/ 355435 h 2250653"/>
              <a:gd name="connsiteX81" fmla="*/ 9002979 w 14787902"/>
              <a:gd name="connsiteY81" fmla="*/ 829286 h 2250653"/>
              <a:gd name="connsiteX82" fmla="*/ 9002979 w 14787902"/>
              <a:gd name="connsiteY82" fmla="*/ 1776989 h 2250653"/>
              <a:gd name="connsiteX83" fmla="*/ 8746255 w 14787902"/>
              <a:gd name="connsiteY83" fmla="*/ 1776989 h 2250653"/>
              <a:gd name="connsiteX84" fmla="*/ 8746255 w 14787902"/>
              <a:gd name="connsiteY84" fmla="*/ 848992 h 2250653"/>
              <a:gd name="connsiteX85" fmla="*/ 8469828 w 14787902"/>
              <a:gd name="connsiteY85" fmla="*/ 552857 h 2250653"/>
              <a:gd name="connsiteX86" fmla="*/ 8114393 w 14787902"/>
              <a:gd name="connsiteY86" fmla="*/ 1066118 h 2250653"/>
              <a:gd name="connsiteX87" fmla="*/ 8114393 w 14787902"/>
              <a:gd name="connsiteY87" fmla="*/ 1776802 h 2250653"/>
              <a:gd name="connsiteX88" fmla="*/ 7857667 w 14787902"/>
              <a:gd name="connsiteY88" fmla="*/ 1776802 h 2250653"/>
              <a:gd name="connsiteX89" fmla="*/ 7857667 w 14787902"/>
              <a:gd name="connsiteY89" fmla="*/ 848803 h 2250653"/>
              <a:gd name="connsiteX90" fmla="*/ 7581239 w 14787902"/>
              <a:gd name="connsiteY90" fmla="*/ 552670 h 2250653"/>
              <a:gd name="connsiteX91" fmla="*/ 7206099 w 14787902"/>
              <a:gd name="connsiteY91" fmla="*/ 1065931 h 2250653"/>
              <a:gd name="connsiteX92" fmla="*/ 7206099 w 14787902"/>
              <a:gd name="connsiteY92" fmla="*/ 1776613 h 2250653"/>
              <a:gd name="connsiteX93" fmla="*/ 6969268 w 14787902"/>
              <a:gd name="connsiteY93" fmla="*/ 1776613 h 2250653"/>
              <a:gd name="connsiteX94" fmla="*/ 6969268 w 14787902"/>
              <a:gd name="connsiteY94" fmla="*/ 375139 h 2250653"/>
              <a:gd name="connsiteX95" fmla="*/ 7206099 w 14787902"/>
              <a:gd name="connsiteY95" fmla="*/ 375139 h 2250653"/>
              <a:gd name="connsiteX96" fmla="*/ 7206099 w 14787902"/>
              <a:gd name="connsiteY96" fmla="*/ 710871 h 2250653"/>
              <a:gd name="connsiteX97" fmla="*/ 7660247 w 14787902"/>
              <a:gd name="connsiteY97" fmla="*/ 355435 h 2250653"/>
              <a:gd name="connsiteX98" fmla="*/ 6120466 w 14787902"/>
              <a:gd name="connsiteY98" fmla="*/ 355248 h 2250653"/>
              <a:gd name="connsiteX99" fmla="*/ 6791739 w 14787902"/>
              <a:gd name="connsiteY99" fmla="*/ 1085823 h 2250653"/>
              <a:gd name="connsiteX100" fmla="*/ 6120466 w 14787902"/>
              <a:gd name="connsiteY100" fmla="*/ 1816400 h 2250653"/>
              <a:gd name="connsiteX101" fmla="*/ 5429487 w 14787902"/>
              <a:gd name="connsiteY101" fmla="*/ 1085823 h 2250653"/>
              <a:gd name="connsiteX102" fmla="*/ 6120466 w 14787902"/>
              <a:gd name="connsiteY102" fmla="*/ 355248 h 2250653"/>
              <a:gd name="connsiteX103" fmla="*/ 4639609 w 14787902"/>
              <a:gd name="connsiteY103" fmla="*/ 355248 h 2250653"/>
              <a:gd name="connsiteX104" fmla="*/ 5271473 w 14787902"/>
              <a:gd name="connsiteY104" fmla="*/ 908106 h 2250653"/>
              <a:gd name="connsiteX105" fmla="*/ 5014749 w 14787902"/>
              <a:gd name="connsiteY105" fmla="*/ 908106 h 2250653"/>
              <a:gd name="connsiteX106" fmla="*/ 4639609 w 14787902"/>
              <a:gd name="connsiteY106" fmla="*/ 552670 h 2250653"/>
              <a:gd name="connsiteX107" fmla="*/ 4205167 w 14787902"/>
              <a:gd name="connsiteY107" fmla="*/ 1085823 h 2250653"/>
              <a:gd name="connsiteX108" fmla="*/ 4639609 w 14787902"/>
              <a:gd name="connsiteY108" fmla="*/ 1618975 h 2250653"/>
              <a:gd name="connsiteX109" fmla="*/ 5034454 w 14787902"/>
              <a:gd name="connsiteY109" fmla="*/ 1243837 h 2250653"/>
              <a:gd name="connsiteX110" fmla="*/ 5271284 w 14787902"/>
              <a:gd name="connsiteY110" fmla="*/ 1243837 h 2250653"/>
              <a:gd name="connsiteX111" fmla="*/ 4639422 w 14787902"/>
              <a:gd name="connsiteY111" fmla="*/ 1816400 h 2250653"/>
              <a:gd name="connsiteX112" fmla="*/ 3948443 w 14787902"/>
              <a:gd name="connsiteY112" fmla="*/ 1085823 h 2250653"/>
              <a:gd name="connsiteX113" fmla="*/ 3948630 w 14787902"/>
              <a:gd name="connsiteY113" fmla="*/ 1085823 h 2250653"/>
              <a:gd name="connsiteX114" fmla="*/ 4639609 w 14787902"/>
              <a:gd name="connsiteY114" fmla="*/ 355248 h 2250653"/>
              <a:gd name="connsiteX115" fmla="*/ 2369629 w 14787902"/>
              <a:gd name="connsiteY115" fmla="*/ 355248 h 2250653"/>
              <a:gd name="connsiteX116" fmla="*/ 3021197 w 14787902"/>
              <a:gd name="connsiteY116" fmla="*/ 1105529 h 2250653"/>
              <a:gd name="connsiteX117" fmla="*/ 3021197 w 14787902"/>
              <a:gd name="connsiteY117" fmla="*/ 1144937 h 2250653"/>
              <a:gd name="connsiteX118" fmla="*/ 3020823 w 14787902"/>
              <a:gd name="connsiteY118" fmla="*/ 1145124 h 2250653"/>
              <a:gd name="connsiteX119" fmla="*/ 1954706 w 14787902"/>
              <a:gd name="connsiteY119" fmla="*/ 1145124 h 2250653"/>
              <a:gd name="connsiteX120" fmla="*/ 2389146 w 14787902"/>
              <a:gd name="connsiteY120" fmla="*/ 1618975 h 2250653"/>
              <a:gd name="connsiteX121" fmla="*/ 2744582 w 14787902"/>
              <a:gd name="connsiteY121" fmla="*/ 1362251 h 2250653"/>
              <a:gd name="connsiteX122" fmla="*/ 3001306 w 14787902"/>
              <a:gd name="connsiteY122" fmla="*/ 1362251 h 2250653"/>
              <a:gd name="connsiteX123" fmla="*/ 2389335 w 14787902"/>
              <a:gd name="connsiteY123" fmla="*/ 1816400 h 2250653"/>
              <a:gd name="connsiteX124" fmla="*/ 1698356 w 14787902"/>
              <a:gd name="connsiteY124" fmla="*/ 1085823 h 2250653"/>
              <a:gd name="connsiteX125" fmla="*/ 2369629 w 14787902"/>
              <a:gd name="connsiteY125" fmla="*/ 355248 h 2250653"/>
              <a:gd name="connsiteX126" fmla="*/ 3297064 w 14787902"/>
              <a:gd name="connsiteY126" fmla="*/ 0 h 2250653"/>
              <a:gd name="connsiteX127" fmla="*/ 3553788 w 14787902"/>
              <a:gd name="connsiteY127" fmla="*/ 0 h 2250653"/>
              <a:gd name="connsiteX128" fmla="*/ 3553788 w 14787902"/>
              <a:gd name="connsiteY128" fmla="*/ 375141 h 2250653"/>
              <a:gd name="connsiteX129" fmla="*/ 3849920 w 14787902"/>
              <a:gd name="connsiteY129" fmla="*/ 375141 h 2250653"/>
              <a:gd name="connsiteX130" fmla="*/ 3849920 w 14787902"/>
              <a:gd name="connsiteY130" fmla="*/ 572563 h 2250653"/>
              <a:gd name="connsiteX131" fmla="*/ 3553788 w 14787902"/>
              <a:gd name="connsiteY131" fmla="*/ 572563 h 2250653"/>
              <a:gd name="connsiteX132" fmla="*/ 3553788 w 14787902"/>
              <a:gd name="connsiteY132" fmla="*/ 1401851 h 2250653"/>
              <a:gd name="connsiteX133" fmla="*/ 3711800 w 14787902"/>
              <a:gd name="connsiteY133" fmla="*/ 1618977 h 2250653"/>
              <a:gd name="connsiteX134" fmla="*/ 3849920 w 14787902"/>
              <a:gd name="connsiteY134" fmla="*/ 1579567 h 2250653"/>
              <a:gd name="connsiteX135" fmla="*/ 3849920 w 14787902"/>
              <a:gd name="connsiteY135" fmla="*/ 1776989 h 2250653"/>
              <a:gd name="connsiteX136" fmla="*/ 3691908 w 14787902"/>
              <a:gd name="connsiteY136" fmla="*/ 1816400 h 2250653"/>
              <a:gd name="connsiteX137" fmla="*/ 3297064 w 14787902"/>
              <a:gd name="connsiteY137" fmla="*/ 1421555 h 2250653"/>
              <a:gd name="connsiteX138" fmla="*/ 3297064 w 14787902"/>
              <a:gd name="connsiteY138" fmla="*/ 572563 h 2250653"/>
              <a:gd name="connsiteX139" fmla="*/ 3099642 w 14787902"/>
              <a:gd name="connsiteY139" fmla="*/ 572563 h 2250653"/>
              <a:gd name="connsiteX140" fmla="*/ 3099642 w 14787902"/>
              <a:gd name="connsiteY140" fmla="*/ 375141 h 2250653"/>
              <a:gd name="connsiteX141" fmla="*/ 3297064 w 14787902"/>
              <a:gd name="connsiteY141" fmla="*/ 375141 h 2250653"/>
              <a:gd name="connsiteX142" fmla="*/ 0 w 14787902"/>
              <a:gd name="connsiteY142" fmla="*/ 0 h 2250653"/>
              <a:gd name="connsiteX143" fmla="*/ 315839 w 14787902"/>
              <a:gd name="connsiteY143" fmla="*/ 0 h 2250653"/>
              <a:gd name="connsiteX144" fmla="*/ 1105528 w 14787902"/>
              <a:gd name="connsiteY144" fmla="*/ 1224132 h 2250653"/>
              <a:gd name="connsiteX145" fmla="*/ 1263540 w 14787902"/>
              <a:gd name="connsiteY145" fmla="*/ 1500561 h 2250653"/>
              <a:gd name="connsiteX146" fmla="*/ 1263540 w 14787902"/>
              <a:gd name="connsiteY146" fmla="*/ 0 h 2250653"/>
              <a:gd name="connsiteX147" fmla="*/ 1500372 w 14787902"/>
              <a:gd name="connsiteY147" fmla="*/ 0 h 2250653"/>
              <a:gd name="connsiteX148" fmla="*/ 1500372 w 14787902"/>
              <a:gd name="connsiteY148" fmla="*/ 1776989 h 2250653"/>
              <a:gd name="connsiteX149" fmla="*/ 1184534 w 14787902"/>
              <a:gd name="connsiteY149" fmla="*/ 1776989 h 2250653"/>
              <a:gd name="connsiteX150" fmla="*/ 394845 w 14787902"/>
              <a:gd name="connsiteY150" fmla="*/ 572563 h 2250653"/>
              <a:gd name="connsiteX151" fmla="*/ 256724 w 14787902"/>
              <a:gd name="connsiteY151" fmla="*/ 296135 h 2250653"/>
              <a:gd name="connsiteX152" fmla="*/ 237022 w 14787902"/>
              <a:gd name="connsiteY152" fmla="*/ 296135 h 2250653"/>
              <a:gd name="connsiteX153" fmla="*/ 256724 w 14787902"/>
              <a:gd name="connsiteY153" fmla="*/ 611972 h 2250653"/>
              <a:gd name="connsiteX154" fmla="*/ 256724 w 14787902"/>
              <a:gd name="connsiteY154" fmla="*/ 1776802 h 2250653"/>
              <a:gd name="connsiteX155" fmla="*/ 0 w 14787902"/>
              <a:gd name="connsiteY155" fmla="*/ 1776802 h 2250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4787902" h="2250653">
                <a:moveTo>
                  <a:pt x="11589172" y="1086010"/>
                </a:moveTo>
                <a:cubicBezTo>
                  <a:pt x="11510166" y="1145312"/>
                  <a:pt x="11391750" y="1184722"/>
                  <a:pt x="11293040" y="1204426"/>
                </a:cubicBezTo>
                <a:cubicBezTo>
                  <a:pt x="11115322" y="1243835"/>
                  <a:pt x="10917900" y="1263728"/>
                  <a:pt x="10917900" y="1421553"/>
                </a:cubicBezTo>
                <a:cubicBezTo>
                  <a:pt x="10917900" y="1559674"/>
                  <a:pt x="11036316" y="1618975"/>
                  <a:pt x="11174624" y="1618975"/>
                </a:cubicBezTo>
                <a:cubicBezTo>
                  <a:pt x="11451052" y="1618975"/>
                  <a:pt x="11589172" y="1421553"/>
                  <a:pt x="11589172" y="1145124"/>
                </a:cubicBezTo>
                <a:close/>
                <a:moveTo>
                  <a:pt x="2369254" y="552857"/>
                </a:moveTo>
                <a:cubicBezTo>
                  <a:pt x="2152128" y="552857"/>
                  <a:pt x="1994114" y="690978"/>
                  <a:pt x="1954706" y="967408"/>
                </a:cubicBezTo>
                <a:lnTo>
                  <a:pt x="2764099" y="967408"/>
                </a:lnTo>
                <a:cubicBezTo>
                  <a:pt x="2744397" y="690978"/>
                  <a:pt x="2586381" y="552857"/>
                  <a:pt x="2369254" y="552857"/>
                </a:cubicBezTo>
                <a:close/>
                <a:moveTo>
                  <a:pt x="6120654" y="552670"/>
                </a:moveTo>
                <a:cubicBezTo>
                  <a:pt x="5844225" y="552670"/>
                  <a:pt x="5686211" y="750092"/>
                  <a:pt x="5686211" y="1085823"/>
                </a:cubicBezTo>
                <a:cubicBezTo>
                  <a:pt x="5686211" y="1401662"/>
                  <a:pt x="5844225" y="1618975"/>
                  <a:pt x="6120654" y="1618975"/>
                </a:cubicBezTo>
                <a:cubicBezTo>
                  <a:pt x="6377377" y="1618975"/>
                  <a:pt x="6535203" y="1401849"/>
                  <a:pt x="6535203" y="1085823"/>
                </a:cubicBezTo>
                <a:cubicBezTo>
                  <a:pt x="6535203" y="750092"/>
                  <a:pt x="6377191" y="552670"/>
                  <a:pt x="6120654" y="552670"/>
                </a:cubicBezTo>
                <a:close/>
                <a:moveTo>
                  <a:pt x="9891567" y="532964"/>
                </a:moveTo>
                <a:cubicBezTo>
                  <a:pt x="9634843" y="532964"/>
                  <a:pt x="9457125" y="789690"/>
                  <a:pt x="9457125" y="1085823"/>
                </a:cubicBezTo>
                <a:cubicBezTo>
                  <a:pt x="9457125" y="1381957"/>
                  <a:pt x="9634843" y="1618975"/>
                  <a:pt x="9891567" y="1618975"/>
                </a:cubicBezTo>
                <a:cubicBezTo>
                  <a:pt x="10128400" y="1618975"/>
                  <a:pt x="10286412" y="1401849"/>
                  <a:pt x="10286412" y="1066118"/>
                </a:cubicBezTo>
                <a:cubicBezTo>
                  <a:pt x="10286412" y="750280"/>
                  <a:pt x="10128400" y="532964"/>
                  <a:pt x="9891567" y="532964"/>
                </a:cubicBezTo>
                <a:close/>
                <a:moveTo>
                  <a:pt x="13445542" y="375139"/>
                </a:moveTo>
                <a:lnTo>
                  <a:pt x="13721972" y="375139"/>
                </a:lnTo>
                <a:lnTo>
                  <a:pt x="14057702" y="1303137"/>
                </a:lnTo>
                <a:cubicBezTo>
                  <a:pt x="14077406" y="1382145"/>
                  <a:pt x="14097110" y="1461151"/>
                  <a:pt x="14117004" y="1559861"/>
                </a:cubicBezTo>
                <a:lnTo>
                  <a:pt x="14136708" y="1559861"/>
                </a:lnTo>
                <a:cubicBezTo>
                  <a:pt x="14156412" y="1461151"/>
                  <a:pt x="14176118" y="1382145"/>
                  <a:pt x="14196010" y="1303137"/>
                </a:cubicBezTo>
                <a:lnTo>
                  <a:pt x="14531740" y="375139"/>
                </a:lnTo>
                <a:lnTo>
                  <a:pt x="14787902" y="375139"/>
                </a:lnTo>
                <a:lnTo>
                  <a:pt x="14274641" y="1737392"/>
                </a:lnTo>
                <a:cubicBezTo>
                  <a:pt x="14195635" y="1934814"/>
                  <a:pt x="14017917" y="2250653"/>
                  <a:pt x="13702079" y="2250653"/>
                </a:cubicBezTo>
                <a:cubicBezTo>
                  <a:pt x="13603369" y="2250653"/>
                  <a:pt x="13544065" y="2230947"/>
                  <a:pt x="13524361" y="2211243"/>
                </a:cubicBezTo>
                <a:lnTo>
                  <a:pt x="13524361" y="2013820"/>
                </a:lnTo>
                <a:cubicBezTo>
                  <a:pt x="13563771" y="2033525"/>
                  <a:pt x="13623073" y="2053231"/>
                  <a:pt x="13682374" y="2053231"/>
                </a:cubicBezTo>
                <a:cubicBezTo>
                  <a:pt x="13860093" y="2053231"/>
                  <a:pt x="13958803" y="1934814"/>
                  <a:pt x="14018104" y="1816398"/>
                </a:cubicBezTo>
                <a:close/>
                <a:moveTo>
                  <a:pt x="12872981" y="355435"/>
                </a:moveTo>
                <a:cubicBezTo>
                  <a:pt x="13149409" y="355435"/>
                  <a:pt x="13346832" y="552857"/>
                  <a:pt x="13346832" y="829286"/>
                </a:cubicBezTo>
                <a:lnTo>
                  <a:pt x="13346645" y="829286"/>
                </a:lnTo>
                <a:lnTo>
                  <a:pt x="13346645" y="1776989"/>
                </a:lnTo>
                <a:lnTo>
                  <a:pt x="13109812" y="1776989"/>
                </a:lnTo>
                <a:lnTo>
                  <a:pt x="13109812" y="888587"/>
                </a:lnTo>
                <a:cubicBezTo>
                  <a:pt x="13109812" y="671461"/>
                  <a:pt x="12991396" y="552857"/>
                  <a:pt x="12813678" y="552857"/>
                </a:cubicBezTo>
                <a:cubicBezTo>
                  <a:pt x="12576847" y="552857"/>
                  <a:pt x="12418833" y="730575"/>
                  <a:pt x="12418833" y="1066118"/>
                </a:cubicBezTo>
                <a:lnTo>
                  <a:pt x="12418833" y="1776802"/>
                </a:lnTo>
                <a:lnTo>
                  <a:pt x="12182002" y="1776802"/>
                </a:lnTo>
                <a:lnTo>
                  <a:pt x="12182002" y="375139"/>
                </a:lnTo>
                <a:lnTo>
                  <a:pt x="12418833" y="375139"/>
                </a:lnTo>
                <a:lnTo>
                  <a:pt x="12418833" y="710871"/>
                </a:lnTo>
                <a:cubicBezTo>
                  <a:pt x="12458243" y="474038"/>
                  <a:pt x="12655666" y="355435"/>
                  <a:pt x="12872981" y="355435"/>
                </a:cubicBezTo>
                <a:close/>
                <a:moveTo>
                  <a:pt x="11293040" y="355435"/>
                </a:moveTo>
                <a:cubicBezTo>
                  <a:pt x="11648474" y="355435"/>
                  <a:pt x="11845896" y="513449"/>
                  <a:pt x="11845896" y="829286"/>
                </a:cubicBezTo>
                <a:lnTo>
                  <a:pt x="11845896" y="1461151"/>
                </a:lnTo>
                <a:cubicBezTo>
                  <a:pt x="11845896" y="1599271"/>
                  <a:pt x="11905198" y="1619165"/>
                  <a:pt x="11944606" y="1619165"/>
                </a:cubicBezTo>
                <a:cubicBezTo>
                  <a:pt x="11984017" y="1619165"/>
                  <a:pt x="12023614" y="1599458"/>
                  <a:pt x="12063023" y="1599458"/>
                </a:cubicBezTo>
                <a:lnTo>
                  <a:pt x="12063212" y="1599271"/>
                </a:lnTo>
                <a:lnTo>
                  <a:pt x="12063212" y="1776989"/>
                </a:lnTo>
                <a:cubicBezTo>
                  <a:pt x="12003910" y="1796694"/>
                  <a:pt x="11944795" y="1796694"/>
                  <a:pt x="11885494" y="1796694"/>
                </a:cubicBezTo>
                <a:cubicBezTo>
                  <a:pt x="11688072" y="1796694"/>
                  <a:pt x="11609064" y="1678277"/>
                  <a:pt x="11609064" y="1520265"/>
                </a:cubicBezTo>
                <a:lnTo>
                  <a:pt x="11609064" y="1460963"/>
                </a:lnTo>
                <a:lnTo>
                  <a:pt x="11589359" y="1460963"/>
                </a:lnTo>
                <a:cubicBezTo>
                  <a:pt x="11530060" y="1678090"/>
                  <a:pt x="11352529" y="1816398"/>
                  <a:pt x="11115509" y="1816398"/>
                </a:cubicBezTo>
                <a:cubicBezTo>
                  <a:pt x="10878489" y="1816398"/>
                  <a:pt x="10681067" y="1697983"/>
                  <a:pt x="10681067" y="1441259"/>
                </a:cubicBezTo>
                <a:cubicBezTo>
                  <a:pt x="10681067" y="1105527"/>
                  <a:pt x="10977201" y="1066118"/>
                  <a:pt x="11253629" y="1026708"/>
                </a:cubicBezTo>
                <a:cubicBezTo>
                  <a:pt x="11470756" y="987300"/>
                  <a:pt x="11589359" y="947702"/>
                  <a:pt x="11589359" y="769984"/>
                </a:cubicBezTo>
                <a:cubicBezTo>
                  <a:pt x="11589359" y="651569"/>
                  <a:pt x="11510353" y="533153"/>
                  <a:pt x="11293227" y="533153"/>
                </a:cubicBezTo>
                <a:cubicBezTo>
                  <a:pt x="11076101" y="533153"/>
                  <a:pt x="10957497" y="631863"/>
                  <a:pt x="10957497" y="848992"/>
                </a:cubicBezTo>
                <a:lnTo>
                  <a:pt x="10700773" y="848992"/>
                </a:lnTo>
                <a:cubicBezTo>
                  <a:pt x="10720477" y="533153"/>
                  <a:pt x="10917900" y="355435"/>
                  <a:pt x="11293040" y="355435"/>
                </a:cubicBezTo>
                <a:close/>
                <a:moveTo>
                  <a:pt x="9950869" y="355435"/>
                </a:moveTo>
                <a:cubicBezTo>
                  <a:pt x="10306305" y="355435"/>
                  <a:pt x="10543136" y="651569"/>
                  <a:pt x="10543136" y="1066118"/>
                </a:cubicBezTo>
                <a:cubicBezTo>
                  <a:pt x="10543136" y="1500561"/>
                  <a:pt x="10286412" y="1816398"/>
                  <a:pt x="9950869" y="1816398"/>
                </a:cubicBezTo>
                <a:cubicBezTo>
                  <a:pt x="9733742" y="1816398"/>
                  <a:pt x="9536320" y="1697983"/>
                  <a:pt x="9477018" y="1460963"/>
                </a:cubicBezTo>
                <a:lnTo>
                  <a:pt x="9457314" y="1460963"/>
                </a:lnTo>
                <a:lnTo>
                  <a:pt x="9457314" y="2250653"/>
                </a:lnTo>
                <a:lnTo>
                  <a:pt x="9220482" y="2250653"/>
                </a:lnTo>
                <a:lnTo>
                  <a:pt x="9220482" y="375139"/>
                </a:lnTo>
                <a:lnTo>
                  <a:pt x="9457314" y="375139"/>
                </a:lnTo>
                <a:lnTo>
                  <a:pt x="9457314" y="710871"/>
                </a:lnTo>
                <a:lnTo>
                  <a:pt x="9477018" y="710871"/>
                </a:lnTo>
                <a:cubicBezTo>
                  <a:pt x="9536320" y="474038"/>
                  <a:pt x="9733742" y="355435"/>
                  <a:pt x="9950869" y="355435"/>
                </a:cubicBezTo>
                <a:close/>
                <a:moveTo>
                  <a:pt x="7660247" y="355435"/>
                </a:moveTo>
                <a:cubicBezTo>
                  <a:pt x="7857667" y="355435"/>
                  <a:pt x="8035385" y="473851"/>
                  <a:pt x="8094687" y="710871"/>
                </a:cubicBezTo>
                <a:cubicBezTo>
                  <a:pt x="8153988" y="454147"/>
                  <a:pt x="8351411" y="355435"/>
                  <a:pt x="8529128" y="355435"/>
                </a:cubicBezTo>
                <a:cubicBezTo>
                  <a:pt x="8785852" y="355435"/>
                  <a:pt x="9002979" y="533153"/>
                  <a:pt x="9002979" y="829286"/>
                </a:cubicBezTo>
                <a:lnTo>
                  <a:pt x="9002979" y="1776989"/>
                </a:lnTo>
                <a:lnTo>
                  <a:pt x="8746255" y="1776989"/>
                </a:lnTo>
                <a:lnTo>
                  <a:pt x="8746255" y="848992"/>
                </a:lnTo>
                <a:cubicBezTo>
                  <a:pt x="8746255" y="671274"/>
                  <a:pt x="8627841" y="552857"/>
                  <a:pt x="8469828" y="552857"/>
                </a:cubicBezTo>
                <a:cubicBezTo>
                  <a:pt x="8252701" y="552857"/>
                  <a:pt x="8114393" y="730575"/>
                  <a:pt x="8114393" y="1066118"/>
                </a:cubicBezTo>
                <a:lnTo>
                  <a:pt x="8114393" y="1776802"/>
                </a:lnTo>
                <a:lnTo>
                  <a:pt x="7857667" y="1776802"/>
                </a:lnTo>
                <a:lnTo>
                  <a:pt x="7857667" y="848803"/>
                </a:lnTo>
                <a:cubicBezTo>
                  <a:pt x="7857667" y="671084"/>
                  <a:pt x="7739253" y="552670"/>
                  <a:pt x="7581239" y="552670"/>
                </a:cubicBezTo>
                <a:cubicBezTo>
                  <a:pt x="7364113" y="552670"/>
                  <a:pt x="7206099" y="769797"/>
                  <a:pt x="7206099" y="1065931"/>
                </a:cubicBezTo>
                <a:lnTo>
                  <a:pt x="7206099" y="1776613"/>
                </a:lnTo>
                <a:lnTo>
                  <a:pt x="6969268" y="1776613"/>
                </a:lnTo>
                <a:lnTo>
                  <a:pt x="6969268" y="375139"/>
                </a:lnTo>
                <a:lnTo>
                  <a:pt x="7206099" y="375139"/>
                </a:lnTo>
                <a:lnTo>
                  <a:pt x="7206099" y="710871"/>
                </a:lnTo>
                <a:cubicBezTo>
                  <a:pt x="7265401" y="474038"/>
                  <a:pt x="7442931" y="355435"/>
                  <a:pt x="7660247" y="355435"/>
                </a:cubicBezTo>
                <a:close/>
                <a:moveTo>
                  <a:pt x="6120466" y="355248"/>
                </a:moveTo>
                <a:cubicBezTo>
                  <a:pt x="6554719" y="355248"/>
                  <a:pt x="6791739" y="651380"/>
                  <a:pt x="6791739" y="1085823"/>
                </a:cubicBezTo>
                <a:cubicBezTo>
                  <a:pt x="6791739" y="1520265"/>
                  <a:pt x="6535015" y="1816400"/>
                  <a:pt x="6120466" y="1816400"/>
                </a:cubicBezTo>
                <a:cubicBezTo>
                  <a:pt x="5705915" y="1816400"/>
                  <a:pt x="5429487" y="1520265"/>
                  <a:pt x="5429487" y="1085823"/>
                </a:cubicBezTo>
                <a:cubicBezTo>
                  <a:pt x="5429487" y="651380"/>
                  <a:pt x="5686211" y="355248"/>
                  <a:pt x="6120466" y="355248"/>
                </a:cubicBezTo>
                <a:close/>
                <a:moveTo>
                  <a:pt x="4639609" y="355248"/>
                </a:moveTo>
                <a:cubicBezTo>
                  <a:pt x="4995043" y="355248"/>
                  <a:pt x="5251580" y="572374"/>
                  <a:pt x="5271473" y="908106"/>
                </a:cubicBezTo>
                <a:lnTo>
                  <a:pt x="5014749" y="908106"/>
                </a:lnTo>
                <a:cubicBezTo>
                  <a:pt x="4995043" y="710682"/>
                  <a:pt x="4896333" y="552670"/>
                  <a:pt x="4639609" y="552670"/>
                </a:cubicBezTo>
                <a:cubicBezTo>
                  <a:pt x="4382885" y="552670"/>
                  <a:pt x="4205167" y="769797"/>
                  <a:pt x="4205167" y="1085823"/>
                </a:cubicBezTo>
                <a:cubicBezTo>
                  <a:pt x="4205167" y="1401849"/>
                  <a:pt x="4382885" y="1618975"/>
                  <a:pt x="4639609" y="1618975"/>
                </a:cubicBezTo>
                <a:cubicBezTo>
                  <a:pt x="4856736" y="1618975"/>
                  <a:pt x="4995043" y="1480857"/>
                  <a:pt x="5034454" y="1243837"/>
                </a:cubicBezTo>
                <a:lnTo>
                  <a:pt x="5271284" y="1243837"/>
                </a:lnTo>
                <a:cubicBezTo>
                  <a:pt x="5251580" y="1599271"/>
                  <a:pt x="4994856" y="1816400"/>
                  <a:pt x="4639422" y="1816400"/>
                </a:cubicBezTo>
                <a:cubicBezTo>
                  <a:pt x="4244576" y="1816400"/>
                  <a:pt x="3948443" y="1520265"/>
                  <a:pt x="3948443" y="1085823"/>
                </a:cubicBezTo>
                <a:lnTo>
                  <a:pt x="3948630" y="1085823"/>
                </a:lnTo>
                <a:cubicBezTo>
                  <a:pt x="3948630" y="651380"/>
                  <a:pt x="4225061" y="355248"/>
                  <a:pt x="4639609" y="355248"/>
                </a:cubicBezTo>
                <a:close/>
                <a:moveTo>
                  <a:pt x="2369629" y="355248"/>
                </a:moveTo>
                <a:cubicBezTo>
                  <a:pt x="2784179" y="355248"/>
                  <a:pt x="3021197" y="671086"/>
                  <a:pt x="3021197" y="1105529"/>
                </a:cubicBezTo>
                <a:lnTo>
                  <a:pt x="3021197" y="1144937"/>
                </a:lnTo>
                <a:lnTo>
                  <a:pt x="3020823" y="1145124"/>
                </a:lnTo>
                <a:lnTo>
                  <a:pt x="1954706" y="1145124"/>
                </a:lnTo>
                <a:cubicBezTo>
                  <a:pt x="1974412" y="1441259"/>
                  <a:pt x="2152128" y="1618975"/>
                  <a:pt x="2389146" y="1618975"/>
                </a:cubicBezTo>
                <a:cubicBezTo>
                  <a:pt x="2566864" y="1618975"/>
                  <a:pt x="2724876" y="1520265"/>
                  <a:pt x="2744582" y="1362251"/>
                </a:cubicBezTo>
                <a:lnTo>
                  <a:pt x="3001306" y="1362251"/>
                </a:lnTo>
                <a:cubicBezTo>
                  <a:pt x="2961896" y="1638682"/>
                  <a:pt x="2705172" y="1816400"/>
                  <a:pt x="2389335" y="1816400"/>
                </a:cubicBezTo>
                <a:cubicBezTo>
                  <a:pt x="1974784" y="1816400"/>
                  <a:pt x="1698356" y="1539969"/>
                  <a:pt x="1698356" y="1085823"/>
                </a:cubicBezTo>
                <a:cubicBezTo>
                  <a:pt x="1698356" y="671274"/>
                  <a:pt x="1955080" y="355248"/>
                  <a:pt x="2369629" y="355248"/>
                </a:cubicBezTo>
                <a:close/>
                <a:moveTo>
                  <a:pt x="3297064" y="0"/>
                </a:moveTo>
                <a:lnTo>
                  <a:pt x="3553788" y="0"/>
                </a:lnTo>
                <a:lnTo>
                  <a:pt x="3553788" y="375141"/>
                </a:lnTo>
                <a:lnTo>
                  <a:pt x="3849920" y="375141"/>
                </a:lnTo>
                <a:lnTo>
                  <a:pt x="3849920" y="572563"/>
                </a:lnTo>
                <a:lnTo>
                  <a:pt x="3553788" y="572563"/>
                </a:lnTo>
                <a:lnTo>
                  <a:pt x="3553788" y="1401851"/>
                </a:lnTo>
                <a:cubicBezTo>
                  <a:pt x="3553788" y="1559863"/>
                  <a:pt x="3613089" y="1618977"/>
                  <a:pt x="3711800" y="1618977"/>
                </a:cubicBezTo>
                <a:cubicBezTo>
                  <a:pt x="3771104" y="1618977"/>
                  <a:pt x="3810512" y="1599273"/>
                  <a:pt x="3849920" y="1579567"/>
                </a:cubicBezTo>
                <a:lnTo>
                  <a:pt x="3849920" y="1776989"/>
                </a:lnTo>
                <a:cubicBezTo>
                  <a:pt x="3810512" y="1796696"/>
                  <a:pt x="3751210" y="1816400"/>
                  <a:pt x="3691908" y="1816400"/>
                </a:cubicBezTo>
                <a:cubicBezTo>
                  <a:pt x="3455078" y="1816400"/>
                  <a:pt x="3297064" y="1697983"/>
                  <a:pt x="3297064" y="1421555"/>
                </a:cubicBezTo>
                <a:lnTo>
                  <a:pt x="3297064" y="572563"/>
                </a:lnTo>
                <a:lnTo>
                  <a:pt x="3099642" y="572563"/>
                </a:lnTo>
                <a:lnTo>
                  <a:pt x="3099642" y="375141"/>
                </a:lnTo>
                <a:lnTo>
                  <a:pt x="3297064" y="375141"/>
                </a:lnTo>
                <a:close/>
                <a:moveTo>
                  <a:pt x="0" y="0"/>
                </a:moveTo>
                <a:lnTo>
                  <a:pt x="315839" y="0"/>
                </a:lnTo>
                <a:lnTo>
                  <a:pt x="1105528" y="1224132"/>
                </a:lnTo>
                <a:cubicBezTo>
                  <a:pt x="1164830" y="1322843"/>
                  <a:pt x="1223944" y="1421555"/>
                  <a:pt x="1263540" y="1500561"/>
                </a:cubicBezTo>
                <a:lnTo>
                  <a:pt x="1263540" y="0"/>
                </a:lnTo>
                <a:lnTo>
                  <a:pt x="1500372" y="0"/>
                </a:lnTo>
                <a:lnTo>
                  <a:pt x="1500372" y="1776989"/>
                </a:lnTo>
                <a:lnTo>
                  <a:pt x="1184534" y="1776989"/>
                </a:lnTo>
                <a:lnTo>
                  <a:pt x="394845" y="572563"/>
                </a:lnTo>
                <a:cubicBezTo>
                  <a:pt x="335543" y="473851"/>
                  <a:pt x="276430" y="375141"/>
                  <a:pt x="256724" y="296135"/>
                </a:cubicBezTo>
                <a:lnTo>
                  <a:pt x="237022" y="296135"/>
                </a:lnTo>
                <a:cubicBezTo>
                  <a:pt x="256724" y="375141"/>
                  <a:pt x="256724" y="493557"/>
                  <a:pt x="256724" y="611972"/>
                </a:cubicBezTo>
                <a:lnTo>
                  <a:pt x="256724" y="1776802"/>
                </a:lnTo>
                <a:lnTo>
                  <a:pt x="0" y="177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19990C7-A6B6-3218-185C-2B3CB4E15DD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1" name="Picture Placeholder 7">
            <a:extLst>
              <a:ext uri="{FF2B5EF4-FFF2-40B4-BE49-F238E27FC236}">
                <a16:creationId xmlns:a16="http://schemas.microsoft.com/office/drawing/2014/main" id="{58BAAEBB-CB87-C7F1-0E96-B48C28895A8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3200" cy="6861600"/>
          </a:xfrm>
          <a:solidFill>
            <a:schemeClr val="tx1">
              <a:lumMod val="85000"/>
            </a:schemeClr>
          </a:solidFill>
        </p:spPr>
        <p:txBody>
          <a:bodyPr lIns="0" tIns="1116000" anchor="ctr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lang="en-US" altLang="zh-HK"/>
              <a:t>Click icon to add picture, then right click and select option Send to Back</a:t>
            </a:r>
          </a:p>
        </p:txBody>
      </p:sp>
    </p:spTree>
    <p:extLst>
      <p:ext uri="{BB962C8B-B14F-4D97-AF65-F5344CB8AC3E}">
        <p14:creationId xmlns:p14="http://schemas.microsoft.com/office/powerpoint/2010/main" val="8376174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50">
          <p15:clr>
            <a:srgbClr val="A4A3A4"/>
          </p15:clr>
        </p15:guide>
        <p15:guide id="2" orient="horz" pos="1168">
          <p15:clr>
            <a:srgbClr val="A4A3A4"/>
          </p15:clr>
        </p15:guide>
        <p15:guide id="3" orient="horz" pos="2101">
          <p15:clr>
            <a:srgbClr val="A4A3A4"/>
          </p15:clr>
        </p15:guide>
        <p15:guide id="4" orient="horz" pos="2218">
          <p15:clr>
            <a:srgbClr val="A4A3A4"/>
          </p15:clr>
        </p15:guide>
        <p15:guide id="5" orient="horz" pos="3151">
          <p15:clr>
            <a:srgbClr val="A4A3A4"/>
          </p15:clr>
        </p15:guide>
        <p15:guide id="6" orient="horz" pos="3269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uide">
            <a:extLst>
              <a:ext uri="{FF2B5EF4-FFF2-40B4-BE49-F238E27FC236}">
                <a16:creationId xmlns:a16="http://schemas.microsoft.com/office/drawing/2014/main" id="{04A3CA84-1BA5-C9F8-E2B7-D59689A69C85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587316" y="-1"/>
            <a:ext cx="2605059" cy="4512011"/>
            <a:chOff x="12587316" y="-1"/>
            <a:chExt cx="2605059" cy="4512011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01F7A90-8978-F336-7E62-572CEB197A0A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597199" y="524477"/>
              <a:ext cx="725714" cy="664212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020A59E-FCAF-A2FA-5B7B-6D5A4478F2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8400" y="-1"/>
              <a:ext cx="160300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/>
                <a:t>How to insert picture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E5B129C-8A99-02EE-9661-90141E5EB89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0859"/>
              <a:ext cx="239007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0"/>
                <a:t>Click on icon and select image </a:t>
              </a: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3C951252-A180-BF67-FE82-86DCEF652292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 rotWithShape="1">
            <a:blip r:embed="rId3"/>
            <a:srcRect t="58157" r="3019" b="37657"/>
            <a:stretch/>
          </p:blipFill>
          <p:spPr>
            <a:xfrm>
              <a:off x="12597199" y="1988288"/>
              <a:ext cx="2559789" cy="279658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3DA7137-6DEE-3502-8939-0C9614F2376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7199" y="1381404"/>
              <a:ext cx="2559789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/>
                <a:t>Once you have inserted image, right click on it and select option </a:t>
              </a:r>
              <a:br>
                <a:rPr lang="en-GB" sz="1200" b="0"/>
              </a:br>
              <a:r>
                <a:rPr lang="en-GB" sz="1200" b="1"/>
                <a:t>Send to Back</a:t>
              </a:r>
              <a:endParaRPr lang="en-GB" sz="1200" b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7732975-93F5-C381-37F4-1572BE9F80A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656615"/>
              <a:ext cx="173444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/>
                <a:t>How to change picture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1925F6F-7EA7-8D66-D0A0-B5280596A3B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47475"/>
              <a:ext cx="2390078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/>
                <a:t>Click on the frame of slide and select picture</a:t>
              </a:r>
              <a:br>
                <a:rPr lang="en-GB" sz="1200" b="0"/>
              </a:br>
              <a:br>
                <a:rPr lang="en-GB" sz="1200" b="0"/>
              </a:br>
              <a:r>
                <a:rPr lang="en-GB" sz="1200" b="0"/>
                <a:t>Once you have selected image right click on it and select option</a:t>
              </a:r>
              <a:br>
                <a:rPr lang="en-GB" sz="1200" b="0"/>
              </a:br>
              <a:r>
                <a:rPr lang="en-GB" sz="1200" b="1"/>
                <a:t>Change picture</a:t>
              </a:r>
              <a:endParaRPr lang="en-GB" sz="1200" b="0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EB857EE3-B34F-876C-9439-5030C59A955E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595999" y="4158512"/>
              <a:ext cx="2596376" cy="353498"/>
            </a:xfrm>
            <a:prstGeom prst="rect">
              <a:avLst/>
            </a:prstGeom>
          </p:spPr>
        </p:pic>
      </p:grpSp>
      <p:sp>
        <p:nvSpPr>
          <p:cNvPr id="8" name="Grid - picture">
            <a:extLst>
              <a:ext uri="{FF2B5EF4-FFF2-40B4-BE49-F238E27FC236}">
                <a16:creationId xmlns:a16="http://schemas.microsoft.com/office/drawing/2014/main" id="{0E7FCCDA-1820-AC61-B837-6658D1BE0AD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0" y="0"/>
            <a:ext cx="4498974" cy="6858000"/>
          </a:xfrm>
          <a:custGeom>
            <a:avLst/>
            <a:gdLst>
              <a:gd name="connsiteX0" fmla="*/ 183018 w 4498974"/>
              <a:gd name="connsiteY0" fmla="*/ 0 h 6858000"/>
              <a:gd name="connsiteX1" fmla="*/ 190218 w 4498974"/>
              <a:gd name="connsiteY1" fmla="*/ 0 h 6858000"/>
              <a:gd name="connsiteX2" fmla="*/ 190218 w 4498974"/>
              <a:gd name="connsiteY2" fmla="*/ 183019 h 6858000"/>
              <a:gd name="connsiteX3" fmla="*/ 4498974 w 4498974"/>
              <a:gd name="connsiteY3" fmla="*/ 183019 h 6858000"/>
              <a:gd name="connsiteX4" fmla="*/ 4498974 w 4498974"/>
              <a:gd name="connsiteY4" fmla="*/ 190219 h 6858000"/>
              <a:gd name="connsiteX5" fmla="*/ 190218 w 4498974"/>
              <a:gd name="connsiteY5" fmla="*/ 190219 h 6858000"/>
              <a:gd name="connsiteX6" fmla="*/ 190218 w 4498974"/>
              <a:gd name="connsiteY6" fmla="*/ 6667781 h 6858000"/>
              <a:gd name="connsiteX7" fmla="*/ 4498974 w 4498974"/>
              <a:gd name="connsiteY7" fmla="*/ 6667781 h 6858000"/>
              <a:gd name="connsiteX8" fmla="*/ 4498974 w 4498974"/>
              <a:gd name="connsiteY8" fmla="*/ 6674981 h 6858000"/>
              <a:gd name="connsiteX9" fmla="*/ 190218 w 4498974"/>
              <a:gd name="connsiteY9" fmla="*/ 6674981 h 6858000"/>
              <a:gd name="connsiteX10" fmla="*/ 190218 w 4498974"/>
              <a:gd name="connsiteY10" fmla="*/ 6858000 h 6858000"/>
              <a:gd name="connsiteX11" fmla="*/ 183018 w 4498974"/>
              <a:gd name="connsiteY11" fmla="*/ 6858000 h 6858000"/>
              <a:gd name="connsiteX12" fmla="*/ 183018 w 4498974"/>
              <a:gd name="connsiteY12" fmla="*/ 6674981 h 6858000"/>
              <a:gd name="connsiteX13" fmla="*/ 0 w 4498974"/>
              <a:gd name="connsiteY13" fmla="*/ 6674981 h 6858000"/>
              <a:gd name="connsiteX14" fmla="*/ 0 w 4498974"/>
              <a:gd name="connsiteY14" fmla="*/ 6667781 h 6858000"/>
              <a:gd name="connsiteX15" fmla="*/ 183018 w 4498974"/>
              <a:gd name="connsiteY15" fmla="*/ 6667781 h 6858000"/>
              <a:gd name="connsiteX16" fmla="*/ 183018 w 4498974"/>
              <a:gd name="connsiteY16" fmla="*/ 190219 h 6858000"/>
              <a:gd name="connsiteX17" fmla="*/ 0 w 4498974"/>
              <a:gd name="connsiteY17" fmla="*/ 190219 h 6858000"/>
              <a:gd name="connsiteX18" fmla="*/ 0 w 4498974"/>
              <a:gd name="connsiteY18" fmla="*/ 183019 h 6858000"/>
              <a:gd name="connsiteX19" fmla="*/ 183018 w 4498974"/>
              <a:gd name="connsiteY19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498974" h="6858000">
                <a:moveTo>
                  <a:pt x="183018" y="0"/>
                </a:moveTo>
                <a:lnTo>
                  <a:pt x="190218" y="0"/>
                </a:lnTo>
                <a:lnTo>
                  <a:pt x="190218" y="183019"/>
                </a:lnTo>
                <a:lnTo>
                  <a:pt x="4498974" y="183019"/>
                </a:lnTo>
                <a:lnTo>
                  <a:pt x="4498974" y="190219"/>
                </a:lnTo>
                <a:lnTo>
                  <a:pt x="190218" y="190219"/>
                </a:lnTo>
                <a:lnTo>
                  <a:pt x="190218" y="6667781"/>
                </a:lnTo>
                <a:lnTo>
                  <a:pt x="4498974" y="6667781"/>
                </a:lnTo>
                <a:lnTo>
                  <a:pt x="4498974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Logo">
            <a:extLst>
              <a:ext uri="{FF2B5EF4-FFF2-40B4-BE49-F238E27FC236}">
                <a16:creationId xmlns:a16="http://schemas.microsoft.com/office/drawing/2014/main" id="{A50615D6-0A3E-B10F-FB0D-DE6A1159C7EE}"/>
              </a:ext>
            </a:extLst>
          </p:cNvPr>
          <p:cNvSpPr/>
          <p:nvPr userDrawn="1"/>
        </p:nvSpPr>
        <p:spPr>
          <a:xfrm>
            <a:off x="4684712" y="6553953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9C18C5-C86E-FADA-D411-2FABFD8B6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4712" y="185737"/>
            <a:ext cx="7319963" cy="9477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422C190-2DCB-D260-7EEA-9F975E6DB595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185738" y="4952999"/>
            <a:ext cx="3001962" cy="1717675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tabLst/>
              <a:defRPr sz="2400" b="0">
                <a:solidFill>
                  <a:schemeClr val="bg1"/>
                </a:solidFill>
              </a:defRPr>
            </a:lvl9pPr>
          </a:lstStyle>
          <a:p>
            <a:r>
              <a:rPr lang="en-US"/>
              <a:t>“Add statement about effects for business, society or customers”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686300" y="1440000"/>
            <a:ext cx="3564000" cy="4428000"/>
          </a:xfrm>
        </p:spPr>
        <p:txBody>
          <a:bodyPr>
            <a:normAutofit/>
          </a:bodyPr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altLang="zh-HK" noProof="0"/>
              <a:t>Click to add text</a:t>
            </a:r>
            <a:endParaRPr lang="en-GB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439150" y="1440000"/>
            <a:ext cx="3565525" cy="4428000"/>
          </a:xfrm>
        </p:spPr>
        <p:txBody>
          <a:bodyPr>
            <a:normAutofit/>
          </a:bodyPr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altLang="zh-HK" noProof="0"/>
              <a:t>Click to add text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F63A2C-6198-4B31-B738-56535BA7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8C8B7966-A6D0-CD9C-64D3-C52B2040FAC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4498975" cy="6858000"/>
          </a:xfrm>
          <a:solidFill>
            <a:schemeClr val="bg1">
              <a:lumMod val="85000"/>
            </a:schemeClr>
          </a:solidFill>
        </p:spPr>
        <p:txBody>
          <a:bodyPr lIns="0" tIns="3708000" anchor="t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altLang="zh-HK"/>
              <a:t>Click icon to add picture, then right click and select option Send to Back</a:t>
            </a:r>
          </a:p>
        </p:txBody>
      </p:sp>
    </p:spTree>
    <p:extLst>
      <p:ext uri="{BB962C8B-B14F-4D97-AF65-F5344CB8AC3E}">
        <p14:creationId xmlns:p14="http://schemas.microsoft.com/office/powerpoint/2010/main" val="21082128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0DA71C2-845C-4AD9-A7C4-08E016602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C79408F-6183-C914-F0E6-2BEA16F53A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088864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gr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ckgrounds">
            <a:extLst>
              <a:ext uri="{FF2B5EF4-FFF2-40B4-BE49-F238E27FC236}">
                <a16:creationId xmlns:a16="http://schemas.microsoft.com/office/drawing/2014/main" id="{3736B150-1203-331B-40BE-FF1D661BAB76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123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err="1"/>
          </a:p>
        </p:txBody>
      </p:sp>
      <p:sp>
        <p:nvSpPr>
          <p:cNvPr id="2" name="Grid">
            <a:extLst>
              <a:ext uri="{FF2B5EF4-FFF2-40B4-BE49-F238E27FC236}">
                <a16:creationId xmlns:a16="http://schemas.microsoft.com/office/drawing/2014/main" id="{266659E1-20C2-AFA5-20C1-CDFF6B0F8116}"/>
              </a:ext>
            </a:extLst>
          </p:cNvPr>
          <p:cNvSpPr/>
          <p:nvPr userDrawn="1"/>
        </p:nvSpPr>
        <p:spPr>
          <a:xfrm>
            <a:off x="-598" y="2381"/>
            <a:ext cx="12193199" cy="6858000"/>
          </a:xfrm>
          <a:custGeom>
            <a:avLst/>
            <a:gdLst>
              <a:gd name="connsiteX0" fmla="*/ 190218 w 12193199"/>
              <a:gd name="connsiteY0" fmla="*/ 190219 h 6858000"/>
              <a:gd name="connsiteX1" fmla="*/ 190218 w 12193199"/>
              <a:gd name="connsiteY1" fmla="*/ 6667781 h 6858000"/>
              <a:gd name="connsiteX2" fmla="*/ 12001837 w 12193199"/>
              <a:gd name="connsiteY2" fmla="*/ 6667781 h 6858000"/>
              <a:gd name="connsiteX3" fmla="*/ 12001837 w 12193199"/>
              <a:gd name="connsiteY3" fmla="*/ 190219 h 6858000"/>
              <a:gd name="connsiteX4" fmla="*/ 12001837 w 12193199"/>
              <a:gd name="connsiteY4" fmla="*/ 0 h 6858000"/>
              <a:gd name="connsiteX5" fmla="*/ 12009037 w 12193199"/>
              <a:gd name="connsiteY5" fmla="*/ 0 h 6858000"/>
              <a:gd name="connsiteX6" fmla="*/ 12009037 w 12193199"/>
              <a:gd name="connsiteY6" fmla="*/ 183019 h 6858000"/>
              <a:gd name="connsiteX7" fmla="*/ 12193199 w 12193199"/>
              <a:gd name="connsiteY7" fmla="*/ 183019 h 6858000"/>
              <a:gd name="connsiteX8" fmla="*/ 12193199 w 12193199"/>
              <a:gd name="connsiteY8" fmla="*/ 190219 h 6858000"/>
              <a:gd name="connsiteX9" fmla="*/ 12009037 w 12193199"/>
              <a:gd name="connsiteY9" fmla="*/ 190219 h 6858000"/>
              <a:gd name="connsiteX10" fmla="*/ 12009037 w 12193199"/>
              <a:gd name="connsiteY10" fmla="*/ 6667781 h 6858000"/>
              <a:gd name="connsiteX11" fmla="*/ 12193199 w 12193199"/>
              <a:gd name="connsiteY11" fmla="*/ 6667781 h 6858000"/>
              <a:gd name="connsiteX12" fmla="*/ 12193199 w 12193199"/>
              <a:gd name="connsiteY12" fmla="*/ 6674981 h 6858000"/>
              <a:gd name="connsiteX13" fmla="*/ 12009037 w 12193199"/>
              <a:gd name="connsiteY13" fmla="*/ 6674981 h 6858000"/>
              <a:gd name="connsiteX14" fmla="*/ 12009037 w 12193199"/>
              <a:gd name="connsiteY14" fmla="*/ 6858000 h 6858000"/>
              <a:gd name="connsiteX15" fmla="*/ 12001837 w 12193199"/>
              <a:gd name="connsiteY15" fmla="*/ 6858000 h 6858000"/>
              <a:gd name="connsiteX16" fmla="*/ 12001837 w 12193199"/>
              <a:gd name="connsiteY16" fmla="*/ 6674981 h 6858000"/>
              <a:gd name="connsiteX17" fmla="*/ 190218 w 12193199"/>
              <a:gd name="connsiteY17" fmla="*/ 6674981 h 6858000"/>
              <a:gd name="connsiteX18" fmla="*/ 190218 w 12193199"/>
              <a:gd name="connsiteY18" fmla="*/ 6858000 h 6858000"/>
              <a:gd name="connsiteX19" fmla="*/ 183018 w 12193199"/>
              <a:gd name="connsiteY19" fmla="*/ 6858000 h 6858000"/>
              <a:gd name="connsiteX20" fmla="*/ 183018 w 12193199"/>
              <a:gd name="connsiteY20" fmla="*/ 6674981 h 6858000"/>
              <a:gd name="connsiteX21" fmla="*/ 0 w 12193199"/>
              <a:gd name="connsiteY21" fmla="*/ 6674981 h 6858000"/>
              <a:gd name="connsiteX22" fmla="*/ 0 w 12193199"/>
              <a:gd name="connsiteY22" fmla="*/ 6667781 h 6858000"/>
              <a:gd name="connsiteX23" fmla="*/ 183018 w 12193199"/>
              <a:gd name="connsiteY23" fmla="*/ 6667781 h 6858000"/>
              <a:gd name="connsiteX24" fmla="*/ 183018 w 12193199"/>
              <a:gd name="connsiteY24" fmla="*/ 190219 h 6858000"/>
              <a:gd name="connsiteX25" fmla="*/ 0 w 12193199"/>
              <a:gd name="connsiteY25" fmla="*/ 190219 h 6858000"/>
              <a:gd name="connsiteX26" fmla="*/ 0 w 12193199"/>
              <a:gd name="connsiteY26" fmla="*/ 183019 h 6858000"/>
              <a:gd name="connsiteX27" fmla="*/ 183018 w 12193199"/>
              <a:gd name="connsiteY27" fmla="*/ 183019 h 6858000"/>
              <a:gd name="connsiteX28" fmla="*/ 183018 w 12193199"/>
              <a:gd name="connsiteY28" fmla="*/ 0 h 6858000"/>
              <a:gd name="connsiteX29" fmla="*/ 190218 w 12193199"/>
              <a:gd name="connsiteY29" fmla="*/ 0 h 6858000"/>
              <a:gd name="connsiteX30" fmla="*/ 190218 w 12193199"/>
              <a:gd name="connsiteY30" fmla="*/ 183019 h 6858000"/>
              <a:gd name="connsiteX31" fmla="*/ 12001837 w 12193199"/>
              <a:gd name="connsiteY31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193199" h="6858000">
                <a:moveTo>
                  <a:pt x="190218" y="190219"/>
                </a:moveTo>
                <a:lnTo>
                  <a:pt x="190218" y="6667781"/>
                </a:lnTo>
                <a:lnTo>
                  <a:pt x="12001837" y="6667781"/>
                </a:lnTo>
                <a:lnTo>
                  <a:pt x="12001837" y="190219"/>
                </a:lnTo>
                <a:close/>
                <a:moveTo>
                  <a:pt x="12001837" y="0"/>
                </a:moveTo>
                <a:lnTo>
                  <a:pt x="12009037" y="0"/>
                </a:lnTo>
                <a:lnTo>
                  <a:pt x="12009037" y="183019"/>
                </a:lnTo>
                <a:lnTo>
                  <a:pt x="12193199" y="183019"/>
                </a:lnTo>
                <a:lnTo>
                  <a:pt x="12193199" y="190219"/>
                </a:lnTo>
                <a:lnTo>
                  <a:pt x="12009037" y="190219"/>
                </a:lnTo>
                <a:lnTo>
                  <a:pt x="12009037" y="6667781"/>
                </a:lnTo>
                <a:lnTo>
                  <a:pt x="12193199" y="6667781"/>
                </a:lnTo>
                <a:lnTo>
                  <a:pt x="12193199" y="6674981"/>
                </a:lnTo>
                <a:lnTo>
                  <a:pt x="12009037" y="6674981"/>
                </a:lnTo>
                <a:lnTo>
                  <a:pt x="12009037" y="6858000"/>
                </a:lnTo>
                <a:lnTo>
                  <a:pt x="12001837" y="6858000"/>
                </a:lnTo>
                <a:lnTo>
                  <a:pt x="12001837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lnTo>
                  <a:pt x="183018" y="0"/>
                </a:lnTo>
                <a:lnTo>
                  <a:pt x="190218" y="0"/>
                </a:lnTo>
                <a:lnTo>
                  <a:pt x="190218" y="183019"/>
                </a:lnTo>
                <a:lnTo>
                  <a:pt x="12001837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rgbClr val="141E1E"/>
              </a:solidFill>
            </a:endParaRPr>
          </a:p>
        </p:txBody>
      </p:sp>
      <p:sp>
        <p:nvSpPr>
          <p:cNvPr id="8" name="Logo">
            <a:extLst>
              <a:ext uri="{FF2B5EF4-FFF2-40B4-BE49-F238E27FC236}">
                <a16:creationId xmlns:a16="http://schemas.microsoft.com/office/drawing/2014/main" id="{9877389C-CEA5-2411-D7FA-7A9562C1D022}"/>
              </a:ext>
            </a:extLst>
          </p:cNvPr>
          <p:cNvSpPr/>
          <p:nvPr userDrawn="1"/>
        </p:nvSpPr>
        <p:spPr bwMode="white"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accen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AB89F-D8E8-44C4-B0A4-3354FEBB8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3948884"/>
      </p:ext>
    </p:extLst>
  </p:cSld>
  <p:clrMapOvr>
    <a:overrideClrMapping bg1="dk1" tx1="lt1" bg2="dk2" tx2="lt2" accent1="l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s">
            <a:extLst>
              <a:ext uri="{FF2B5EF4-FFF2-40B4-BE49-F238E27FC236}">
                <a16:creationId xmlns:a16="http://schemas.microsoft.com/office/drawing/2014/main" id="{AAC2477E-E0CD-66B3-67D0-3D395A2C0264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E7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err="1"/>
          </a:p>
        </p:txBody>
      </p:sp>
      <p:sp>
        <p:nvSpPr>
          <p:cNvPr id="6" name="Grid">
            <a:extLst>
              <a:ext uri="{FF2B5EF4-FFF2-40B4-BE49-F238E27FC236}">
                <a16:creationId xmlns:a16="http://schemas.microsoft.com/office/drawing/2014/main" id="{9CDF1C58-E1F8-E935-1E42-00832DA8776B}"/>
              </a:ext>
            </a:extLst>
          </p:cNvPr>
          <p:cNvSpPr/>
          <p:nvPr userDrawn="1"/>
        </p:nvSpPr>
        <p:spPr>
          <a:xfrm>
            <a:off x="-598" y="2381"/>
            <a:ext cx="12193199" cy="6858000"/>
          </a:xfrm>
          <a:custGeom>
            <a:avLst/>
            <a:gdLst>
              <a:gd name="connsiteX0" fmla="*/ 190218 w 12193199"/>
              <a:gd name="connsiteY0" fmla="*/ 190219 h 6858000"/>
              <a:gd name="connsiteX1" fmla="*/ 190218 w 12193199"/>
              <a:gd name="connsiteY1" fmla="*/ 6667781 h 6858000"/>
              <a:gd name="connsiteX2" fmla="*/ 12001837 w 12193199"/>
              <a:gd name="connsiteY2" fmla="*/ 6667781 h 6858000"/>
              <a:gd name="connsiteX3" fmla="*/ 12001837 w 12193199"/>
              <a:gd name="connsiteY3" fmla="*/ 190219 h 6858000"/>
              <a:gd name="connsiteX4" fmla="*/ 12001837 w 12193199"/>
              <a:gd name="connsiteY4" fmla="*/ 0 h 6858000"/>
              <a:gd name="connsiteX5" fmla="*/ 12009037 w 12193199"/>
              <a:gd name="connsiteY5" fmla="*/ 0 h 6858000"/>
              <a:gd name="connsiteX6" fmla="*/ 12009037 w 12193199"/>
              <a:gd name="connsiteY6" fmla="*/ 183019 h 6858000"/>
              <a:gd name="connsiteX7" fmla="*/ 12193199 w 12193199"/>
              <a:gd name="connsiteY7" fmla="*/ 183019 h 6858000"/>
              <a:gd name="connsiteX8" fmla="*/ 12193199 w 12193199"/>
              <a:gd name="connsiteY8" fmla="*/ 190219 h 6858000"/>
              <a:gd name="connsiteX9" fmla="*/ 12009037 w 12193199"/>
              <a:gd name="connsiteY9" fmla="*/ 190219 h 6858000"/>
              <a:gd name="connsiteX10" fmla="*/ 12009037 w 12193199"/>
              <a:gd name="connsiteY10" fmla="*/ 6667781 h 6858000"/>
              <a:gd name="connsiteX11" fmla="*/ 12193199 w 12193199"/>
              <a:gd name="connsiteY11" fmla="*/ 6667781 h 6858000"/>
              <a:gd name="connsiteX12" fmla="*/ 12193199 w 12193199"/>
              <a:gd name="connsiteY12" fmla="*/ 6674981 h 6858000"/>
              <a:gd name="connsiteX13" fmla="*/ 12009037 w 12193199"/>
              <a:gd name="connsiteY13" fmla="*/ 6674981 h 6858000"/>
              <a:gd name="connsiteX14" fmla="*/ 12009037 w 12193199"/>
              <a:gd name="connsiteY14" fmla="*/ 6858000 h 6858000"/>
              <a:gd name="connsiteX15" fmla="*/ 12001837 w 12193199"/>
              <a:gd name="connsiteY15" fmla="*/ 6858000 h 6858000"/>
              <a:gd name="connsiteX16" fmla="*/ 12001837 w 12193199"/>
              <a:gd name="connsiteY16" fmla="*/ 6674981 h 6858000"/>
              <a:gd name="connsiteX17" fmla="*/ 190218 w 12193199"/>
              <a:gd name="connsiteY17" fmla="*/ 6674981 h 6858000"/>
              <a:gd name="connsiteX18" fmla="*/ 190218 w 12193199"/>
              <a:gd name="connsiteY18" fmla="*/ 6858000 h 6858000"/>
              <a:gd name="connsiteX19" fmla="*/ 183018 w 12193199"/>
              <a:gd name="connsiteY19" fmla="*/ 6858000 h 6858000"/>
              <a:gd name="connsiteX20" fmla="*/ 183018 w 12193199"/>
              <a:gd name="connsiteY20" fmla="*/ 6674981 h 6858000"/>
              <a:gd name="connsiteX21" fmla="*/ 0 w 12193199"/>
              <a:gd name="connsiteY21" fmla="*/ 6674981 h 6858000"/>
              <a:gd name="connsiteX22" fmla="*/ 0 w 12193199"/>
              <a:gd name="connsiteY22" fmla="*/ 6667781 h 6858000"/>
              <a:gd name="connsiteX23" fmla="*/ 183018 w 12193199"/>
              <a:gd name="connsiteY23" fmla="*/ 6667781 h 6858000"/>
              <a:gd name="connsiteX24" fmla="*/ 183018 w 12193199"/>
              <a:gd name="connsiteY24" fmla="*/ 190219 h 6858000"/>
              <a:gd name="connsiteX25" fmla="*/ 0 w 12193199"/>
              <a:gd name="connsiteY25" fmla="*/ 190219 h 6858000"/>
              <a:gd name="connsiteX26" fmla="*/ 0 w 12193199"/>
              <a:gd name="connsiteY26" fmla="*/ 183019 h 6858000"/>
              <a:gd name="connsiteX27" fmla="*/ 183018 w 12193199"/>
              <a:gd name="connsiteY27" fmla="*/ 183019 h 6858000"/>
              <a:gd name="connsiteX28" fmla="*/ 183018 w 12193199"/>
              <a:gd name="connsiteY28" fmla="*/ 0 h 6858000"/>
              <a:gd name="connsiteX29" fmla="*/ 190218 w 12193199"/>
              <a:gd name="connsiteY29" fmla="*/ 0 h 6858000"/>
              <a:gd name="connsiteX30" fmla="*/ 190218 w 12193199"/>
              <a:gd name="connsiteY30" fmla="*/ 183019 h 6858000"/>
              <a:gd name="connsiteX31" fmla="*/ 12001837 w 12193199"/>
              <a:gd name="connsiteY31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193199" h="6858000">
                <a:moveTo>
                  <a:pt x="190218" y="190219"/>
                </a:moveTo>
                <a:lnTo>
                  <a:pt x="190218" y="6667781"/>
                </a:lnTo>
                <a:lnTo>
                  <a:pt x="12001837" y="6667781"/>
                </a:lnTo>
                <a:lnTo>
                  <a:pt x="12001837" y="190219"/>
                </a:lnTo>
                <a:close/>
                <a:moveTo>
                  <a:pt x="12001837" y="0"/>
                </a:moveTo>
                <a:lnTo>
                  <a:pt x="12009037" y="0"/>
                </a:lnTo>
                <a:lnTo>
                  <a:pt x="12009037" y="183019"/>
                </a:lnTo>
                <a:lnTo>
                  <a:pt x="12193199" y="183019"/>
                </a:lnTo>
                <a:lnTo>
                  <a:pt x="12193199" y="190219"/>
                </a:lnTo>
                <a:lnTo>
                  <a:pt x="12009037" y="190219"/>
                </a:lnTo>
                <a:lnTo>
                  <a:pt x="12009037" y="6667781"/>
                </a:lnTo>
                <a:lnTo>
                  <a:pt x="12193199" y="6667781"/>
                </a:lnTo>
                <a:lnTo>
                  <a:pt x="12193199" y="6674981"/>
                </a:lnTo>
                <a:lnTo>
                  <a:pt x="12009037" y="6674981"/>
                </a:lnTo>
                <a:lnTo>
                  <a:pt x="12009037" y="6858000"/>
                </a:lnTo>
                <a:lnTo>
                  <a:pt x="12001837" y="6858000"/>
                </a:lnTo>
                <a:lnTo>
                  <a:pt x="12001837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lnTo>
                  <a:pt x="183018" y="0"/>
                </a:lnTo>
                <a:lnTo>
                  <a:pt x="190218" y="0"/>
                </a:lnTo>
                <a:lnTo>
                  <a:pt x="190218" y="183019"/>
                </a:lnTo>
                <a:lnTo>
                  <a:pt x="12001837" y="1830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8ACB7881-CB6C-5120-BF17-2D436E554B59}"/>
              </a:ext>
            </a:extLst>
          </p:cNvPr>
          <p:cNvSpPr/>
          <p:nvPr userDrawn="1"/>
        </p:nvSpPr>
        <p:spPr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AB89F-D8E8-44C4-B0A4-3354FEBB8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92015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AB89F-D8E8-44C4-B0A4-3354FEBB8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435317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.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AB89F-D8E8-44C4-B0A4-3354FEBB8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Grid - freeform">
            <a:extLst>
              <a:ext uri="{FF2B5EF4-FFF2-40B4-BE49-F238E27FC236}">
                <a16:creationId xmlns:a16="http://schemas.microsoft.com/office/drawing/2014/main" id="{648DDE02-0128-A751-ACA6-C734FB2BDA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795"/>
            <a:ext cx="12192000" cy="6858000"/>
          </a:xfrm>
          <a:custGeom>
            <a:avLst/>
            <a:gdLst>
              <a:gd name="connsiteX0" fmla="*/ 189620 w 12192000"/>
              <a:gd name="connsiteY0" fmla="*/ 190219 h 6858000"/>
              <a:gd name="connsiteX1" fmla="*/ 189620 w 12192000"/>
              <a:gd name="connsiteY1" fmla="*/ 6667781 h 6858000"/>
              <a:gd name="connsiteX2" fmla="*/ 12001239 w 12192000"/>
              <a:gd name="connsiteY2" fmla="*/ 6667781 h 6858000"/>
              <a:gd name="connsiteX3" fmla="*/ 12001239 w 12192000"/>
              <a:gd name="connsiteY3" fmla="*/ 190219 h 6858000"/>
              <a:gd name="connsiteX4" fmla="*/ 182420 w 12192000"/>
              <a:gd name="connsiteY4" fmla="*/ 0 h 6858000"/>
              <a:gd name="connsiteX5" fmla="*/ 189620 w 12192000"/>
              <a:gd name="connsiteY5" fmla="*/ 0 h 6858000"/>
              <a:gd name="connsiteX6" fmla="*/ 189620 w 12192000"/>
              <a:gd name="connsiteY6" fmla="*/ 183019 h 6858000"/>
              <a:gd name="connsiteX7" fmla="*/ 12001239 w 12192000"/>
              <a:gd name="connsiteY7" fmla="*/ 183019 h 6858000"/>
              <a:gd name="connsiteX8" fmla="*/ 12001239 w 12192000"/>
              <a:gd name="connsiteY8" fmla="*/ 0 h 6858000"/>
              <a:gd name="connsiteX9" fmla="*/ 12008439 w 12192000"/>
              <a:gd name="connsiteY9" fmla="*/ 0 h 6858000"/>
              <a:gd name="connsiteX10" fmla="*/ 12008439 w 12192000"/>
              <a:gd name="connsiteY10" fmla="*/ 183019 h 6858000"/>
              <a:gd name="connsiteX11" fmla="*/ 12192000 w 12192000"/>
              <a:gd name="connsiteY11" fmla="*/ 183019 h 6858000"/>
              <a:gd name="connsiteX12" fmla="*/ 12192000 w 12192000"/>
              <a:gd name="connsiteY12" fmla="*/ 190219 h 6858000"/>
              <a:gd name="connsiteX13" fmla="*/ 12008439 w 12192000"/>
              <a:gd name="connsiteY13" fmla="*/ 190219 h 6858000"/>
              <a:gd name="connsiteX14" fmla="*/ 12008439 w 12192000"/>
              <a:gd name="connsiteY14" fmla="*/ 6667781 h 6858000"/>
              <a:gd name="connsiteX15" fmla="*/ 12192000 w 12192000"/>
              <a:gd name="connsiteY15" fmla="*/ 6667781 h 6858000"/>
              <a:gd name="connsiteX16" fmla="*/ 12192000 w 12192000"/>
              <a:gd name="connsiteY16" fmla="*/ 6674981 h 6858000"/>
              <a:gd name="connsiteX17" fmla="*/ 12008439 w 12192000"/>
              <a:gd name="connsiteY17" fmla="*/ 6674981 h 6858000"/>
              <a:gd name="connsiteX18" fmla="*/ 12008439 w 12192000"/>
              <a:gd name="connsiteY18" fmla="*/ 6858000 h 6858000"/>
              <a:gd name="connsiteX19" fmla="*/ 12001239 w 12192000"/>
              <a:gd name="connsiteY19" fmla="*/ 6858000 h 6858000"/>
              <a:gd name="connsiteX20" fmla="*/ 12001239 w 12192000"/>
              <a:gd name="connsiteY20" fmla="*/ 6674981 h 6858000"/>
              <a:gd name="connsiteX21" fmla="*/ 189620 w 12192000"/>
              <a:gd name="connsiteY21" fmla="*/ 6674981 h 6858000"/>
              <a:gd name="connsiteX22" fmla="*/ 189620 w 12192000"/>
              <a:gd name="connsiteY22" fmla="*/ 6858000 h 6858000"/>
              <a:gd name="connsiteX23" fmla="*/ 182420 w 12192000"/>
              <a:gd name="connsiteY23" fmla="*/ 6858000 h 6858000"/>
              <a:gd name="connsiteX24" fmla="*/ 182420 w 12192000"/>
              <a:gd name="connsiteY24" fmla="*/ 6674981 h 6858000"/>
              <a:gd name="connsiteX25" fmla="*/ 0 w 12192000"/>
              <a:gd name="connsiteY25" fmla="*/ 6674981 h 6858000"/>
              <a:gd name="connsiteX26" fmla="*/ 0 w 12192000"/>
              <a:gd name="connsiteY26" fmla="*/ 6667781 h 6858000"/>
              <a:gd name="connsiteX27" fmla="*/ 182420 w 12192000"/>
              <a:gd name="connsiteY27" fmla="*/ 6667781 h 6858000"/>
              <a:gd name="connsiteX28" fmla="*/ 182420 w 12192000"/>
              <a:gd name="connsiteY28" fmla="*/ 190219 h 6858000"/>
              <a:gd name="connsiteX29" fmla="*/ 0 w 12192000"/>
              <a:gd name="connsiteY29" fmla="*/ 190219 h 6858000"/>
              <a:gd name="connsiteX30" fmla="*/ 0 w 12192000"/>
              <a:gd name="connsiteY30" fmla="*/ 183019 h 6858000"/>
              <a:gd name="connsiteX31" fmla="*/ 182420 w 12192000"/>
              <a:gd name="connsiteY31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192000" h="6858000">
                <a:moveTo>
                  <a:pt x="189620" y="190219"/>
                </a:moveTo>
                <a:lnTo>
                  <a:pt x="189620" y="6667781"/>
                </a:lnTo>
                <a:lnTo>
                  <a:pt x="12001239" y="6667781"/>
                </a:lnTo>
                <a:lnTo>
                  <a:pt x="12001239" y="190219"/>
                </a:lnTo>
                <a:close/>
                <a:moveTo>
                  <a:pt x="182420" y="0"/>
                </a:moveTo>
                <a:lnTo>
                  <a:pt x="189620" y="0"/>
                </a:lnTo>
                <a:lnTo>
                  <a:pt x="189620" y="183019"/>
                </a:lnTo>
                <a:lnTo>
                  <a:pt x="12001239" y="183019"/>
                </a:lnTo>
                <a:lnTo>
                  <a:pt x="12001239" y="0"/>
                </a:lnTo>
                <a:lnTo>
                  <a:pt x="12008439" y="0"/>
                </a:lnTo>
                <a:lnTo>
                  <a:pt x="12008439" y="183019"/>
                </a:lnTo>
                <a:lnTo>
                  <a:pt x="12192000" y="183019"/>
                </a:lnTo>
                <a:lnTo>
                  <a:pt x="12192000" y="190219"/>
                </a:lnTo>
                <a:lnTo>
                  <a:pt x="12008439" y="190219"/>
                </a:lnTo>
                <a:lnTo>
                  <a:pt x="12008439" y="6667781"/>
                </a:lnTo>
                <a:lnTo>
                  <a:pt x="12192000" y="6667781"/>
                </a:lnTo>
                <a:lnTo>
                  <a:pt x="12192000" y="6674981"/>
                </a:lnTo>
                <a:lnTo>
                  <a:pt x="12008439" y="6674981"/>
                </a:lnTo>
                <a:lnTo>
                  <a:pt x="12008439" y="6858000"/>
                </a:lnTo>
                <a:lnTo>
                  <a:pt x="12001239" y="6858000"/>
                </a:lnTo>
                <a:lnTo>
                  <a:pt x="12001239" y="6674981"/>
                </a:lnTo>
                <a:lnTo>
                  <a:pt x="189620" y="6674981"/>
                </a:lnTo>
                <a:lnTo>
                  <a:pt x="189620" y="6858000"/>
                </a:lnTo>
                <a:lnTo>
                  <a:pt x="182420" y="6858000"/>
                </a:lnTo>
                <a:lnTo>
                  <a:pt x="182420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2420" y="6667781"/>
                </a:lnTo>
                <a:lnTo>
                  <a:pt x="182420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2420" y="18301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9" name="Logo - freeform">
            <a:extLst>
              <a:ext uri="{FF2B5EF4-FFF2-40B4-BE49-F238E27FC236}">
                <a16:creationId xmlns:a16="http://schemas.microsoft.com/office/drawing/2014/main" id="{58073AFA-7EFF-0E30-CB85-EF3C4A969E3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90800" y="6555600"/>
            <a:ext cx="936626" cy="142550"/>
          </a:xfrm>
          <a:custGeom>
            <a:avLst/>
            <a:gdLst>
              <a:gd name="connsiteX0" fmla="*/ 11589172 w 14787902"/>
              <a:gd name="connsiteY0" fmla="*/ 1086010 h 2250653"/>
              <a:gd name="connsiteX1" fmla="*/ 11293040 w 14787902"/>
              <a:gd name="connsiteY1" fmla="*/ 1204426 h 2250653"/>
              <a:gd name="connsiteX2" fmla="*/ 10917900 w 14787902"/>
              <a:gd name="connsiteY2" fmla="*/ 1421553 h 2250653"/>
              <a:gd name="connsiteX3" fmla="*/ 11174624 w 14787902"/>
              <a:gd name="connsiteY3" fmla="*/ 1618975 h 2250653"/>
              <a:gd name="connsiteX4" fmla="*/ 11589172 w 14787902"/>
              <a:gd name="connsiteY4" fmla="*/ 1145124 h 2250653"/>
              <a:gd name="connsiteX5" fmla="*/ 2369254 w 14787902"/>
              <a:gd name="connsiteY5" fmla="*/ 552857 h 2250653"/>
              <a:gd name="connsiteX6" fmla="*/ 1954706 w 14787902"/>
              <a:gd name="connsiteY6" fmla="*/ 967408 h 2250653"/>
              <a:gd name="connsiteX7" fmla="*/ 2764099 w 14787902"/>
              <a:gd name="connsiteY7" fmla="*/ 967408 h 2250653"/>
              <a:gd name="connsiteX8" fmla="*/ 2369254 w 14787902"/>
              <a:gd name="connsiteY8" fmla="*/ 552857 h 2250653"/>
              <a:gd name="connsiteX9" fmla="*/ 6120654 w 14787902"/>
              <a:gd name="connsiteY9" fmla="*/ 552670 h 2250653"/>
              <a:gd name="connsiteX10" fmla="*/ 5686211 w 14787902"/>
              <a:gd name="connsiteY10" fmla="*/ 1085823 h 2250653"/>
              <a:gd name="connsiteX11" fmla="*/ 6120654 w 14787902"/>
              <a:gd name="connsiteY11" fmla="*/ 1618975 h 2250653"/>
              <a:gd name="connsiteX12" fmla="*/ 6535203 w 14787902"/>
              <a:gd name="connsiteY12" fmla="*/ 1085823 h 2250653"/>
              <a:gd name="connsiteX13" fmla="*/ 6120654 w 14787902"/>
              <a:gd name="connsiteY13" fmla="*/ 552670 h 2250653"/>
              <a:gd name="connsiteX14" fmla="*/ 9891567 w 14787902"/>
              <a:gd name="connsiteY14" fmla="*/ 532964 h 2250653"/>
              <a:gd name="connsiteX15" fmla="*/ 9457125 w 14787902"/>
              <a:gd name="connsiteY15" fmla="*/ 1085823 h 2250653"/>
              <a:gd name="connsiteX16" fmla="*/ 9891567 w 14787902"/>
              <a:gd name="connsiteY16" fmla="*/ 1618975 h 2250653"/>
              <a:gd name="connsiteX17" fmla="*/ 10286412 w 14787902"/>
              <a:gd name="connsiteY17" fmla="*/ 1066118 h 2250653"/>
              <a:gd name="connsiteX18" fmla="*/ 9891567 w 14787902"/>
              <a:gd name="connsiteY18" fmla="*/ 532964 h 2250653"/>
              <a:gd name="connsiteX19" fmla="*/ 13445542 w 14787902"/>
              <a:gd name="connsiteY19" fmla="*/ 375139 h 2250653"/>
              <a:gd name="connsiteX20" fmla="*/ 13721972 w 14787902"/>
              <a:gd name="connsiteY20" fmla="*/ 375139 h 2250653"/>
              <a:gd name="connsiteX21" fmla="*/ 14057702 w 14787902"/>
              <a:gd name="connsiteY21" fmla="*/ 1303137 h 2250653"/>
              <a:gd name="connsiteX22" fmla="*/ 14117004 w 14787902"/>
              <a:gd name="connsiteY22" fmla="*/ 1559861 h 2250653"/>
              <a:gd name="connsiteX23" fmla="*/ 14136708 w 14787902"/>
              <a:gd name="connsiteY23" fmla="*/ 1559861 h 2250653"/>
              <a:gd name="connsiteX24" fmla="*/ 14196010 w 14787902"/>
              <a:gd name="connsiteY24" fmla="*/ 1303137 h 2250653"/>
              <a:gd name="connsiteX25" fmla="*/ 14531740 w 14787902"/>
              <a:gd name="connsiteY25" fmla="*/ 375139 h 2250653"/>
              <a:gd name="connsiteX26" fmla="*/ 14787902 w 14787902"/>
              <a:gd name="connsiteY26" fmla="*/ 375139 h 2250653"/>
              <a:gd name="connsiteX27" fmla="*/ 14274641 w 14787902"/>
              <a:gd name="connsiteY27" fmla="*/ 1737392 h 2250653"/>
              <a:gd name="connsiteX28" fmla="*/ 13702079 w 14787902"/>
              <a:gd name="connsiteY28" fmla="*/ 2250653 h 2250653"/>
              <a:gd name="connsiteX29" fmla="*/ 13524361 w 14787902"/>
              <a:gd name="connsiteY29" fmla="*/ 2211243 h 2250653"/>
              <a:gd name="connsiteX30" fmla="*/ 13524361 w 14787902"/>
              <a:gd name="connsiteY30" fmla="*/ 2013820 h 2250653"/>
              <a:gd name="connsiteX31" fmla="*/ 13682374 w 14787902"/>
              <a:gd name="connsiteY31" fmla="*/ 2053231 h 2250653"/>
              <a:gd name="connsiteX32" fmla="*/ 14018104 w 14787902"/>
              <a:gd name="connsiteY32" fmla="*/ 1816398 h 2250653"/>
              <a:gd name="connsiteX33" fmla="*/ 12872981 w 14787902"/>
              <a:gd name="connsiteY33" fmla="*/ 355435 h 2250653"/>
              <a:gd name="connsiteX34" fmla="*/ 13346832 w 14787902"/>
              <a:gd name="connsiteY34" fmla="*/ 829286 h 2250653"/>
              <a:gd name="connsiteX35" fmla="*/ 13346645 w 14787902"/>
              <a:gd name="connsiteY35" fmla="*/ 829286 h 2250653"/>
              <a:gd name="connsiteX36" fmla="*/ 13346645 w 14787902"/>
              <a:gd name="connsiteY36" fmla="*/ 1776989 h 2250653"/>
              <a:gd name="connsiteX37" fmla="*/ 13109812 w 14787902"/>
              <a:gd name="connsiteY37" fmla="*/ 1776989 h 2250653"/>
              <a:gd name="connsiteX38" fmla="*/ 13109812 w 14787902"/>
              <a:gd name="connsiteY38" fmla="*/ 888587 h 2250653"/>
              <a:gd name="connsiteX39" fmla="*/ 12813678 w 14787902"/>
              <a:gd name="connsiteY39" fmla="*/ 552857 h 2250653"/>
              <a:gd name="connsiteX40" fmla="*/ 12418833 w 14787902"/>
              <a:gd name="connsiteY40" fmla="*/ 1066118 h 2250653"/>
              <a:gd name="connsiteX41" fmla="*/ 12418833 w 14787902"/>
              <a:gd name="connsiteY41" fmla="*/ 1776802 h 2250653"/>
              <a:gd name="connsiteX42" fmla="*/ 12182002 w 14787902"/>
              <a:gd name="connsiteY42" fmla="*/ 1776802 h 2250653"/>
              <a:gd name="connsiteX43" fmla="*/ 12182002 w 14787902"/>
              <a:gd name="connsiteY43" fmla="*/ 375139 h 2250653"/>
              <a:gd name="connsiteX44" fmla="*/ 12418833 w 14787902"/>
              <a:gd name="connsiteY44" fmla="*/ 375139 h 2250653"/>
              <a:gd name="connsiteX45" fmla="*/ 12418833 w 14787902"/>
              <a:gd name="connsiteY45" fmla="*/ 710871 h 2250653"/>
              <a:gd name="connsiteX46" fmla="*/ 12872981 w 14787902"/>
              <a:gd name="connsiteY46" fmla="*/ 355435 h 2250653"/>
              <a:gd name="connsiteX47" fmla="*/ 11293040 w 14787902"/>
              <a:gd name="connsiteY47" fmla="*/ 355435 h 2250653"/>
              <a:gd name="connsiteX48" fmla="*/ 11845896 w 14787902"/>
              <a:gd name="connsiteY48" fmla="*/ 829286 h 2250653"/>
              <a:gd name="connsiteX49" fmla="*/ 11845896 w 14787902"/>
              <a:gd name="connsiteY49" fmla="*/ 1461151 h 2250653"/>
              <a:gd name="connsiteX50" fmla="*/ 11944606 w 14787902"/>
              <a:gd name="connsiteY50" fmla="*/ 1619165 h 2250653"/>
              <a:gd name="connsiteX51" fmla="*/ 12063023 w 14787902"/>
              <a:gd name="connsiteY51" fmla="*/ 1599458 h 2250653"/>
              <a:gd name="connsiteX52" fmla="*/ 12063212 w 14787902"/>
              <a:gd name="connsiteY52" fmla="*/ 1599271 h 2250653"/>
              <a:gd name="connsiteX53" fmla="*/ 12063212 w 14787902"/>
              <a:gd name="connsiteY53" fmla="*/ 1776989 h 2250653"/>
              <a:gd name="connsiteX54" fmla="*/ 11885494 w 14787902"/>
              <a:gd name="connsiteY54" fmla="*/ 1796694 h 2250653"/>
              <a:gd name="connsiteX55" fmla="*/ 11609064 w 14787902"/>
              <a:gd name="connsiteY55" fmla="*/ 1520265 h 2250653"/>
              <a:gd name="connsiteX56" fmla="*/ 11609064 w 14787902"/>
              <a:gd name="connsiteY56" fmla="*/ 1460963 h 2250653"/>
              <a:gd name="connsiteX57" fmla="*/ 11589359 w 14787902"/>
              <a:gd name="connsiteY57" fmla="*/ 1460963 h 2250653"/>
              <a:gd name="connsiteX58" fmla="*/ 11115509 w 14787902"/>
              <a:gd name="connsiteY58" fmla="*/ 1816398 h 2250653"/>
              <a:gd name="connsiteX59" fmla="*/ 10681067 w 14787902"/>
              <a:gd name="connsiteY59" fmla="*/ 1441259 h 2250653"/>
              <a:gd name="connsiteX60" fmla="*/ 11253629 w 14787902"/>
              <a:gd name="connsiteY60" fmla="*/ 1026708 h 2250653"/>
              <a:gd name="connsiteX61" fmla="*/ 11589359 w 14787902"/>
              <a:gd name="connsiteY61" fmla="*/ 769984 h 2250653"/>
              <a:gd name="connsiteX62" fmla="*/ 11293227 w 14787902"/>
              <a:gd name="connsiteY62" fmla="*/ 533153 h 2250653"/>
              <a:gd name="connsiteX63" fmla="*/ 10957497 w 14787902"/>
              <a:gd name="connsiteY63" fmla="*/ 848992 h 2250653"/>
              <a:gd name="connsiteX64" fmla="*/ 10700773 w 14787902"/>
              <a:gd name="connsiteY64" fmla="*/ 848992 h 2250653"/>
              <a:gd name="connsiteX65" fmla="*/ 11293040 w 14787902"/>
              <a:gd name="connsiteY65" fmla="*/ 355435 h 2250653"/>
              <a:gd name="connsiteX66" fmla="*/ 9950869 w 14787902"/>
              <a:gd name="connsiteY66" fmla="*/ 355435 h 2250653"/>
              <a:gd name="connsiteX67" fmla="*/ 10543136 w 14787902"/>
              <a:gd name="connsiteY67" fmla="*/ 1066118 h 2250653"/>
              <a:gd name="connsiteX68" fmla="*/ 9950869 w 14787902"/>
              <a:gd name="connsiteY68" fmla="*/ 1816398 h 2250653"/>
              <a:gd name="connsiteX69" fmla="*/ 9477018 w 14787902"/>
              <a:gd name="connsiteY69" fmla="*/ 1460963 h 2250653"/>
              <a:gd name="connsiteX70" fmla="*/ 9457314 w 14787902"/>
              <a:gd name="connsiteY70" fmla="*/ 1460963 h 2250653"/>
              <a:gd name="connsiteX71" fmla="*/ 9457314 w 14787902"/>
              <a:gd name="connsiteY71" fmla="*/ 2250653 h 2250653"/>
              <a:gd name="connsiteX72" fmla="*/ 9220482 w 14787902"/>
              <a:gd name="connsiteY72" fmla="*/ 2250653 h 2250653"/>
              <a:gd name="connsiteX73" fmla="*/ 9220482 w 14787902"/>
              <a:gd name="connsiteY73" fmla="*/ 375139 h 2250653"/>
              <a:gd name="connsiteX74" fmla="*/ 9457314 w 14787902"/>
              <a:gd name="connsiteY74" fmla="*/ 375139 h 2250653"/>
              <a:gd name="connsiteX75" fmla="*/ 9457314 w 14787902"/>
              <a:gd name="connsiteY75" fmla="*/ 710871 h 2250653"/>
              <a:gd name="connsiteX76" fmla="*/ 9477018 w 14787902"/>
              <a:gd name="connsiteY76" fmla="*/ 710871 h 2250653"/>
              <a:gd name="connsiteX77" fmla="*/ 9950869 w 14787902"/>
              <a:gd name="connsiteY77" fmla="*/ 355435 h 2250653"/>
              <a:gd name="connsiteX78" fmla="*/ 7660247 w 14787902"/>
              <a:gd name="connsiteY78" fmla="*/ 355435 h 2250653"/>
              <a:gd name="connsiteX79" fmla="*/ 8094687 w 14787902"/>
              <a:gd name="connsiteY79" fmla="*/ 710871 h 2250653"/>
              <a:gd name="connsiteX80" fmla="*/ 8529128 w 14787902"/>
              <a:gd name="connsiteY80" fmla="*/ 355435 h 2250653"/>
              <a:gd name="connsiteX81" fmla="*/ 9002979 w 14787902"/>
              <a:gd name="connsiteY81" fmla="*/ 829286 h 2250653"/>
              <a:gd name="connsiteX82" fmla="*/ 9002979 w 14787902"/>
              <a:gd name="connsiteY82" fmla="*/ 1776989 h 2250653"/>
              <a:gd name="connsiteX83" fmla="*/ 8746255 w 14787902"/>
              <a:gd name="connsiteY83" fmla="*/ 1776989 h 2250653"/>
              <a:gd name="connsiteX84" fmla="*/ 8746255 w 14787902"/>
              <a:gd name="connsiteY84" fmla="*/ 848992 h 2250653"/>
              <a:gd name="connsiteX85" fmla="*/ 8469828 w 14787902"/>
              <a:gd name="connsiteY85" fmla="*/ 552857 h 2250653"/>
              <a:gd name="connsiteX86" fmla="*/ 8114393 w 14787902"/>
              <a:gd name="connsiteY86" fmla="*/ 1066118 h 2250653"/>
              <a:gd name="connsiteX87" fmla="*/ 8114393 w 14787902"/>
              <a:gd name="connsiteY87" fmla="*/ 1776802 h 2250653"/>
              <a:gd name="connsiteX88" fmla="*/ 7857667 w 14787902"/>
              <a:gd name="connsiteY88" fmla="*/ 1776802 h 2250653"/>
              <a:gd name="connsiteX89" fmla="*/ 7857667 w 14787902"/>
              <a:gd name="connsiteY89" fmla="*/ 848803 h 2250653"/>
              <a:gd name="connsiteX90" fmla="*/ 7581239 w 14787902"/>
              <a:gd name="connsiteY90" fmla="*/ 552670 h 2250653"/>
              <a:gd name="connsiteX91" fmla="*/ 7206099 w 14787902"/>
              <a:gd name="connsiteY91" fmla="*/ 1065931 h 2250653"/>
              <a:gd name="connsiteX92" fmla="*/ 7206099 w 14787902"/>
              <a:gd name="connsiteY92" fmla="*/ 1776613 h 2250653"/>
              <a:gd name="connsiteX93" fmla="*/ 6969268 w 14787902"/>
              <a:gd name="connsiteY93" fmla="*/ 1776613 h 2250653"/>
              <a:gd name="connsiteX94" fmla="*/ 6969268 w 14787902"/>
              <a:gd name="connsiteY94" fmla="*/ 375139 h 2250653"/>
              <a:gd name="connsiteX95" fmla="*/ 7206099 w 14787902"/>
              <a:gd name="connsiteY95" fmla="*/ 375139 h 2250653"/>
              <a:gd name="connsiteX96" fmla="*/ 7206099 w 14787902"/>
              <a:gd name="connsiteY96" fmla="*/ 710871 h 2250653"/>
              <a:gd name="connsiteX97" fmla="*/ 7660247 w 14787902"/>
              <a:gd name="connsiteY97" fmla="*/ 355435 h 2250653"/>
              <a:gd name="connsiteX98" fmla="*/ 6120466 w 14787902"/>
              <a:gd name="connsiteY98" fmla="*/ 355248 h 2250653"/>
              <a:gd name="connsiteX99" fmla="*/ 6791739 w 14787902"/>
              <a:gd name="connsiteY99" fmla="*/ 1085823 h 2250653"/>
              <a:gd name="connsiteX100" fmla="*/ 6120466 w 14787902"/>
              <a:gd name="connsiteY100" fmla="*/ 1816400 h 2250653"/>
              <a:gd name="connsiteX101" fmla="*/ 5429487 w 14787902"/>
              <a:gd name="connsiteY101" fmla="*/ 1085823 h 2250653"/>
              <a:gd name="connsiteX102" fmla="*/ 6120466 w 14787902"/>
              <a:gd name="connsiteY102" fmla="*/ 355248 h 2250653"/>
              <a:gd name="connsiteX103" fmla="*/ 4639609 w 14787902"/>
              <a:gd name="connsiteY103" fmla="*/ 355248 h 2250653"/>
              <a:gd name="connsiteX104" fmla="*/ 5271473 w 14787902"/>
              <a:gd name="connsiteY104" fmla="*/ 908106 h 2250653"/>
              <a:gd name="connsiteX105" fmla="*/ 5014749 w 14787902"/>
              <a:gd name="connsiteY105" fmla="*/ 908106 h 2250653"/>
              <a:gd name="connsiteX106" fmla="*/ 4639609 w 14787902"/>
              <a:gd name="connsiteY106" fmla="*/ 552670 h 2250653"/>
              <a:gd name="connsiteX107" fmla="*/ 4205167 w 14787902"/>
              <a:gd name="connsiteY107" fmla="*/ 1085823 h 2250653"/>
              <a:gd name="connsiteX108" fmla="*/ 4639609 w 14787902"/>
              <a:gd name="connsiteY108" fmla="*/ 1618975 h 2250653"/>
              <a:gd name="connsiteX109" fmla="*/ 5034454 w 14787902"/>
              <a:gd name="connsiteY109" fmla="*/ 1243837 h 2250653"/>
              <a:gd name="connsiteX110" fmla="*/ 5271284 w 14787902"/>
              <a:gd name="connsiteY110" fmla="*/ 1243837 h 2250653"/>
              <a:gd name="connsiteX111" fmla="*/ 4639422 w 14787902"/>
              <a:gd name="connsiteY111" fmla="*/ 1816400 h 2250653"/>
              <a:gd name="connsiteX112" fmla="*/ 3948443 w 14787902"/>
              <a:gd name="connsiteY112" fmla="*/ 1085823 h 2250653"/>
              <a:gd name="connsiteX113" fmla="*/ 3948630 w 14787902"/>
              <a:gd name="connsiteY113" fmla="*/ 1085823 h 2250653"/>
              <a:gd name="connsiteX114" fmla="*/ 4639609 w 14787902"/>
              <a:gd name="connsiteY114" fmla="*/ 355248 h 2250653"/>
              <a:gd name="connsiteX115" fmla="*/ 2369629 w 14787902"/>
              <a:gd name="connsiteY115" fmla="*/ 355248 h 2250653"/>
              <a:gd name="connsiteX116" fmla="*/ 3021197 w 14787902"/>
              <a:gd name="connsiteY116" fmla="*/ 1105529 h 2250653"/>
              <a:gd name="connsiteX117" fmla="*/ 3021197 w 14787902"/>
              <a:gd name="connsiteY117" fmla="*/ 1144937 h 2250653"/>
              <a:gd name="connsiteX118" fmla="*/ 3020823 w 14787902"/>
              <a:gd name="connsiteY118" fmla="*/ 1145124 h 2250653"/>
              <a:gd name="connsiteX119" fmla="*/ 1954706 w 14787902"/>
              <a:gd name="connsiteY119" fmla="*/ 1145124 h 2250653"/>
              <a:gd name="connsiteX120" fmla="*/ 2389146 w 14787902"/>
              <a:gd name="connsiteY120" fmla="*/ 1618975 h 2250653"/>
              <a:gd name="connsiteX121" fmla="*/ 2744582 w 14787902"/>
              <a:gd name="connsiteY121" fmla="*/ 1362251 h 2250653"/>
              <a:gd name="connsiteX122" fmla="*/ 3001306 w 14787902"/>
              <a:gd name="connsiteY122" fmla="*/ 1362251 h 2250653"/>
              <a:gd name="connsiteX123" fmla="*/ 2389335 w 14787902"/>
              <a:gd name="connsiteY123" fmla="*/ 1816400 h 2250653"/>
              <a:gd name="connsiteX124" fmla="*/ 1698356 w 14787902"/>
              <a:gd name="connsiteY124" fmla="*/ 1085823 h 2250653"/>
              <a:gd name="connsiteX125" fmla="*/ 2369629 w 14787902"/>
              <a:gd name="connsiteY125" fmla="*/ 355248 h 2250653"/>
              <a:gd name="connsiteX126" fmla="*/ 3297064 w 14787902"/>
              <a:gd name="connsiteY126" fmla="*/ 0 h 2250653"/>
              <a:gd name="connsiteX127" fmla="*/ 3553788 w 14787902"/>
              <a:gd name="connsiteY127" fmla="*/ 0 h 2250653"/>
              <a:gd name="connsiteX128" fmla="*/ 3553788 w 14787902"/>
              <a:gd name="connsiteY128" fmla="*/ 375141 h 2250653"/>
              <a:gd name="connsiteX129" fmla="*/ 3849920 w 14787902"/>
              <a:gd name="connsiteY129" fmla="*/ 375141 h 2250653"/>
              <a:gd name="connsiteX130" fmla="*/ 3849920 w 14787902"/>
              <a:gd name="connsiteY130" fmla="*/ 572563 h 2250653"/>
              <a:gd name="connsiteX131" fmla="*/ 3553788 w 14787902"/>
              <a:gd name="connsiteY131" fmla="*/ 572563 h 2250653"/>
              <a:gd name="connsiteX132" fmla="*/ 3553788 w 14787902"/>
              <a:gd name="connsiteY132" fmla="*/ 1401851 h 2250653"/>
              <a:gd name="connsiteX133" fmla="*/ 3711800 w 14787902"/>
              <a:gd name="connsiteY133" fmla="*/ 1618977 h 2250653"/>
              <a:gd name="connsiteX134" fmla="*/ 3849920 w 14787902"/>
              <a:gd name="connsiteY134" fmla="*/ 1579567 h 2250653"/>
              <a:gd name="connsiteX135" fmla="*/ 3849920 w 14787902"/>
              <a:gd name="connsiteY135" fmla="*/ 1776989 h 2250653"/>
              <a:gd name="connsiteX136" fmla="*/ 3691908 w 14787902"/>
              <a:gd name="connsiteY136" fmla="*/ 1816400 h 2250653"/>
              <a:gd name="connsiteX137" fmla="*/ 3297064 w 14787902"/>
              <a:gd name="connsiteY137" fmla="*/ 1421555 h 2250653"/>
              <a:gd name="connsiteX138" fmla="*/ 3297064 w 14787902"/>
              <a:gd name="connsiteY138" fmla="*/ 572563 h 2250653"/>
              <a:gd name="connsiteX139" fmla="*/ 3099642 w 14787902"/>
              <a:gd name="connsiteY139" fmla="*/ 572563 h 2250653"/>
              <a:gd name="connsiteX140" fmla="*/ 3099642 w 14787902"/>
              <a:gd name="connsiteY140" fmla="*/ 375141 h 2250653"/>
              <a:gd name="connsiteX141" fmla="*/ 3297064 w 14787902"/>
              <a:gd name="connsiteY141" fmla="*/ 375141 h 2250653"/>
              <a:gd name="connsiteX142" fmla="*/ 0 w 14787902"/>
              <a:gd name="connsiteY142" fmla="*/ 0 h 2250653"/>
              <a:gd name="connsiteX143" fmla="*/ 315839 w 14787902"/>
              <a:gd name="connsiteY143" fmla="*/ 0 h 2250653"/>
              <a:gd name="connsiteX144" fmla="*/ 1105528 w 14787902"/>
              <a:gd name="connsiteY144" fmla="*/ 1224132 h 2250653"/>
              <a:gd name="connsiteX145" fmla="*/ 1263540 w 14787902"/>
              <a:gd name="connsiteY145" fmla="*/ 1500561 h 2250653"/>
              <a:gd name="connsiteX146" fmla="*/ 1263540 w 14787902"/>
              <a:gd name="connsiteY146" fmla="*/ 0 h 2250653"/>
              <a:gd name="connsiteX147" fmla="*/ 1500372 w 14787902"/>
              <a:gd name="connsiteY147" fmla="*/ 0 h 2250653"/>
              <a:gd name="connsiteX148" fmla="*/ 1500372 w 14787902"/>
              <a:gd name="connsiteY148" fmla="*/ 1776989 h 2250653"/>
              <a:gd name="connsiteX149" fmla="*/ 1184534 w 14787902"/>
              <a:gd name="connsiteY149" fmla="*/ 1776989 h 2250653"/>
              <a:gd name="connsiteX150" fmla="*/ 394845 w 14787902"/>
              <a:gd name="connsiteY150" fmla="*/ 572563 h 2250653"/>
              <a:gd name="connsiteX151" fmla="*/ 256724 w 14787902"/>
              <a:gd name="connsiteY151" fmla="*/ 296135 h 2250653"/>
              <a:gd name="connsiteX152" fmla="*/ 237022 w 14787902"/>
              <a:gd name="connsiteY152" fmla="*/ 296135 h 2250653"/>
              <a:gd name="connsiteX153" fmla="*/ 256724 w 14787902"/>
              <a:gd name="connsiteY153" fmla="*/ 611972 h 2250653"/>
              <a:gd name="connsiteX154" fmla="*/ 256724 w 14787902"/>
              <a:gd name="connsiteY154" fmla="*/ 1776802 h 2250653"/>
              <a:gd name="connsiteX155" fmla="*/ 0 w 14787902"/>
              <a:gd name="connsiteY155" fmla="*/ 1776802 h 2250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4787902" h="2250653">
                <a:moveTo>
                  <a:pt x="11589172" y="1086010"/>
                </a:moveTo>
                <a:cubicBezTo>
                  <a:pt x="11510166" y="1145312"/>
                  <a:pt x="11391750" y="1184722"/>
                  <a:pt x="11293040" y="1204426"/>
                </a:cubicBezTo>
                <a:cubicBezTo>
                  <a:pt x="11115322" y="1243835"/>
                  <a:pt x="10917900" y="1263728"/>
                  <a:pt x="10917900" y="1421553"/>
                </a:cubicBezTo>
                <a:cubicBezTo>
                  <a:pt x="10917900" y="1559674"/>
                  <a:pt x="11036316" y="1618975"/>
                  <a:pt x="11174624" y="1618975"/>
                </a:cubicBezTo>
                <a:cubicBezTo>
                  <a:pt x="11451052" y="1618975"/>
                  <a:pt x="11589172" y="1421553"/>
                  <a:pt x="11589172" y="1145124"/>
                </a:cubicBezTo>
                <a:close/>
                <a:moveTo>
                  <a:pt x="2369254" y="552857"/>
                </a:moveTo>
                <a:cubicBezTo>
                  <a:pt x="2152128" y="552857"/>
                  <a:pt x="1994114" y="690978"/>
                  <a:pt x="1954706" y="967408"/>
                </a:cubicBezTo>
                <a:lnTo>
                  <a:pt x="2764099" y="967408"/>
                </a:lnTo>
                <a:cubicBezTo>
                  <a:pt x="2744397" y="690978"/>
                  <a:pt x="2586381" y="552857"/>
                  <a:pt x="2369254" y="552857"/>
                </a:cubicBezTo>
                <a:close/>
                <a:moveTo>
                  <a:pt x="6120654" y="552670"/>
                </a:moveTo>
                <a:cubicBezTo>
                  <a:pt x="5844225" y="552670"/>
                  <a:pt x="5686211" y="750092"/>
                  <a:pt x="5686211" y="1085823"/>
                </a:cubicBezTo>
                <a:cubicBezTo>
                  <a:pt x="5686211" y="1401662"/>
                  <a:pt x="5844225" y="1618975"/>
                  <a:pt x="6120654" y="1618975"/>
                </a:cubicBezTo>
                <a:cubicBezTo>
                  <a:pt x="6377377" y="1618975"/>
                  <a:pt x="6535203" y="1401849"/>
                  <a:pt x="6535203" y="1085823"/>
                </a:cubicBezTo>
                <a:cubicBezTo>
                  <a:pt x="6535203" y="750092"/>
                  <a:pt x="6377191" y="552670"/>
                  <a:pt x="6120654" y="552670"/>
                </a:cubicBezTo>
                <a:close/>
                <a:moveTo>
                  <a:pt x="9891567" y="532964"/>
                </a:moveTo>
                <a:cubicBezTo>
                  <a:pt x="9634843" y="532964"/>
                  <a:pt x="9457125" y="789690"/>
                  <a:pt x="9457125" y="1085823"/>
                </a:cubicBezTo>
                <a:cubicBezTo>
                  <a:pt x="9457125" y="1381957"/>
                  <a:pt x="9634843" y="1618975"/>
                  <a:pt x="9891567" y="1618975"/>
                </a:cubicBezTo>
                <a:cubicBezTo>
                  <a:pt x="10128400" y="1618975"/>
                  <a:pt x="10286412" y="1401849"/>
                  <a:pt x="10286412" y="1066118"/>
                </a:cubicBezTo>
                <a:cubicBezTo>
                  <a:pt x="10286412" y="750280"/>
                  <a:pt x="10128400" y="532964"/>
                  <a:pt x="9891567" y="532964"/>
                </a:cubicBezTo>
                <a:close/>
                <a:moveTo>
                  <a:pt x="13445542" y="375139"/>
                </a:moveTo>
                <a:lnTo>
                  <a:pt x="13721972" y="375139"/>
                </a:lnTo>
                <a:lnTo>
                  <a:pt x="14057702" y="1303137"/>
                </a:lnTo>
                <a:cubicBezTo>
                  <a:pt x="14077406" y="1382145"/>
                  <a:pt x="14097110" y="1461151"/>
                  <a:pt x="14117004" y="1559861"/>
                </a:cubicBezTo>
                <a:lnTo>
                  <a:pt x="14136708" y="1559861"/>
                </a:lnTo>
                <a:cubicBezTo>
                  <a:pt x="14156412" y="1461151"/>
                  <a:pt x="14176118" y="1382145"/>
                  <a:pt x="14196010" y="1303137"/>
                </a:cubicBezTo>
                <a:lnTo>
                  <a:pt x="14531740" y="375139"/>
                </a:lnTo>
                <a:lnTo>
                  <a:pt x="14787902" y="375139"/>
                </a:lnTo>
                <a:lnTo>
                  <a:pt x="14274641" y="1737392"/>
                </a:lnTo>
                <a:cubicBezTo>
                  <a:pt x="14195635" y="1934814"/>
                  <a:pt x="14017917" y="2250653"/>
                  <a:pt x="13702079" y="2250653"/>
                </a:cubicBezTo>
                <a:cubicBezTo>
                  <a:pt x="13603369" y="2250653"/>
                  <a:pt x="13544065" y="2230947"/>
                  <a:pt x="13524361" y="2211243"/>
                </a:cubicBezTo>
                <a:lnTo>
                  <a:pt x="13524361" y="2013820"/>
                </a:lnTo>
                <a:cubicBezTo>
                  <a:pt x="13563771" y="2033525"/>
                  <a:pt x="13623073" y="2053231"/>
                  <a:pt x="13682374" y="2053231"/>
                </a:cubicBezTo>
                <a:cubicBezTo>
                  <a:pt x="13860093" y="2053231"/>
                  <a:pt x="13958803" y="1934814"/>
                  <a:pt x="14018104" y="1816398"/>
                </a:cubicBezTo>
                <a:close/>
                <a:moveTo>
                  <a:pt x="12872981" y="355435"/>
                </a:moveTo>
                <a:cubicBezTo>
                  <a:pt x="13149409" y="355435"/>
                  <a:pt x="13346832" y="552857"/>
                  <a:pt x="13346832" y="829286"/>
                </a:cubicBezTo>
                <a:lnTo>
                  <a:pt x="13346645" y="829286"/>
                </a:lnTo>
                <a:lnTo>
                  <a:pt x="13346645" y="1776989"/>
                </a:lnTo>
                <a:lnTo>
                  <a:pt x="13109812" y="1776989"/>
                </a:lnTo>
                <a:lnTo>
                  <a:pt x="13109812" y="888587"/>
                </a:lnTo>
                <a:cubicBezTo>
                  <a:pt x="13109812" y="671461"/>
                  <a:pt x="12991396" y="552857"/>
                  <a:pt x="12813678" y="552857"/>
                </a:cubicBezTo>
                <a:cubicBezTo>
                  <a:pt x="12576847" y="552857"/>
                  <a:pt x="12418833" y="730575"/>
                  <a:pt x="12418833" y="1066118"/>
                </a:cubicBezTo>
                <a:lnTo>
                  <a:pt x="12418833" y="1776802"/>
                </a:lnTo>
                <a:lnTo>
                  <a:pt x="12182002" y="1776802"/>
                </a:lnTo>
                <a:lnTo>
                  <a:pt x="12182002" y="375139"/>
                </a:lnTo>
                <a:lnTo>
                  <a:pt x="12418833" y="375139"/>
                </a:lnTo>
                <a:lnTo>
                  <a:pt x="12418833" y="710871"/>
                </a:lnTo>
                <a:cubicBezTo>
                  <a:pt x="12458243" y="474038"/>
                  <a:pt x="12655666" y="355435"/>
                  <a:pt x="12872981" y="355435"/>
                </a:cubicBezTo>
                <a:close/>
                <a:moveTo>
                  <a:pt x="11293040" y="355435"/>
                </a:moveTo>
                <a:cubicBezTo>
                  <a:pt x="11648474" y="355435"/>
                  <a:pt x="11845896" y="513449"/>
                  <a:pt x="11845896" y="829286"/>
                </a:cubicBezTo>
                <a:lnTo>
                  <a:pt x="11845896" y="1461151"/>
                </a:lnTo>
                <a:cubicBezTo>
                  <a:pt x="11845896" y="1599271"/>
                  <a:pt x="11905198" y="1619165"/>
                  <a:pt x="11944606" y="1619165"/>
                </a:cubicBezTo>
                <a:cubicBezTo>
                  <a:pt x="11984017" y="1619165"/>
                  <a:pt x="12023614" y="1599458"/>
                  <a:pt x="12063023" y="1599458"/>
                </a:cubicBezTo>
                <a:lnTo>
                  <a:pt x="12063212" y="1599271"/>
                </a:lnTo>
                <a:lnTo>
                  <a:pt x="12063212" y="1776989"/>
                </a:lnTo>
                <a:cubicBezTo>
                  <a:pt x="12003910" y="1796694"/>
                  <a:pt x="11944795" y="1796694"/>
                  <a:pt x="11885494" y="1796694"/>
                </a:cubicBezTo>
                <a:cubicBezTo>
                  <a:pt x="11688072" y="1796694"/>
                  <a:pt x="11609064" y="1678277"/>
                  <a:pt x="11609064" y="1520265"/>
                </a:cubicBezTo>
                <a:lnTo>
                  <a:pt x="11609064" y="1460963"/>
                </a:lnTo>
                <a:lnTo>
                  <a:pt x="11589359" y="1460963"/>
                </a:lnTo>
                <a:cubicBezTo>
                  <a:pt x="11530060" y="1678090"/>
                  <a:pt x="11352529" y="1816398"/>
                  <a:pt x="11115509" y="1816398"/>
                </a:cubicBezTo>
                <a:cubicBezTo>
                  <a:pt x="10878489" y="1816398"/>
                  <a:pt x="10681067" y="1697983"/>
                  <a:pt x="10681067" y="1441259"/>
                </a:cubicBezTo>
                <a:cubicBezTo>
                  <a:pt x="10681067" y="1105527"/>
                  <a:pt x="10977201" y="1066118"/>
                  <a:pt x="11253629" y="1026708"/>
                </a:cubicBezTo>
                <a:cubicBezTo>
                  <a:pt x="11470756" y="987300"/>
                  <a:pt x="11589359" y="947702"/>
                  <a:pt x="11589359" y="769984"/>
                </a:cubicBezTo>
                <a:cubicBezTo>
                  <a:pt x="11589359" y="651569"/>
                  <a:pt x="11510353" y="533153"/>
                  <a:pt x="11293227" y="533153"/>
                </a:cubicBezTo>
                <a:cubicBezTo>
                  <a:pt x="11076101" y="533153"/>
                  <a:pt x="10957497" y="631863"/>
                  <a:pt x="10957497" y="848992"/>
                </a:cubicBezTo>
                <a:lnTo>
                  <a:pt x="10700773" y="848992"/>
                </a:lnTo>
                <a:cubicBezTo>
                  <a:pt x="10720477" y="533153"/>
                  <a:pt x="10917900" y="355435"/>
                  <a:pt x="11293040" y="355435"/>
                </a:cubicBezTo>
                <a:close/>
                <a:moveTo>
                  <a:pt x="9950869" y="355435"/>
                </a:moveTo>
                <a:cubicBezTo>
                  <a:pt x="10306305" y="355435"/>
                  <a:pt x="10543136" y="651569"/>
                  <a:pt x="10543136" y="1066118"/>
                </a:cubicBezTo>
                <a:cubicBezTo>
                  <a:pt x="10543136" y="1500561"/>
                  <a:pt x="10286412" y="1816398"/>
                  <a:pt x="9950869" y="1816398"/>
                </a:cubicBezTo>
                <a:cubicBezTo>
                  <a:pt x="9733742" y="1816398"/>
                  <a:pt x="9536320" y="1697983"/>
                  <a:pt x="9477018" y="1460963"/>
                </a:cubicBezTo>
                <a:lnTo>
                  <a:pt x="9457314" y="1460963"/>
                </a:lnTo>
                <a:lnTo>
                  <a:pt x="9457314" y="2250653"/>
                </a:lnTo>
                <a:lnTo>
                  <a:pt x="9220482" y="2250653"/>
                </a:lnTo>
                <a:lnTo>
                  <a:pt x="9220482" y="375139"/>
                </a:lnTo>
                <a:lnTo>
                  <a:pt x="9457314" y="375139"/>
                </a:lnTo>
                <a:lnTo>
                  <a:pt x="9457314" y="710871"/>
                </a:lnTo>
                <a:lnTo>
                  <a:pt x="9477018" y="710871"/>
                </a:lnTo>
                <a:cubicBezTo>
                  <a:pt x="9536320" y="474038"/>
                  <a:pt x="9733742" y="355435"/>
                  <a:pt x="9950869" y="355435"/>
                </a:cubicBezTo>
                <a:close/>
                <a:moveTo>
                  <a:pt x="7660247" y="355435"/>
                </a:moveTo>
                <a:cubicBezTo>
                  <a:pt x="7857667" y="355435"/>
                  <a:pt x="8035385" y="473851"/>
                  <a:pt x="8094687" y="710871"/>
                </a:cubicBezTo>
                <a:cubicBezTo>
                  <a:pt x="8153988" y="454147"/>
                  <a:pt x="8351411" y="355435"/>
                  <a:pt x="8529128" y="355435"/>
                </a:cubicBezTo>
                <a:cubicBezTo>
                  <a:pt x="8785852" y="355435"/>
                  <a:pt x="9002979" y="533153"/>
                  <a:pt x="9002979" y="829286"/>
                </a:cubicBezTo>
                <a:lnTo>
                  <a:pt x="9002979" y="1776989"/>
                </a:lnTo>
                <a:lnTo>
                  <a:pt x="8746255" y="1776989"/>
                </a:lnTo>
                <a:lnTo>
                  <a:pt x="8746255" y="848992"/>
                </a:lnTo>
                <a:cubicBezTo>
                  <a:pt x="8746255" y="671274"/>
                  <a:pt x="8627841" y="552857"/>
                  <a:pt x="8469828" y="552857"/>
                </a:cubicBezTo>
                <a:cubicBezTo>
                  <a:pt x="8252701" y="552857"/>
                  <a:pt x="8114393" y="730575"/>
                  <a:pt x="8114393" y="1066118"/>
                </a:cubicBezTo>
                <a:lnTo>
                  <a:pt x="8114393" y="1776802"/>
                </a:lnTo>
                <a:lnTo>
                  <a:pt x="7857667" y="1776802"/>
                </a:lnTo>
                <a:lnTo>
                  <a:pt x="7857667" y="848803"/>
                </a:lnTo>
                <a:cubicBezTo>
                  <a:pt x="7857667" y="671084"/>
                  <a:pt x="7739253" y="552670"/>
                  <a:pt x="7581239" y="552670"/>
                </a:cubicBezTo>
                <a:cubicBezTo>
                  <a:pt x="7364113" y="552670"/>
                  <a:pt x="7206099" y="769797"/>
                  <a:pt x="7206099" y="1065931"/>
                </a:cubicBezTo>
                <a:lnTo>
                  <a:pt x="7206099" y="1776613"/>
                </a:lnTo>
                <a:lnTo>
                  <a:pt x="6969268" y="1776613"/>
                </a:lnTo>
                <a:lnTo>
                  <a:pt x="6969268" y="375139"/>
                </a:lnTo>
                <a:lnTo>
                  <a:pt x="7206099" y="375139"/>
                </a:lnTo>
                <a:lnTo>
                  <a:pt x="7206099" y="710871"/>
                </a:lnTo>
                <a:cubicBezTo>
                  <a:pt x="7265401" y="474038"/>
                  <a:pt x="7442931" y="355435"/>
                  <a:pt x="7660247" y="355435"/>
                </a:cubicBezTo>
                <a:close/>
                <a:moveTo>
                  <a:pt x="6120466" y="355248"/>
                </a:moveTo>
                <a:cubicBezTo>
                  <a:pt x="6554719" y="355248"/>
                  <a:pt x="6791739" y="651380"/>
                  <a:pt x="6791739" y="1085823"/>
                </a:cubicBezTo>
                <a:cubicBezTo>
                  <a:pt x="6791739" y="1520265"/>
                  <a:pt x="6535015" y="1816400"/>
                  <a:pt x="6120466" y="1816400"/>
                </a:cubicBezTo>
                <a:cubicBezTo>
                  <a:pt x="5705915" y="1816400"/>
                  <a:pt x="5429487" y="1520265"/>
                  <a:pt x="5429487" y="1085823"/>
                </a:cubicBezTo>
                <a:cubicBezTo>
                  <a:pt x="5429487" y="651380"/>
                  <a:pt x="5686211" y="355248"/>
                  <a:pt x="6120466" y="355248"/>
                </a:cubicBezTo>
                <a:close/>
                <a:moveTo>
                  <a:pt x="4639609" y="355248"/>
                </a:moveTo>
                <a:cubicBezTo>
                  <a:pt x="4995043" y="355248"/>
                  <a:pt x="5251580" y="572374"/>
                  <a:pt x="5271473" y="908106"/>
                </a:cubicBezTo>
                <a:lnTo>
                  <a:pt x="5014749" y="908106"/>
                </a:lnTo>
                <a:cubicBezTo>
                  <a:pt x="4995043" y="710682"/>
                  <a:pt x="4896333" y="552670"/>
                  <a:pt x="4639609" y="552670"/>
                </a:cubicBezTo>
                <a:cubicBezTo>
                  <a:pt x="4382885" y="552670"/>
                  <a:pt x="4205167" y="769797"/>
                  <a:pt x="4205167" y="1085823"/>
                </a:cubicBezTo>
                <a:cubicBezTo>
                  <a:pt x="4205167" y="1401849"/>
                  <a:pt x="4382885" y="1618975"/>
                  <a:pt x="4639609" y="1618975"/>
                </a:cubicBezTo>
                <a:cubicBezTo>
                  <a:pt x="4856736" y="1618975"/>
                  <a:pt x="4995043" y="1480857"/>
                  <a:pt x="5034454" y="1243837"/>
                </a:cubicBezTo>
                <a:lnTo>
                  <a:pt x="5271284" y="1243837"/>
                </a:lnTo>
                <a:cubicBezTo>
                  <a:pt x="5251580" y="1599271"/>
                  <a:pt x="4994856" y="1816400"/>
                  <a:pt x="4639422" y="1816400"/>
                </a:cubicBezTo>
                <a:cubicBezTo>
                  <a:pt x="4244576" y="1816400"/>
                  <a:pt x="3948443" y="1520265"/>
                  <a:pt x="3948443" y="1085823"/>
                </a:cubicBezTo>
                <a:lnTo>
                  <a:pt x="3948630" y="1085823"/>
                </a:lnTo>
                <a:cubicBezTo>
                  <a:pt x="3948630" y="651380"/>
                  <a:pt x="4225061" y="355248"/>
                  <a:pt x="4639609" y="355248"/>
                </a:cubicBezTo>
                <a:close/>
                <a:moveTo>
                  <a:pt x="2369629" y="355248"/>
                </a:moveTo>
                <a:cubicBezTo>
                  <a:pt x="2784179" y="355248"/>
                  <a:pt x="3021197" y="671086"/>
                  <a:pt x="3021197" y="1105529"/>
                </a:cubicBezTo>
                <a:lnTo>
                  <a:pt x="3021197" y="1144937"/>
                </a:lnTo>
                <a:lnTo>
                  <a:pt x="3020823" y="1145124"/>
                </a:lnTo>
                <a:lnTo>
                  <a:pt x="1954706" y="1145124"/>
                </a:lnTo>
                <a:cubicBezTo>
                  <a:pt x="1974412" y="1441259"/>
                  <a:pt x="2152128" y="1618975"/>
                  <a:pt x="2389146" y="1618975"/>
                </a:cubicBezTo>
                <a:cubicBezTo>
                  <a:pt x="2566864" y="1618975"/>
                  <a:pt x="2724876" y="1520265"/>
                  <a:pt x="2744582" y="1362251"/>
                </a:cubicBezTo>
                <a:lnTo>
                  <a:pt x="3001306" y="1362251"/>
                </a:lnTo>
                <a:cubicBezTo>
                  <a:pt x="2961896" y="1638682"/>
                  <a:pt x="2705172" y="1816400"/>
                  <a:pt x="2389335" y="1816400"/>
                </a:cubicBezTo>
                <a:cubicBezTo>
                  <a:pt x="1974784" y="1816400"/>
                  <a:pt x="1698356" y="1539969"/>
                  <a:pt x="1698356" y="1085823"/>
                </a:cubicBezTo>
                <a:cubicBezTo>
                  <a:pt x="1698356" y="671274"/>
                  <a:pt x="1955080" y="355248"/>
                  <a:pt x="2369629" y="355248"/>
                </a:cubicBezTo>
                <a:close/>
                <a:moveTo>
                  <a:pt x="3297064" y="0"/>
                </a:moveTo>
                <a:lnTo>
                  <a:pt x="3553788" y="0"/>
                </a:lnTo>
                <a:lnTo>
                  <a:pt x="3553788" y="375141"/>
                </a:lnTo>
                <a:lnTo>
                  <a:pt x="3849920" y="375141"/>
                </a:lnTo>
                <a:lnTo>
                  <a:pt x="3849920" y="572563"/>
                </a:lnTo>
                <a:lnTo>
                  <a:pt x="3553788" y="572563"/>
                </a:lnTo>
                <a:lnTo>
                  <a:pt x="3553788" y="1401851"/>
                </a:lnTo>
                <a:cubicBezTo>
                  <a:pt x="3553788" y="1559863"/>
                  <a:pt x="3613089" y="1618977"/>
                  <a:pt x="3711800" y="1618977"/>
                </a:cubicBezTo>
                <a:cubicBezTo>
                  <a:pt x="3771104" y="1618977"/>
                  <a:pt x="3810512" y="1599273"/>
                  <a:pt x="3849920" y="1579567"/>
                </a:cubicBezTo>
                <a:lnTo>
                  <a:pt x="3849920" y="1776989"/>
                </a:lnTo>
                <a:cubicBezTo>
                  <a:pt x="3810512" y="1796696"/>
                  <a:pt x="3751210" y="1816400"/>
                  <a:pt x="3691908" y="1816400"/>
                </a:cubicBezTo>
                <a:cubicBezTo>
                  <a:pt x="3455078" y="1816400"/>
                  <a:pt x="3297064" y="1697983"/>
                  <a:pt x="3297064" y="1421555"/>
                </a:cubicBezTo>
                <a:lnTo>
                  <a:pt x="3297064" y="572563"/>
                </a:lnTo>
                <a:lnTo>
                  <a:pt x="3099642" y="572563"/>
                </a:lnTo>
                <a:lnTo>
                  <a:pt x="3099642" y="375141"/>
                </a:lnTo>
                <a:lnTo>
                  <a:pt x="3297064" y="375141"/>
                </a:lnTo>
                <a:close/>
                <a:moveTo>
                  <a:pt x="0" y="0"/>
                </a:moveTo>
                <a:lnTo>
                  <a:pt x="315839" y="0"/>
                </a:lnTo>
                <a:lnTo>
                  <a:pt x="1105528" y="1224132"/>
                </a:lnTo>
                <a:cubicBezTo>
                  <a:pt x="1164830" y="1322843"/>
                  <a:pt x="1223944" y="1421555"/>
                  <a:pt x="1263540" y="1500561"/>
                </a:cubicBezTo>
                <a:lnTo>
                  <a:pt x="1263540" y="0"/>
                </a:lnTo>
                <a:lnTo>
                  <a:pt x="1500372" y="0"/>
                </a:lnTo>
                <a:lnTo>
                  <a:pt x="1500372" y="1776989"/>
                </a:lnTo>
                <a:lnTo>
                  <a:pt x="1184534" y="1776989"/>
                </a:lnTo>
                <a:lnTo>
                  <a:pt x="394845" y="572563"/>
                </a:lnTo>
                <a:cubicBezTo>
                  <a:pt x="335543" y="473851"/>
                  <a:pt x="276430" y="375141"/>
                  <a:pt x="256724" y="296135"/>
                </a:cubicBezTo>
                <a:lnTo>
                  <a:pt x="237022" y="296135"/>
                </a:lnTo>
                <a:cubicBezTo>
                  <a:pt x="256724" y="375141"/>
                  <a:pt x="256724" y="493557"/>
                  <a:pt x="256724" y="611972"/>
                </a:cubicBezTo>
                <a:lnTo>
                  <a:pt x="256724" y="1776802"/>
                </a:lnTo>
                <a:lnTo>
                  <a:pt x="0" y="177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6DC702E-4EA8-54A2-442D-E89A7EB8A00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12193200" cy="6861600"/>
          </a:xfrm>
          <a:solidFill>
            <a:schemeClr val="tx1">
              <a:lumMod val="85000"/>
            </a:schemeClr>
          </a:solidFill>
        </p:spPr>
        <p:txBody>
          <a:bodyPr lIns="0" tIns="1116000" anchor="ctr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altLang="zh-HK"/>
              <a:t>Click icon to add picture, then right click and select option Send to Back</a:t>
            </a:r>
          </a:p>
        </p:txBody>
      </p:sp>
    </p:spTree>
    <p:extLst>
      <p:ext uri="{BB962C8B-B14F-4D97-AF65-F5344CB8AC3E}">
        <p14:creationId xmlns:p14="http://schemas.microsoft.com/office/powerpoint/2010/main" val="21366052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gr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">
            <a:extLst>
              <a:ext uri="{FF2B5EF4-FFF2-40B4-BE49-F238E27FC236}">
                <a16:creationId xmlns:a16="http://schemas.microsoft.com/office/drawing/2014/main" id="{AB5F4716-69BA-88BE-89EF-5D95180AF854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err="1"/>
          </a:p>
        </p:txBody>
      </p:sp>
      <p:sp>
        <p:nvSpPr>
          <p:cNvPr id="16" name="Grid">
            <a:extLst>
              <a:ext uri="{FF2B5EF4-FFF2-40B4-BE49-F238E27FC236}">
                <a16:creationId xmlns:a16="http://schemas.microsoft.com/office/drawing/2014/main" id="{E40A9A85-8338-90A7-E9C9-5E48397313C8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B241B74F-7D87-FFC5-C09C-F196C06575DA}"/>
              </a:ext>
            </a:extLst>
          </p:cNvPr>
          <p:cNvSpPr/>
          <p:nvPr userDrawn="1"/>
        </p:nvSpPr>
        <p:spPr bwMode="white"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66167BD-2E1B-4064-9794-6E83082165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3187700" y="1670050"/>
            <a:ext cx="8816975" cy="3517899"/>
          </a:xfrm>
        </p:spPr>
        <p:txBody>
          <a:bodyPr lIns="187200">
            <a:normAutofit/>
          </a:bodyPr>
          <a:lstStyle>
            <a:lvl1pPr marL="0" indent="0">
              <a:buFont typeface="Arial" panose="020B0604020202020204" pitchFamily="34" charset="0"/>
              <a:buChar char="​"/>
              <a:defRPr sz="66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Char char="​"/>
              <a:defRPr sz="4800"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Char char="​"/>
              <a:defRPr sz="6600" b="0">
                <a:solidFill>
                  <a:schemeClr val="bg1"/>
                </a:solidFill>
              </a:defRPr>
            </a:lvl3pPr>
            <a:lvl4pPr>
              <a:defRPr sz="6600" b="0">
                <a:solidFill>
                  <a:schemeClr val="bg1"/>
                </a:solidFill>
              </a:defRPr>
            </a:lvl4pPr>
            <a:lvl5pPr>
              <a:defRPr sz="6600" b="0">
                <a:solidFill>
                  <a:schemeClr val="bg1"/>
                </a:solidFill>
              </a:defRPr>
            </a:lvl5pPr>
            <a:lvl6pPr marL="0" indent="0">
              <a:buFont typeface="Arial" panose="020B0604020202020204" pitchFamily="34" charset="0"/>
              <a:buChar char="​"/>
              <a:defRPr sz="6600" b="0">
                <a:solidFill>
                  <a:schemeClr val="bg1"/>
                </a:solidFill>
              </a:defRPr>
            </a:lvl6pPr>
            <a:lvl7pPr>
              <a:defRPr sz="6600" b="0">
                <a:solidFill>
                  <a:schemeClr val="bg1"/>
                </a:solidFill>
              </a:defRPr>
            </a:lvl7pPr>
            <a:lvl8pPr>
              <a:defRPr sz="6600" b="0">
                <a:solidFill>
                  <a:schemeClr val="bg1"/>
                </a:solidFill>
              </a:defRPr>
            </a:lvl8pPr>
            <a:lvl9pPr>
              <a:defRPr sz="66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Click to add quote </a:t>
            </a:r>
            <a:br>
              <a:rPr lang="en-GB"/>
            </a:br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FEBBFBD-B279-3ADF-2659-FEEB6B009C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184537" y="1670050"/>
            <a:ext cx="2692013" cy="410400"/>
          </a:xfrm>
        </p:spPr>
        <p:txBody>
          <a:bodyPr tIns="144000" bIns="0">
            <a:normAutofit/>
          </a:bodyPr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Click to insert text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E116F1-590B-F8F0-97A6-5FC456BE9050}"/>
              </a:ext>
            </a:extLst>
          </p:cNvPr>
          <p:cNvSpPr/>
          <p:nvPr userDrawn="1"/>
        </p:nvSpPr>
        <p:spPr>
          <a:xfrm>
            <a:off x="2999775" y="1670051"/>
            <a:ext cx="187925" cy="3517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161751-16F2-45FD-8A13-61A2D47D7DB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1413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green - no gri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s">
            <a:extLst>
              <a:ext uri="{FF2B5EF4-FFF2-40B4-BE49-F238E27FC236}">
                <a16:creationId xmlns:a16="http://schemas.microsoft.com/office/drawing/2014/main" id="{A758C21B-8E3D-3DE6-27D0-4B46F4FAF3BC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err="1"/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B241B74F-7D87-FFC5-C09C-F196C06575DA}"/>
              </a:ext>
            </a:extLst>
          </p:cNvPr>
          <p:cNvSpPr/>
          <p:nvPr userDrawn="1"/>
        </p:nvSpPr>
        <p:spPr bwMode="white"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66167BD-2E1B-4064-9794-6E83082165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3187700" y="1670050"/>
            <a:ext cx="8816975" cy="3517899"/>
          </a:xfrm>
        </p:spPr>
        <p:txBody>
          <a:bodyPr lIns="187200">
            <a:normAutofit/>
          </a:bodyPr>
          <a:lstStyle>
            <a:lvl1pPr marL="0" indent="0">
              <a:buFont typeface="Arial" panose="020B0604020202020204" pitchFamily="34" charset="0"/>
              <a:buChar char="​"/>
              <a:defRPr sz="66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Char char="​"/>
              <a:defRPr sz="4800"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Char char="​"/>
              <a:defRPr sz="6600" b="0">
                <a:solidFill>
                  <a:schemeClr val="bg1"/>
                </a:solidFill>
              </a:defRPr>
            </a:lvl3pPr>
            <a:lvl4pPr>
              <a:defRPr sz="6600" b="0">
                <a:solidFill>
                  <a:schemeClr val="bg1"/>
                </a:solidFill>
              </a:defRPr>
            </a:lvl4pPr>
            <a:lvl5pPr>
              <a:defRPr sz="6600" b="0">
                <a:solidFill>
                  <a:schemeClr val="bg1"/>
                </a:solidFill>
              </a:defRPr>
            </a:lvl5pPr>
            <a:lvl6pPr marL="0" indent="0">
              <a:buFont typeface="Arial" panose="020B0604020202020204" pitchFamily="34" charset="0"/>
              <a:buChar char="​"/>
              <a:defRPr sz="6600" b="0">
                <a:solidFill>
                  <a:schemeClr val="bg1"/>
                </a:solidFill>
              </a:defRPr>
            </a:lvl6pPr>
            <a:lvl7pPr>
              <a:defRPr sz="6600" b="0">
                <a:solidFill>
                  <a:schemeClr val="bg1"/>
                </a:solidFill>
              </a:defRPr>
            </a:lvl7pPr>
            <a:lvl8pPr>
              <a:defRPr sz="6600" b="0">
                <a:solidFill>
                  <a:schemeClr val="bg1"/>
                </a:solidFill>
              </a:defRPr>
            </a:lvl8pPr>
            <a:lvl9pPr>
              <a:defRPr sz="66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Click to add quote </a:t>
            </a:r>
            <a:br>
              <a:rPr lang="en-GB"/>
            </a:br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FEBBFBD-B279-3ADF-2659-FEEB6B009C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184537" y="1670050"/>
            <a:ext cx="2692013" cy="410400"/>
          </a:xfrm>
        </p:spPr>
        <p:txBody>
          <a:bodyPr tIns="144000" bIns="0">
            <a:normAutofit/>
          </a:bodyPr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Click to insert text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E116F1-590B-F8F0-97A6-5FC456BE9050}"/>
              </a:ext>
            </a:extLst>
          </p:cNvPr>
          <p:cNvSpPr/>
          <p:nvPr userDrawn="1"/>
        </p:nvSpPr>
        <p:spPr>
          <a:xfrm>
            <a:off x="2999775" y="1670051"/>
            <a:ext cx="187925" cy="3517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161751-16F2-45FD-8A13-61A2D47D7DB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57835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s">
            <a:extLst>
              <a:ext uri="{FF2B5EF4-FFF2-40B4-BE49-F238E27FC236}">
                <a16:creationId xmlns:a16="http://schemas.microsoft.com/office/drawing/2014/main" id="{B4836A24-C01B-015A-56EC-184EF7FB2873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E7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err="1"/>
          </a:p>
        </p:txBody>
      </p:sp>
      <p:sp>
        <p:nvSpPr>
          <p:cNvPr id="4" name="Grid">
            <a:extLst>
              <a:ext uri="{FF2B5EF4-FFF2-40B4-BE49-F238E27FC236}">
                <a16:creationId xmlns:a16="http://schemas.microsoft.com/office/drawing/2014/main" id="{3413B674-7FD1-38F4-C1B3-F84A0836E4A7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B241B74F-7D87-FFC5-C09C-F196C06575DA}"/>
              </a:ext>
            </a:extLst>
          </p:cNvPr>
          <p:cNvSpPr/>
          <p:nvPr userDrawn="1"/>
        </p:nvSpPr>
        <p:spPr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66167BD-2E1B-4064-9794-6E83082165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87700" y="1670050"/>
            <a:ext cx="8816975" cy="3517899"/>
          </a:xfrm>
        </p:spPr>
        <p:txBody>
          <a:bodyPr lIns="187200">
            <a:normAutofit/>
          </a:bodyPr>
          <a:lstStyle>
            <a:lvl1pPr marL="0" indent="0">
              <a:buFont typeface="Arial" panose="020B0604020202020204" pitchFamily="34" charset="0"/>
              <a:buChar char="​"/>
              <a:defRPr sz="66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Char char="​"/>
              <a:defRPr sz="4800"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Char char="​"/>
              <a:defRPr sz="6600" b="0">
                <a:solidFill>
                  <a:schemeClr val="tx1"/>
                </a:solidFill>
              </a:defRPr>
            </a:lvl3pPr>
            <a:lvl4pPr>
              <a:defRPr sz="6600" b="0">
                <a:solidFill>
                  <a:schemeClr val="tx1"/>
                </a:solidFill>
              </a:defRPr>
            </a:lvl4pPr>
            <a:lvl5pPr>
              <a:defRPr sz="660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Char char="​"/>
              <a:defRPr sz="6600" b="0">
                <a:solidFill>
                  <a:schemeClr val="tx1"/>
                </a:solidFill>
              </a:defRPr>
            </a:lvl6pPr>
            <a:lvl7pPr>
              <a:defRPr sz="6600" b="0">
                <a:solidFill>
                  <a:schemeClr val="tx1"/>
                </a:solidFill>
              </a:defRPr>
            </a:lvl7pPr>
            <a:lvl8pPr>
              <a:defRPr sz="6600" b="0">
                <a:solidFill>
                  <a:schemeClr val="tx1"/>
                </a:solidFill>
              </a:defRPr>
            </a:lvl8pPr>
            <a:lvl9pPr>
              <a:defRPr sz="66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Click to add quote </a:t>
            </a:r>
            <a:br>
              <a:rPr lang="en-GB"/>
            </a:br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FEBBFBD-B279-3ADF-2659-FEEB6B009C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4537" y="1670050"/>
            <a:ext cx="2692013" cy="410400"/>
          </a:xfrm>
        </p:spPr>
        <p:txBody>
          <a:bodyPr tIns="144000" bIns="0">
            <a:normAutofit/>
          </a:bodyPr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Click to insert text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E116F1-590B-F8F0-97A6-5FC456BE9050}"/>
              </a:ext>
            </a:extLst>
          </p:cNvPr>
          <p:cNvSpPr/>
          <p:nvPr userDrawn="1"/>
        </p:nvSpPr>
        <p:spPr>
          <a:xfrm>
            <a:off x="2999775" y="1670051"/>
            <a:ext cx="187925" cy="3517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161751-16F2-45FD-8A13-61A2D47D7DB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166232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0" hidden="1">
            <a:extLst>
              <a:ext uri="{FF2B5EF4-FFF2-40B4-BE49-F238E27FC236}">
                <a16:creationId xmlns:a16="http://schemas.microsoft.com/office/drawing/2014/main" id="{92D33812-781A-416C-64C5-2E9BDBBA59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Backgrounds">
            <a:extLst>
              <a:ext uri="{FF2B5EF4-FFF2-40B4-BE49-F238E27FC236}">
                <a16:creationId xmlns:a16="http://schemas.microsoft.com/office/drawing/2014/main" id="{CA0DEA3C-AEE2-C307-5D8E-500705E9AB76}"/>
              </a:ext>
            </a:extLst>
          </p:cNvPr>
          <p:cNvSpPr/>
          <p:nvPr userDrawn="1"/>
        </p:nvSpPr>
        <p:spPr>
          <a:xfrm>
            <a:off x="0" y="0"/>
            <a:ext cx="121932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err="1"/>
          </a:p>
        </p:txBody>
      </p:sp>
      <p:sp>
        <p:nvSpPr>
          <p:cNvPr id="84" name="Grid">
            <a:extLst>
              <a:ext uri="{FF2B5EF4-FFF2-40B4-BE49-F238E27FC236}">
                <a16:creationId xmlns:a16="http://schemas.microsoft.com/office/drawing/2014/main" id="{6B14ED8E-E195-D0C0-D950-EEEE70133C27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F065CCFB-AEB8-FC9C-7290-5BFE3F24F2EE}"/>
              </a:ext>
            </a:extLst>
          </p:cNvPr>
          <p:cNvSpPr/>
          <p:nvPr userDrawn="1"/>
        </p:nvSpPr>
        <p:spPr bwMode="white">
          <a:xfrm>
            <a:off x="3402151" y="1859681"/>
            <a:ext cx="5600562" cy="852381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4" name="Web">
            <a:extLst>
              <a:ext uri="{FF2B5EF4-FFF2-40B4-BE49-F238E27FC236}">
                <a16:creationId xmlns:a16="http://schemas.microsoft.com/office/drawing/2014/main" id="{559B566B-FF51-B6E9-46D9-4F51291708A7}"/>
              </a:ext>
            </a:extLst>
          </p:cNvPr>
          <p:cNvSpPr txBox="1"/>
          <p:nvPr userDrawn="1"/>
        </p:nvSpPr>
        <p:spPr bwMode="white">
          <a:xfrm>
            <a:off x="3375025" y="4871040"/>
            <a:ext cx="2627313" cy="1692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1100">
                <a:solidFill>
                  <a:schemeClr val="tx1"/>
                </a:solidFill>
              </a:rPr>
              <a:t>Netcompany.com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7BC7154-1016-99A8-C0CF-7C4527AB66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3375025" y="3335338"/>
            <a:ext cx="2625725" cy="1174127"/>
          </a:xfrm>
        </p:spPr>
        <p:txBody>
          <a:bodyPr lIns="72000" tIns="144000" bIns="0"/>
          <a:lstStyle>
            <a:lvl1pPr marL="0" indent="0">
              <a:lnSpc>
                <a:spcPct val="118000"/>
              </a:lnSpc>
              <a:spcAft>
                <a:spcPts val="0"/>
              </a:spcAft>
              <a:buFont typeface="Arial" panose="020B0604020202020204" pitchFamily="34" charset="0"/>
              <a:buNone/>
              <a:defRPr sz="1100" b="0">
                <a:solidFill>
                  <a:schemeClr val="tx1"/>
                </a:solidFill>
              </a:defRPr>
            </a:lvl1pPr>
            <a:lvl2pPr marL="0" indent="0">
              <a:lnSpc>
                <a:spcPct val="118000"/>
              </a:lnSpc>
              <a:spcAft>
                <a:spcPts val="0"/>
              </a:spcAft>
              <a:buFont typeface="Arial" panose="020B0604020202020204" pitchFamily="34" charset="0"/>
              <a:buNone/>
              <a:defRPr sz="11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spcAft>
                <a:spcPts val="0"/>
              </a:spcAft>
              <a:buFont typeface="Arial" panose="020B0604020202020204" pitchFamily="34" charset="0"/>
              <a:buNone/>
              <a:defRPr sz="11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Click to insert contact info</a:t>
            </a:r>
            <a:br>
              <a:rPr lang="en-GB"/>
            </a:br>
            <a:r>
              <a:rPr lang="en-GB"/>
              <a:t>Name</a:t>
            </a:r>
            <a:br>
              <a:rPr lang="en-GB"/>
            </a:br>
            <a:r>
              <a:rPr lang="en-GB"/>
              <a:t>Title</a:t>
            </a:r>
            <a:br>
              <a:rPr lang="en-GB"/>
            </a:br>
            <a:r>
              <a:rPr lang="en-GB"/>
              <a:t>Email</a:t>
            </a:r>
            <a:br>
              <a:rPr lang="en-GB"/>
            </a:br>
            <a:r>
              <a:rPr lang="en-GB"/>
              <a:t>Phone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A93690-B712-79F0-15AE-DD3CAD0A960E}"/>
              </a:ext>
            </a:extLst>
          </p:cNvPr>
          <p:cNvSpPr/>
          <p:nvPr userDrawn="1"/>
        </p:nvSpPr>
        <p:spPr>
          <a:xfrm>
            <a:off x="2999775" y="1670051"/>
            <a:ext cx="187925" cy="3517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err="1"/>
          </a:p>
        </p:txBody>
      </p:sp>
    </p:spTree>
    <p:extLst>
      <p:ext uri="{BB962C8B-B14F-4D97-AF65-F5344CB8AC3E}">
        <p14:creationId xmlns:p14="http://schemas.microsoft.com/office/powerpoint/2010/main" val="12007687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50">
          <p15:clr>
            <a:srgbClr val="A4A3A4"/>
          </p15:clr>
        </p15:guide>
        <p15:guide id="2" orient="horz" pos="1168">
          <p15:clr>
            <a:srgbClr val="A4A3A4"/>
          </p15:clr>
        </p15:guide>
        <p15:guide id="3" orient="horz" pos="2101">
          <p15:clr>
            <a:srgbClr val="A4A3A4"/>
          </p15:clr>
        </p15:guide>
        <p15:guide id="4" orient="horz" pos="2218">
          <p15:clr>
            <a:srgbClr val="A4A3A4"/>
          </p15:clr>
        </p15:guide>
        <p15:guide id="5" orient="horz" pos="3151">
          <p15:clr>
            <a:srgbClr val="A4A3A4"/>
          </p15:clr>
        </p15:guide>
        <p15:guide id="6" orient="horz" pos="3269">
          <p15:clr>
            <a:srgbClr val="A4A3A4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0740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id">
            <a:extLst>
              <a:ext uri="{FF2B5EF4-FFF2-40B4-BE49-F238E27FC236}">
                <a16:creationId xmlns:a16="http://schemas.microsoft.com/office/drawing/2014/main" id="{785B307A-AB45-058D-4FCF-F6CA8E8CC324}"/>
              </a:ext>
            </a:extLst>
          </p:cNvPr>
          <p:cNvSpPr/>
          <p:nvPr userDrawn="1"/>
        </p:nvSpPr>
        <p:spPr>
          <a:xfrm>
            <a:off x="-598" y="0"/>
            <a:ext cx="12193199" cy="6858000"/>
          </a:xfrm>
          <a:custGeom>
            <a:avLst/>
            <a:gdLst>
              <a:gd name="connsiteX0" fmla="*/ 190218 w 12193199"/>
              <a:gd name="connsiteY0" fmla="*/ 190219 h 6858000"/>
              <a:gd name="connsiteX1" fmla="*/ 190218 w 12193199"/>
              <a:gd name="connsiteY1" fmla="*/ 6667781 h 6858000"/>
              <a:gd name="connsiteX2" fmla="*/ 12001837 w 12193199"/>
              <a:gd name="connsiteY2" fmla="*/ 6667781 h 6858000"/>
              <a:gd name="connsiteX3" fmla="*/ 12001837 w 12193199"/>
              <a:gd name="connsiteY3" fmla="*/ 190219 h 6858000"/>
              <a:gd name="connsiteX4" fmla="*/ 12001837 w 12193199"/>
              <a:gd name="connsiteY4" fmla="*/ 0 h 6858000"/>
              <a:gd name="connsiteX5" fmla="*/ 12009037 w 12193199"/>
              <a:gd name="connsiteY5" fmla="*/ 0 h 6858000"/>
              <a:gd name="connsiteX6" fmla="*/ 12009037 w 12193199"/>
              <a:gd name="connsiteY6" fmla="*/ 183019 h 6858000"/>
              <a:gd name="connsiteX7" fmla="*/ 12193199 w 12193199"/>
              <a:gd name="connsiteY7" fmla="*/ 183019 h 6858000"/>
              <a:gd name="connsiteX8" fmla="*/ 12193199 w 12193199"/>
              <a:gd name="connsiteY8" fmla="*/ 190219 h 6858000"/>
              <a:gd name="connsiteX9" fmla="*/ 12009037 w 12193199"/>
              <a:gd name="connsiteY9" fmla="*/ 190219 h 6858000"/>
              <a:gd name="connsiteX10" fmla="*/ 12009037 w 12193199"/>
              <a:gd name="connsiteY10" fmla="*/ 6667781 h 6858000"/>
              <a:gd name="connsiteX11" fmla="*/ 12193199 w 12193199"/>
              <a:gd name="connsiteY11" fmla="*/ 6667781 h 6858000"/>
              <a:gd name="connsiteX12" fmla="*/ 12193199 w 12193199"/>
              <a:gd name="connsiteY12" fmla="*/ 6674981 h 6858000"/>
              <a:gd name="connsiteX13" fmla="*/ 12009037 w 12193199"/>
              <a:gd name="connsiteY13" fmla="*/ 6674981 h 6858000"/>
              <a:gd name="connsiteX14" fmla="*/ 12009037 w 12193199"/>
              <a:gd name="connsiteY14" fmla="*/ 6858000 h 6858000"/>
              <a:gd name="connsiteX15" fmla="*/ 12001837 w 12193199"/>
              <a:gd name="connsiteY15" fmla="*/ 6858000 h 6858000"/>
              <a:gd name="connsiteX16" fmla="*/ 12001837 w 12193199"/>
              <a:gd name="connsiteY16" fmla="*/ 6674981 h 6858000"/>
              <a:gd name="connsiteX17" fmla="*/ 190218 w 12193199"/>
              <a:gd name="connsiteY17" fmla="*/ 6674981 h 6858000"/>
              <a:gd name="connsiteX18" fmla="*/ 190218 w 12193199"/>
              <a:gd name="connsiteY18" fmla="*/ 6858000 h 6858000"/>
              <a:gd name="connsiteX19" fmla="*/ 183018 w 12193199"/>
              <a:gd name="connsiteY19" fmla="*/ 6858000 h 6858000"/>
              <a:gd name="connsiteX20" fmla="*/ 183018 w 12193199"/>
              <a:gd name="connsiteY20" fmla="*/ 6674981 h 6858000"/>
              <a:gd name="connsiteX21" fmla="*/ 0 w 12193199"/>
              <a:gd name="connsiteY21" fmla="*/ 6674981 h 6858000"/>
              <a:gd name="connsiteX22" fmla="*/ 0 w 12193199"/>
              <a:gd name="connsiteY22" fmla="*/ 6667781 h 6858000"/>
              <a:gd name="connsiteX23" fmla="*/ 183018 w 12193199"/>
              <a:gd name="connsiteY23" fmla="*/ 6667781 h 6858000"/>
              <a:gd name="connsiteX24" fmla="*/ 183018 w 12193199"/>
              <a:gd name="connsiteY24" fmla="*/ 190219 h 6858000"/>
              <a:gd name="connsiteX25" fmla="*/ 0 w 12193199"/>
              <a:gd name="connsiteY25" fmla="*/ 190219 h 6858000"/>
              <a:gd name="connsiteX26" fmla="*/ 0 w 12193199"/>
              <a:gd name="connsiteY26" fmla="*/ 183019 h 6858000"/>
              <a:gd name="connsiteX27" fmla="*/ 183018 w 12193199"/>
              <a:gd name="connsiteY27" fmla="*/ 183019 h 6858000"/>
              <a:gd name="connsiteX28" fmla="*/ 183018 w 12193199"/>
              <a:gd name="connsiteY28" fmla="*/ 0 h 6858000"/>
              <a:gd name="connsiteX29" fmla="*/ 190218 w 12193199"/>
              <a:gd name="connsiteY29" fmla="*/ 0 h 6858000"/>
              <a:gd name="connsiteX30" fmla="*/ 190218 w 12193199"/>
              <a:gd name="connsiteY30" fmla="*/ 183019 h 6858000"/>
              <a:gd name="connsiteX31" fmla="*/ 12001837 w 12193199"/>
              <a:gd name="connsiteY31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193199" h="6858000">
                <a:moveTo>
                  <a:pt x="190218" y="190219"/>
                </a:moveTo>
                <a:lnTo>
                  <a:pt x="190218" y="6667781"/>
                </a:lnTo>
                <a:lnTo>
                  <a:pt x="12001837" y="6667781"/>
                </a:lnTo>
                <a:lnTo>
                  <a:pt x="12001837" y="190219"/>
                </a:lnTo>
                <a:close/>
                <a:moveTo>
                  <a:pt x="12001837" y="0"/>
                </a:moveTo>
                <a:lnTo>
                  <a:pt x="12009037" y="0"/>
                </a:lnTo>
                <a:lnTo>
                  <a:pt x="12009037" y="183019"/>
                </a:lnTo>
                <a:lnTo>
                  <a:pt x="12193199" y="183019"/>
                </a:lnTo>
                <a:lnTo>
                  <a:pt x="12193199" y="190219"/>
                </a:lnTo>
                <a:lnTo>
                  <a:pt x="12009037" y="190219"/>
                </a:lnTo>
                <a:lnTo>
                  <a:pt x="12009037" y="6667781"/>
                </a:lnTo>
                <a:lnTo>
                  <a:pt x="12193199" y="6667781"/>
                </a:lnTo>
                <a:lnTo>
                  <a:pt x="12193199" y="6674981"/>
                </a:lnTo>
                <a:lnTo>
                  <a:pt x="12009037" y="6674981"/>
                </a:lnTo>
                <a:lnTo>
                  <a:pt x="12009037" y="6858000"/>
                </a:lnTo>
                <a:lnTo>
                  <a:pt x="12001837" y="6858000"/>
                </a:lnTo>
                <a:lnTo>
                  <a:pt x="12001837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lnTo>
                  <a:pt x="183018" y="0"/>
                </a:lnTo>
                <a:lnTo>
                  <a:pt x="190218" y="0"/>
                </a:lnTo>
                <a:lnTo>
                  <a:pt x="190218" y="183019"/>
                </a:lnTo>
                <a:lnTo>
                  <a:pt x="12001837" y="183019"/>
                </a:lnTo>
                <a:close/>
              </a:path>
            </a:pathLst>
          </a:custGeom>
          <a:solidFill>
            <a:srgbClr val="E7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C9392247-CE23-49BB-A39E-64C7575B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38" y="185737"/>
            <a:ext cx="11818937" cy="9477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5738" y="1438275"/>
            <a:ext cx="11818937" cy="45624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Bullet level 1 Coral (Enter+TAB for next text level, SHIFT+TAB to go back in levels)</a:t>
            </a:r>
          </a:p>
          <a:p>
            <a:pPr lvl="1"/>
            <a:r>
              <a:rPr lang="en-GB" noProof="0"/>
              <a:t>Level 2</a:t>
            </a:r>
          </a:p>
          <a:p>
            <a:pPr lvl="2"/>
            <a:r>
              <a:rPr lang="en-GB" noProof="0"/>
              <a:t>Level 3</a:t>
            </a:r>
          </a:p>
          <a:p>
            <a:pPr lvl="3"/>
            <a:r>
              <a:rPr lang="en-GB" noProof="0"/>
              <a:t>Level 4, Body</a:t>
            </a:r>
          </a:p>
          <a:p>
            <a:pPr lvl="4"/>
            <a:r>
              <a:rPr lang="en-GB" noProof="0"/>
              <a:t>Level 5, Header</a:t>
            </a:r>
          </a:p>
          <a:p>
            <a:pPr lvl="5"/>
            <a:r>
              <a:rPr lang="en-GB" noProof="0"/>
              <a:t>Level 6, Body</a:t>
            </a:r>
          </a:p>
          <a:p>
            <a:pPr lvl="6"/>
            <a:r>
              <a:rPr lang="en-GB" noProof="0"/>
              <a:t>Level 7, Small Text</a:t>
            </a:r>
          </a:p>
          <a:p>
            <a:pPr lvl="7"/>
            <a:r>
              <a:rPr lang="en-GB" noProof="0"/>
              <a:t>Level 8, Headline</a:t>
            </a:r>
          </a:p>
          <a:p>
            <a:pPr lvl="8"/>
            <a:r>
              <a:rPr lang="en-GB" noProof="0"/>
              <a:t>Level 9, Headline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42516E-ED5A-4F68-B285-E8D0CC42F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91638" y="6474619"/>
            <a:ext cx="2713037" cy="196056"/>
          </a:xfrm>
          <a:prstGeom prst="rect">
            <a:avLst/>
          </a:prstGeom>
        </p:spPr>
        <p:txBody>
          <a:bodyPr vert="horz" lIns="0" tIns="252000" rIns="0" bIns="0" rtlCol="0" anchor="b" anchorCtr="0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AAB2BF0-A651-AD5C-42CC-145B1AD52D70}"/>
              </a:ext>
            </a:extLst>
          </p:cNvPr>
          <p:cNvSpPr/>
          <p:nvPr userDrawn="1"/>
        </p:nvSpPr>
        <p:spPr>
          <a:xfrm>
            <a:off x="190800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rgbClr val="141E1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99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32" r:id="rId2"/>
    <p:sldLayoutId id="2147483821" r:id="rId3"/>
    <p:sldLayoutId id="2147483755" r:id="rId4"/>
    <p:sldLayoutId id="2147483798" r:id="rId5"/>
    <p:sldLayoutId id="2147483799" r:id="rId6"/>
    <p:sldLayoutId id="2147483801" r:id="rId7"/>
    <p:sldLayoutId id="2147483757" r:id="rId8"/>
    <p:sldLayoutId id="2147483800" r:id="rId9"/>
    <p:sldLayoutId id="2147483822" r:id="rId10"/>
    <p:sldLayoutId id="2147483823" r:id="rId11"/>
    <p:sldLayoutId id="2147483794" r:id="rId12"/>
    <p:sldLayoutId id="2147483795" r:id="rId13"/>
    <p:sldLayoutId id="2147483828" r:id="rId14"/>
    <p:sldLayoutId id="2147483809" r:id="rId15"/>
    <p:sldLayoutId id="2147483824" r:id="rId16"/>
    <p:sldLayoutId id="2147483808" r:id="rId17"/>
    <p:sldLayoutId id="2147483812" r:id="rId18"/>
    <p:sldLayoutId id="2147483813" r:id="rId19"/>
    <p:sldLayoutId id="2147483830" r:id="rId20"/>
    <p:sldLayoutId id="2147483803" r:id="rId21"/>
    <p:sldLayoutId id="2147483802" r:id="rId22"/>
    <p:sldLayoutId id="2147483826" r:id="rId23"/>
    <p:sldLayoutId id="2147483807" r:id="rId24"/>
    <p:sldLayoutId id="2147483806" r:id="rId25"/>
    <p:sldLayoutId id="2147483827" r:id="rId26"/>
    <p:sldLayoutId id="2147483831" r:id="rId27"/>
    <p:sldLayoutId id="2147483772" r:id="rId28"/>
    <p:sldLayoutId id="2147483743" r:id="rId29"/>
    <p:sldLayoutId id="2147483744" r:id="rId30"/>
    <p:sldLayoutId id="2147483815" r:id="rId31"/>
    <p:sldLayoutId id="2147483816" r:id="rId32"/>
    <p:sldLayoutId id="2147483817" r:id="rId33"/>
    <p:sldLayoutId id="2147483765" r:id="rId34"/>
    <p:sldLayoutId id="2147483829" r:id="rId35"/>
    <p:sldLayoutId id="2147483814" r:id="rId36"/>
    <p:sldLayoutId id="2147483818" r:id="rId37"/>
    <p:sldLayoutId id="2147483832" r:id="rId38"/>
  </p:sldLayoutIdLst>
  <p:hf hdr="0"/>
  <p:txStyles>
    <p:titleStyle>
      <a:lvl1pPr algn="l" defTabSz="914400" rtl="0" eaLnBrk="1" latinLnBrk="0" hangingPunct="1">
        <a:lnSpc>
          <a:spcPct val="83000"/>
        </a:lnSpc>
        <a:spcBef>
          <a:spcPct val="0"/>
        </a:spcBef>
        <a:buNone/>
        <a:defRPr sz="330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accent5"/>
        </a:buClr>
        <a:buSzPct val="70000"/>
        <a:buFont typeface="Wingdings" panose="05000000000000000000" pitchFamily="2" charset="2"/>
        <a:buChar char="n"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SzPct val="70000"/>
        <a:buFont typeface="Wingdings" panose="05000000000000000000" pitchFamily="2" charset="2"/>
        <a:buChar char="n"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SzPct val="70000"/>
        <a:buFont typeface="Wingdings" panose="05000000000000000000" pitchFamily="2" charset="2"/>
        <a:buChar char="n"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8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​"/>
        <a:defRPr sz="2200" b="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8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​"/>
        <a:tabLst/>
        <a:defRPr sz="2200" b="1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500" kern="1200" spc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13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200" b="0" kern="1200" spc="0" baseline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4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3300" kern="1200" spc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​"/>
        <a:defRPr sz="6400" kern="1200" spc="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17" userDrawn="1">
          <p15:clr>
            <a:srgbClr val="A4A3A4"/>
          </p15:clr>
        </p15:guide>
        <p15:guide id="2" pos="1890" userDrawn="1">
          <p15:clr>
            <a:srgbClr val="A4A3A4"/>
          </p15:clr>
        </p15:guide>
        <p15:guide id="3" orient="horz" pos="117" userDrawn="1">
          <p15:clr>
            <a:srgbClr val="A4A3A4"/>
          </p15:clr>
        </p15:guide>
        <p15:guide id="4" orient="horz" pos="4202" userDrawn="1">
          <p15:clr>
            <a:srgbClr val="A4A3A4"/>
          </p15:clr>
        </p15:guide>
        <p15:guide id="5" pos="2008" userDrawn="1">
          <p15:clr>
            <a:srgbClr val="A4A3A4"/>
          </p15:clr>
        </p15:guide>
        <p15:guide id="6" pos="3781" userDrawn="1">
          <p15:clr>
            <a:srgbClr val="A4A3A4"/>
          </p15:clr>
        </p15:guide>
        <p15:guide id="7" pos="3898" userDrawn="1">
          <p15:clr>
            <a:srgbClr val="A4A3A4"/>
          </p15:clr>
        </p15:guide>
        <p15:guide id="8" pos="5671" userDrawn="1">
          <p15:clr>
            <a:srgbClr val="A4A3A4"/>
          </p15:clr>
        </p15:guide>
        <p15:guide id="9" pos="5789" userDrawn="1">
          <p15:clr>
            <a:srgbClr val="A4A3A4"/>
          </p15:clr>
        </p15:guide>
        <p15:guide id="10" pos="7562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gov.uk/" TargetMode="External"/><Relationship Id="rId1" Type="http://schemas.openxmlformats.org/officeDocument/2006/relationships/slideLayout" Target="../slideLayouts/slideLayout3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43CBC-9999-5879-C3D5-3A09861D7E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DK"/>
              <a:t>AI &amp; Building FDS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13260-D576-88E8-20D6-3A8AA856CD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DK"/>
              <a:t>April 29, 2026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92C839-A4FB-1BB3-D067-D52E1BB2FD6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DK"/>
              <a:t>Tania Camilla Taarsted Argot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31EA85-FEFC-7589-43E0-0C79DA930CC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DK"/>
              <a:t>Tomas Wind</a:t>
            </a:r>
          </a:p>
        </p:txBody>
      </p:sp>
    </p:spTree>
    <p:extLst>
      <p:ext uri="{BB962C8B-B14F-4D97-AF65-F5344CB8AC3E}">
        <p14:creationId xmlns:p14="http://schemas.microsoft.com/office/powerpoint/2010/main" val="2398025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D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0068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068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7315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"/>
              </a:rPr>
              <a:t>Debt Collection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901952"/>
            <a:ext cx="10149840" cy="35086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800" b="0">
                <a:solidFill>
                  <a:srgbClr val="DAE8E6"/>
                </a:solidFill>
                <a:latin typeface="Aptos"/>
              </a:rPr>
              <a:t>Greenfield delivery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9601200" cy="9601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ptos"/>
              </a:rPr>
              <a:t>DCMS is a greenfield platform for managing DWP debt from identification through recovery, enforcement, and write-off, with compliance, auditability, and business-change control built into the product.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4343400"/>
            <a:ext cx="2971800" cy="594360"/>
          </a:xfrm>
          <a:prstGeom prst="roundRect">
            <a:avLst/>
          </a:prstGeom>
          <a:solidFill>
            <a:srgbClr val="006853"/>
          </a:solidFill>
          <a:ln w="12700">
            <a:solidFill>
              <a:srgbClr val="006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Not COTS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4343400"/>
            <a:ext cx="2971800" cy="594360"/>
          </a:xfrm>
          <a:prstGeom prst="roundRect">
            <a:avLst/>
          </a:prstGeom>
          <a:solidFill>
            <a:srgbClr val="007A84"/>
          </a:solidFill>
          <a:ln w="12700">
            <a:solidFill>
              <a:srgbClr val="007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Not Solon Tax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5472" y="4343400"/>
            <a:ext cx="2971800" cy="594360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Built for DWP rules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g-01-debt-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54" y="0"/>
            <a:ext cx="11291986" cy="68579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800" b="0">
                <a:solidFill>
                  <a:srgbClr val="78828C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6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3291840" cy="2560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800" b="1">
                <a:solidFill>
                  <a:srgbClr val="006853"/>
                </a:solidFill>
                <a:latin typeface="Aptos"/>
              </a:rPr>
              <a:t>WHAT WE ARE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20624"/>
            <a:ext cx="1078992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2400" b="1">
                <a:solidFill>
                  <a:srgbClr val="1B2D49"/>
                </a:solidFill>
                <a:latin typeface="Aptos"/>
              </a:rPr>
              <a:t>What Makes This Different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005840"/>
            <a:ext cx="10881360" cy="15240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27080" y="6446520"/>
            <a:ext cx="82296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800" b="0">
                <a:solidFill>
                  <a:srgbClr val="78828C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72768"/>
            <a:ext cx="3337560" cy="658368"/>
          </a:xfrm>
          <a:prstGeom prst="roundRect">
            <a:avLst/>
          </a:prstGeom>
          <a:solidFill>
            <a:srgbClr val="AD1457"/>
          </a:solidFill>
          <a:ln w="12700">
            <a:solidFill>
              <a:srgbClr val="AD1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Statutory guardrails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23160"/>
            <a:ext cx="3337560" cy="201168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Legal protections are non-configurable controls, not rule-table preferences.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72768"/>
            <a:ext cx="3337560" cy="658368"/>
          </a:xfrm>
          <a:prstGeom prst="roundRect">
            <a:avLst/>
          </a:prstGeom>
          <a:solidFill>
            <a:srgbClr val="006853"/>
          </a:solidFill>
          <a:ln w="12700">
            <a:solidFill>
              <a:srgbClr val="006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Business-user strategy authoring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423160"/>
            <a:ext cx="3337560" cy="201168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Decision tables and treatment paths can change through governed authoring without an IT ticket for every rule change.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572768"/>
            <a:ext cx="3337560" cy="658368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Audit-to-question trail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2423160"/>
            <a:ext cx="3337560" cy="201168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A regulatory query can be answered from account history, rule versions, suppression decisions, and actor evidence inside DCMS.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6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3291840" cy="2560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800" b="1">
                <a:solidFill>
                  <a:srgbClr val="006853"/>
                </a:solidFill>
                <a:latin typeface="Aptos"/>
              </a:rP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20624"/>
            <a:ext cx="1078992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2400" b="1">
                <a:solidFill>
                  <a:srgbClr val="1B2D49"/>
                </a:solidFill>
                <a:latin typeface="Aptos"/>
              </a:rPr>
              <a:t>Key Architecture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005840"/>
            <a:ext cx="10881360" cy="15240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27080" y="6446520"/>
            <a:ext cx="82296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800" b="0">
                <a:solidFill>
                  <a:srgbClr val="78828C"/>
                </a:solidFill>
                <a:latin typeface="Aptos"/>
              </a:rPr>
              <a:t>4</a:t>
            </a:r>
          </a:p>
        </p:txBody>
      </p:sp>
      <p:graphicFrame>
        <p:nvGraphicFramePr>
          <p:cNvPr id="8" name="Content Placeholder 6">
            <a:extLst>
              <a:ext uri="{FF2B5EF4-FFF2-40B4-BE49-F238E27FC236}">
                <a16:creationId xmlns:a16="http://schemas.microsoft.com/office/drawing/2014/main" id="{308AB4FA-D565-24B7-5AF7-2831ECF0BD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5100402"/>
              </p:ext>
            </p:extLst>
          </p:nvPr>
        </p:nvGraphicFramePr>
        <p:xfrm>
          <a:off x="728435" y="1103376"/>
          <a:ext cx="9312956" cy="534063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86857">
                  <a:extLst>
                    <a:ext uri="{9D8B030D-6E8A-4147-A177-3AD203B41FA5}">
                      <a16:colId xmlns:a16="http://schemas.microsoft.com/office/drawing/2014/main" val="2308153710"/>
                    </a:ext>
                  </a:extLst>
                </a:gridCol>
                <a:gridCol w="2646980">
                  <a:extLst>
                    <a:ext uri="{9D8B030D-6E8A-4147-A177-3AD203B41FA5}">
                      <a16:colId xmlns:a16="http://schemas.microsoft.com/office/drawing/2014/main" val="3388398828"/>
                    </a:ext>
                  </a:extLst>
                </a:gridCol>
                <a:gridCol w="1999835">
                  <a:extLst>
                    <a:ext uri="{9D8B030D-6E8A-4147-A177-3AD203B41FA5}">
                      <a16:colId xmlns:a16="http://schemas.microsoft.com/office/drawing/2014/main" val="452647687"/>
                    </a:ext>
                  </a:extLst>
                </a:gridCol>
                <a:gridCol w="2979284">
                  <a:extLst>
                    <a:ext uri="{9D8B030D-6E8A-4147-A177-3AD203B41FA5}">
                      <a16:colId xmlns:a16="http://schemas.microsoft.com/office/drawing/2014/main" val="3561369664"/>
                    </a:ext>
                  </a:extLst>
                </a:gridCol>
              </a:tblGrid>
              <a:tr h="267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 b="1" err="1">
                          <a:solidFill>
                            <a:srgbClr val="000000"/>
                          </a:solidFill>
                          <a:effectLst/>
                        </a:rPr>
                        <a:t>Layer</a:t>
                      </a:r>
                      <a:endParaRPr lang="da-DK" sz="1400" b="1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 b="1">
                          <a:solidFill>
                            <a:srgbClr val="000000"/>
                          </a:solidFill>
                          <a:effectLst/>
                        </a:rPr>
                        <a:t>Technology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 b="1">
                          <a:solidFill>
                            <a:srgbClr val="000000"/>
                          </a:solidFill>
                          <a:effectLst/>
                        </a:rPr>
                        <a:t>Version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 b="1">
                          <a:solidFill>
                            <a:srgbClr val="000000"/>
                          </a:solidFill>
                          <a:effectLst/>
                        </a:rPr>
                        <a:t>Notes</a:t>
                      </a:r>
                    </a:p>
                  </a:txBody>
                  <a:tcPr marL="50642" marR="50642" marT="23373" marB="23373" anchor="ctr"/>
                </a:tc>
                <a:extLst>
                  <a:ext uri="{0D108BD9-81ED-4DB2-BD59-A6C34878D82A}">
                    <a16:rowId xmlns:a16="http://schemas.microsoft.com/office/drawing/2014/main" val="3880972326"/>
                  </a:ext>
                </a:extLst>
              </a:tr>
              <a:tr h="491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Language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Java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21 (OpenJDK)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LTS, virtual </a:t>
                      </a:r>
                      <a:r>
                        <a:rPr lang="da-DK" sz="1200" err="1">
                          <a:effectLst/>
                        </a:rPr>
                        <a:t>threads</a:t>
                      </a:r>
                      <a:endParaRPr lang="da-DK" sz="1200">
                        <a:effectLst/>
                      </a:endParaRPr>
                    </a:p>
                  </a:txBody>
                  <a:tcPr marL="50642" marR="50642" marT="23373" marB="23373" anchor="ctr"/>
                </a:tc>
                <a:extLst>
                  <a:ext uri="{0D108BD9-81ED-4DB2-BD59-A6C34878D82A}">
                    <a16:rowId xmlns:a16="http://schemas.microsoft.com/office/drawing/2014/main" val="778778492"/>
                  </a:ext>
                </a:extLst>
              </a:tr>
              <a:tr h="287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Framework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Spring Boot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3.4.x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Web, Security, Data, AOP</a:t>
                      </a:r>
                    </a:p>
                  </a:txBody>
                  <a:tcPr marL="50642" marR="50642" marT="23373" marB="23373" anchor="ctr"/>
                </a:tc>
                <a:extLst>
                  <a:ext uri="{0D108BD9-81ED-4DB2-BD59-A6C34878D82A}">
                    <a16:rowId xmlns:a16="http://schemas.microsoft.com/office/drawing/2014/main" val="2513645481"/>
                  </a:ext>
                </a:extLst>
              </a:tr>
              <a:tr h="4068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Process Engine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b="1" err="1">
                          <a:solidFill>
                            <a:srgbClr val="000000"/>
                          </a:solidFill>
                          <a:effectLst/>
                        </a:rPr>
                        <a:t>Flowable</a:t>
                      </a:r>
                      <a:endParaRPr lang="da-DK" sz="1200">
                        <a:effectLst/>
                      </a:endParaRP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b="1">
                          <a:solidFill>
                            <a:srgbClr val="000000"/>
                          </a:solidFill>
                          <a:effectLst/>
                        </a:rPr>
                        <a:t>6.8.x</a:t>
                      </a:r>
                      <a:endParaRPr lang="da-DK" sz="1200">
                        <a:effectLst/>
                      </a:endParaRP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BPMN + DMN + CMMN, Apache 2.0</a:t>
                      </a:r>
                    </a:p>
                  </a:txBody>
                  <a:tcPr marL="50642" marR="50642" marT="23373" marB="23373" anchor="ctr"/>
                </a:tc>
                <a:extLst>
                  <a:ext uri="{0D108BD9-81ED-4DB2-BD59-A6C34878D82A}">
                    <a16:rowId xmlns:a16="http://schemas.microsoft.com/office/drawing/2014/main" val="2861729487"/>
                  </a:ext>
                </a:extLst>
              </a:tr>
              <a:tr h="267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Build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Maven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3.9.6+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a-DK" sz="1200">
                        <a:effectLst/>
                      </a:endParaRPr>
                    </a:p>
                  </a:txBody>
                  <a:tcPr marL="50642" marR="50642" marT="23373" marB="23373" anchor="ctr"/>
                </a:tc>
                <a:extLst>
                  <a:ext uri="{0D108BD9-81ED-4DB2-BD59-A6C34878D82A}">
                    <a16:rowId xmlns:a16="http://schemas.microsoft.com/office/drawing/2014/main" val="3663063655"/>
                  </a:ext>
                </a:extLst>
              </a:tr>
              <a:tr h="4068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Database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PostgreSQL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16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public + </a:t>
                      </a:r>
                      <a:r>
                        <a:rPr lang="da-DK" sz="1200" err="1">
                          <a:effectLst/>
                        </a:rPr>
                        <a:t>flowable</a:t>
                      </a:r>
                      <a:r>
                        <a:rPr lang="da-DK" sz="1200">
                          <a:effectLst/>
                        </a:rPr>
                        <a:t> </a:t>
                      </a:r>
                      <a:r>
                        <a:rPr lang="da-DK" sz="1200" err="1">
                          <a:effectLst/>
                        </a:rPr>
                        <a:t>schemas</a:t>
                      </a:r>
                      <a:endParaRPr lang="da-DK" sz="1200">
                        <a:effectLst/>
                      </a:endParaRPr>
                    </a:p>
                  </a:txBody>
                  <a:tcPr marL="50642" marR="50642" marT="23373" marB="23373" anchor="ctr"/>
                </a:tc>
                <a:extLst>
                  <a:ext uri="{0D108BD9-81ED-4DB2-BD59-A6C34878D82A}">
                    <a16:rowId xmlns:a16="http://schemas.microsoft.com/office/drawing/2014/main" val="2916002131"/>
                  </a:ext>
                </a:extLst>
              </a:tr>
              <a:tr h="287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Migrations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Flyway Community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10.x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err="1">
                          <a:effectLst/>
                        </a:rPr>
                        <a:t>Two</a:t>
                      </a:r>
                      <a:r>
                        <a:rPr lang="da-DK" sz="1200">
                          <a:effectLst/>
                        </a:rPr>
                        <a:t> locations: </a:t>
                      </a:r>
                      <a:r>
                        <a:rPr lang="da-DK" sz="1200" err="1">
                          <a:effectLst/>
                        </a:rPr>
                        <a:t>schema</a:t>
                      </a:r>
                      <a:r>
                        <a:rPr lang="da-DK" sz="1200">
                          <a:effectLst/>
                        </a:rPr>
                        <a:t> + seed</a:t>
                      </a:r>
                    </a:p>
                  </a:txBody>
                  <a:tcPr marL="50642" marR="50642" marT="23373" marB="23373" anchor="ctr"/>
                </a:tc>
                <a:extLst>
                  <a:ext uri="{0D108BD9-81ED-4DB2-BD59-A6C34878D82A}">
                    <a16:rowId xmlns:a16="http://schemas.microsoft.com/office/drawing/2014/main" val="3505366636"/>
                  </a:ext>
                </a:extLst>
              </a:tr>
              <a:tr h="4068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ORM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Spring Data JPA + Hibernate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6.x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a-DK" sz="1200">
                        <a:effectLst/>
                      </a:endParaRPr>
                    </a:p>
                  </a:txBody>
                  <a:tcPr marL="50642" marR="50642" marT="23373" marB="23373" anchor="ctr"/>
                </a:tc>
                <a:extLst>
                  <a:ext uri="{0D108BD9-81ED-4DB2-BD59-A6C34878D82A}">
                    <a16:rowId xmlns:a16="http://schemas.microsoft.com/office/drawing/2014/main" val="3662642921"/>
                  </a:ext>
                </a:extLst>
              </a:tr>
              <a:tr h="287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Auth/AuthZ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Keycloak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24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OIDC/OAuth2, RBAC</a:t>
                      </a:r>
                    </a:p>
                  </a:txBody>
                  <a:tcPr marL="50642" marR="50642" marT="23373" marB="23373" anchor="ctr"/>
                </a:tc>
                <a:extLst>
                  <a:ext uri="{0D108BD9-81ED-4DB2-BD59-A6C34878D82A}">
                    <a16:rowId xmlns:a16="http://schemas.microsoft.com/office/drawing/2014/main" val="799226772"/>
                  </a:ext>
                </a:extLst>
              </a:tr>
              <a:tr h="287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Frontend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React + TypeScript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18 / 5.x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a-DK" sz="1200">
                        <a:effectLst/>
                      </a:endParaRPr>
                    </a:p>
                  </a:txBody>
                  <a:tcPr marL="50642" marR="50642" marT="23373" marB="23373" anchor="ctr"/>
                </a:tc>
                <a:extLst>
                  <a:ext uri="{0D108BD9-81ED-4DB2-BD59-A6C34878D82A}">
                    <a16:rowId xmlns:a16="http://schemas.microsoft.com/office/drawing/2014/main" val="1783409012"/>
                  </a:ext>
                </a:extLst>
              </a:tr>
              <a:tr h="287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Design System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u="none" strike="noStrike">
                          <a:solidFill>
                            <a:srgbClr val="0088CC"/>
                          </a:solidFill>
                          <a:effectLst/>
                          <a:hlinkClick r:id="rId2"/>
                        </a:rPr>
                        <a:t>GOV.UK</a:t>
                      </a:r>
                      <a:r>
                        <a:rPr lang="da-DK" sz="1200">
                          <a:effectLst/>
                        </a:rPr>
                        <a:t> Design System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5.x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WCAG AA</a:t>
                      </a:r>
                    </a:p>
                  </a:txBody>
                  <a:tcPr marL="50642" marR="50642" marT="23373" marB="23373" anchor="ctr"/>
                </a:tc>
                <a:extLst>
                  <a:ext uri="{0D108BD9-81ED-4DB2-BD59-A6C34878D82A}">
                    <a16:rowId xmlns:a16="http://schemas.microsoft.com/office/drawing/2014/main" val="4189442965"/>
                  </a:ext>
                </a:extLst>
              </a:tr>
              <a:tr h="287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Containers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Docker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25.x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err="1">
                          <a:effectLst/>
                        </a:rPr>
                        <a:t>Multi</a:t>
                      </a:r>
                      <a:r>
                        <a:rPr lang="da-DK" sz="1200">
                          <a:effectLst/>
                        </a:rPr>
                        <a:t>-stage </a:t>
                      </a:r>
                      <a:r>
                        <a:rPr lang="da-DK" sz="1200" err="1">
                          <a:effectLst/>
                        </a:rPr>
                        <a:t>builds</a:t>
                      </a:r>
                      <a:endParaRPr lang="da-DK" sz="1200">
                        <a:effectLst/>
                      </a:endParaRPr>
                    </a:p>
                  </a:txBody>
                  <a:tcPr marL="50642" marR="50642" marT="23373" marB="23373" anchor="ctr"/>
                </a:tc>
                <a:extLst>
                  <a:ext uri="{0D108BD9-81ED-4DB2-BD59-A6C34878D82A}">
                    <a16:rowId xmlns:a16="http://schemas.microsoft.com/office/drawing/2014/main" val="2138176840"/>
                  </a:ext>
                </a:extLst>
              </a:tr>
              <a:tr h="4068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Orchestration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Docker Compose + Helm 3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v2 / 3.x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Local + AKS </a:t>
                      </a:r>
                      <a:r>
                        <a:rPr lang="da-DK" sz="1200" err="1">
                          <a:effectLst/>
                        </a:rPr>
                        <a:t>dev</a:t>
                      </a:r>
                      <a:endParaRPr lang="da-DK" sz="1200">
                        <a:effectLst/>
                      </a:endParaRPr>
                    </a:p>
                  </a:txBody>
                  <a:tcPr marL="50642" marR="50642" marT="23373" marB="23373" anchor="ctr"/>
                </a:tc>
                <a:extLst>
                  <a:ext uri="{0D108BD9-81ED-4DB2-BD59-A6C34878D82A}">
                    <a16:rowId xmlns:a16="http://schemas.microsoft.com/office/drawing/2014/main" val="29712986"/>
                  </a:ext>
                </a:extLst>
              </a:tr>
              <a:tr h="267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CI/CD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GitHub Actions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—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a-DK" sz="1200">
                        <a:effectLst/>
                      </a:endParaRPr>
                    </a:p>
                  </a:txBody>
                  <a:tcPr marL="50642" marR="50642" marT="23373" marB="23373" anchor="ctr"/>
                </a:tc>
                <a:extLst>
                  <a:ext uri="{0D108BD9-81ED-4DB2-BD59-A6C34878D82A}">
                    <a16:rowId xmlns:a16="http://schemas.microsoft.com/office/drawing/2014/main" val="1350620048"/>
                  </a:ext>
                </a:extLst>
              </a:tr>
              <a:tr h="4068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Logging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Logstash Logback Encoder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7.x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JSON </a:t>
                      </a:r>
                      <a:r>
                        <a:rPr lang="da-DK" sz="1200" err="1">
                          <a:effectLst/>
                        </a:rPr>
                        <a:t>stdout</a:t>
                      </a:r>
                      <a:endParaRPr lang="da-DK" sz="1200">
                        <a:effectLst/>
                      </a:endParaRPr>
                    </a:p>
                  </a:txBody>
                  <a:tcPr marL="50642" marR="50642" marT="23373" marB="23373" anchor="ctr"/>
                </a:tc>
                <a:extLst>
                  <a:ext uri="{0D108BD9-81ED-4DB2-BD59-A6C34878D82A}">
                    <a16:rowId xmlns:a16="http://schemas.microsoft.com/office/drawing/2014/main" val="2860284042"/>
                  </a:ext>
                </a:extLst>
              </a:tr>
              <a:tr h="287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Process UI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Flowable Admin UI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6.8.x</a:t>
                      </a:r>
                    </a:p>
                  </a:txBody>
                  <a:tcPr marL="50642" marR="50642" marT="23373" marB="233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effectLst/>
                        </a:rPr>
                        <a:t>Separate Docker service</a:t>
                      </a:r>
                    </a:p>
                  </a:txBody>
                  <a:tcPr marL="50642" marR="50642" marT="23373" marB="23373" anchor="ctr"/>
                </a:tc>
                <a:extLst>
                  <a:ext uri="{0D108BD9-81ED-4DB2-BD59-A6C34878D82A}">
                    <a16:rowId xmlns:a16="http://schemas.microsoft.com/office/drawing/2014/main" val="1808917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g-02-syste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95" y="0"/>
            <a:ext cx="11792504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800" b="0">
                <a:solidFill>
                  <a:srgbClr val="78828C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g-03-delegate-command-pat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7617"/>
            <a:ext cx="12191695" cy="644276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800" b="0">
                <a:solidFill>
                  <a:srgbClr val="78828C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6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3291840" cy="2560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800" b="1">
                <a:solidFill>
                  <a:srgbClr val="006853"/>
                </a:solidFill>
                <a:latin typeface="Aptos"/>
              </a:rPr>
              <a:t>REQUIREMENTS AND BUILD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20624"/>
            <a:ext cx="1078992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2400" b="1">
                <a:solidFill>
                  <a:srgbClr val="1B2D49"/>
                </a:solidFill>
                <a:latin typeface="Aptos"/>
              </a:rPr>
              <a:t>Implied Build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005840"/>
            <a:ext cx="10881360" cy="15240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27080" y="6446520"/>
            <a:ext cx="82296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800" b="0">
                <a:solidFill>
                  <a:srgbClr val="78828C"/>
                </a:solidFill>
                <a:latin typeface="Aptos"/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872841"/>
              </p:ext>
            </p:extLst>
          </p:nvPr>
        </p:nvGraphicFramePr>
        <p:xfrm>
          <a:off x="603794" y="1161869"/>
          <a:ext cx="10972794" cy="51469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2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293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Discovered scope</a:t>
                      </a:r>
                    </a:p>
                  </a:txBody>
                  <a:tcPr marL="36576" marR="36576" marT="27432" marB="27432">
                    <a:solidFill>
                      <a:srgbClr val="1B2D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Why it is necessary</a:t>
                      </a:r>
                    </a:p>
                  </a:txBody>
                  <a:tcPr marL="36576" marR="36576" marT="27432" marB="27432">
                    <a:solidFill>
                      <a:srgbClr val="1B2D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sz="1600"/>
                        <a:t>Audit trail completeness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sz="1600"/>
                        <a:t>Regulatory questions need answerable in-system evidence.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sz="1600"/>
                        <a:t>Configuration version snapshot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sz="1600"/>
                        <a:t>Policy activation must not silently change live treatment paths.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sz="1600"/>
                        <a:t>Exhaustive suppression switch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sz="1600"/>
                        <a:t>A missed statutory suppression category must fail at build time.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sz="1600"/>
                        <a:t>Three-layer write-off control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sz="1600"/>
                        <a:t>Financial-control assurance needs workflow, service, and DB enforcement.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sz="1600"/>
                        <a:t>Deceased handler two-phase atomicity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sz="1600"/>
                        <a:t>A Flowable failure must not leave active collection against a deceased party.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lang="en-US" sz="1600"/>
                        <a:t>Champion/challenger is required; the implied build scope is the safety harness around it: measurement, promotion evidence, rollback, and audit.</a:t>
                      </a:r>
                      <a:endParaRPr sz="1600"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lang="en-US" sz="1600"/>
                        <a:t>Without those, we could say we support champion/challenger, but we could not safely prove why a challenger was promoted or what impact it had before touching live accounts.</a:t>
                      </a:r>
                      <a:endParaRPr sz="1600"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sz="1600"/>
                        <a:t>DCA pre-placement window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sz="1600"/>
                        <a:t>GDPR disclosure is enforced by state machine, not operator discretion.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g-04-entity-model.png"/>
          <p:cNvPicPr>
            <a:picLocks noChangeAspect="1"/>
          </p:cNvPicPr>
          <p:nvPr/>
        </p:nvPicPr>
        <p:blipFill>
          <a:blip r:embed="rId2"/>
          <a:srcRect b="16190"/>
          <a:stretch>
            <a:fillRect/>
          </a:stretch>
        </p:blipFill>
        <p:spPr>
          <a:xfrm>
            <a:off x="381000" y="391886"/>
            <a:ext cx="11430000" cy="574765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800" b="0">
                <a:solidFill>
                  <a:srgbClr val="78828C"/>
                </a:solidFill>
                <a:latin typeface="Aptos"/>
              </a:rPr>
              <a:t>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FE8C78-6B32-1097-D7AD-60B0A33880F9}"/>
              </a:ext>
            </a:extLst>
          </p:cNvPr>
          <p:cNvSpPr txBox="1"/>
          <p:nvPr/>
        </p:nvSpPr>
        <p:spPr>
          <a:xfrm>
            <a:off x="9160669" y="2726531"/>
            <a:ext cx="754856" cy="94257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en-DK" sz="600" i="1">
                <a:solidFill>
                  <a:srgbClr val="73AA87"/>
                </a:solidFill>
              </a:rPr>
              <a:t>1 arrangement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g-05-three-tier-configuration-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2" y="0"/>
            <a:ext cx="1216217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800" b="0">
                <a:solidFill>
                  <a:srgbClr val="78828C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6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3291840" cy="2560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800" b="1">
                <a:solidFill>
                  <a:srgbClr val="006853"/>
                </a:solidFill>
                <a:latin typeface="Aptos"/>
              </a:rPr>
              <a:t>POLICY CONFIGURATOR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20624"/>
            <a:ext cx="1078992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2400" b="1">
                <a:solidFill>
                  <a:srgbClr val="1B2D49"/>
                </a:solidFill>
                <a:latin typeface="Aptos"/>
              </a:rPr>
              <a:t>DMN Authoring Surface and Tier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005840"/>
            <a:ext cx="10881360" cy="15240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27080" y="6446520"/>
            <a:ext cx="82296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800" b="0">
                <a:solidFill>
                  <a:srgbClr val="78828C"/>
                </a:solidFill>
                <a:latin typeface="Aptos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325880"/>
          <a:ext cx="1101852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Tier</a:t>
                      </a:r>
                    </a:p>
                  </a:txBody>
                  <a:tcPr marL="36576" marR="36576" marT="27432" marB="27432">
                    <a:solidFill>
                      <a:srgbClr val="0068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Covers</a:t>
                      </a:r>
                    </a:p>
                  </a:txBody>
                  <a:tcPr marL="36576" marR="36576" marT="27432" marB="27432">
                    <a:solidFill>
                      <a:srgbClr val="0068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Who authors</a:t>
                      </a:r>
                    </a:p>
                  </a:txBody>
                  <a:tcPr marL="36576" marR="36576" marT="27432" marB="27432">
                    <a:solidFill>
                      <a:srgbClr val="0068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Change frequency</a:t>
                      </a:r>
                    </a:p>
                  </a:txBody>
                  <a:tcPr marL="36576" marR="36576" marT="27432" marB="27432">
                    <a:solidFill>
                      <a:srgbClr val="0068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Reference data: vulnerability types, suppression reasons, fee codes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Operations team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Rarely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DMN decision tables: segmentation, routing, thresholds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Business admin - no IT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Monthly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BPMN process definitions: treatment paths, escalation flows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Business admin via Flowable Modeler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Quarterly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" name="Picture 7" descr="flowable_dmn_tbl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389430"/>
            <a:ext cx="10515600" cy="18622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325880" y="5897880"/>
            <a:ext cx="9464040" cy="411480"/>
          </a:xfrm>
          <a:prstGeom prst="roundRect">
            <a:avLst/>
          </a:prstGeom>
          <a:solidFill>
            <a:srgbClr val="1B2D49"/>
          </a:solidFill>
          <a:ln w="12700">
            <a:solidFill>
              <a:srgbClr val="1B2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Business users change decision rules without raising an IT ticket.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g-06-policy-bundle-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373"/>
            <a:ext cx="12191695" cy="66572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800" b="0">
                <a:solidFill>
                  <a:srgbClr val="78828C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6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3291840" cy="196977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lang="da-DK" sz="800" b="1">
                <a:solidFill>
                  <a:srgbClr val="006853"/>
                </a:solidFill>
                <a:latin typeface="Aptos"/>
              </a:rPr>
              <a:t>NON-CONFIGURABLE COMPLIANCE CONTROLS</a:t>
            </a:r>
            <a:endParaRPr sz="800" b="1">
              <a:solidFill>
                <a:srgbClr val="006853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5488" y="420624"/>
            <a:ext cx="10789920" cy="44319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lang="da-DK" sz="2400" b="1">
                <a:solidFill>
                  <a:srgbClr val="1B2D49"/>
                </a:solidFill>
                <a:latin typeface="Aptos"/>
              </a:rPr>
              <a:t>Statutory Guardrails</a:t>
            </a:r>
            <a:endParaRPr sz="2400" b="1">
              <a:solidFill>
                <a:srgbClr val="1B2D49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75488" y="1005840"/>
            <a:ext cx="10881360" cy="15240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27080" y="6446520"/>
            <a:ext cx="82296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800" b="0">
                <a:solidFill>
                  <a:srgbClr val="78828C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10652760" cy="822960"/>
          </a:xfrm>
          <a:prstGeom prst="roundRect">
            <a:avLst/>
          </a:prstGeom>
          <a:solidFill>
            <a:srgbClr val="AD1457"/>
          </a:solidFill>
          <a:ln w="12700">
            <a:solidFill>
              <a:srgbClr val="AD1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Some protections are system invariants, not business-configurable rules.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31720"/>
            <a:ext cx="1965960" cy="685800"/>
          </a:xfrm>
          <a:prstGeom prst="roundRect">
            <a:avLst/>
          </a:prstGeom>
          <a:solidFill>
            <a:srgbClr val="AD1457"/>
          </a:solidFill>
          <a:ln w="12700">
            <a:solidFill>
              <a:srgbClr val="AD1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da-DK" sz="1350" b="1">
                <a:solidFill>
                  <a:srgbClr val="FFFFFF"/>
                </a:solidFill>
                <a:latin typeface="Aptos"/>
              </a:rPr>
              <a:t>Breathing space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2331720"/>
            <a:ext cx="1965960" cy="685800"/>
          </a:xfrm>
          <a:prstGeom prst="roundRect">
            <a:avLst/>
          </a:prstGeom>
          <a:solidFill>
            <a:srgbClr val="6A1B9A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da-DK" sz="1350" b="1">
                <a:solidFill>
                  <a:srgbClr val="FFFFFF"/>
                </a:solidFill>
                <a:latin typeface="Aptos"/>
              </a:rPr>
              <a:t>Insolvency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88282" y="2331720"/>
            <a:ext cx="1965960" cy="685800"/>
          </a:xfrm>
          <a:prstGeom prst="roundRect">
            <a:avLst/>
          </a:prstGeom>
          <a:solidFill>
            <a:srgbClr val="313B49"/>
          </a:solidFill>
          <a:ln w="12700">
            <a:solidFill>
              <a:srgbClr val="313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da-DK" sz="1350" b="1">
                <a:solidFill>
                  <a:srgbClr val="FFFFFF"/>
                </a:solidFill>
                <a:latin typeface="Aptos"/>
              </a:rPr>
              <a:t>Deceased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2331720"/>
            <a:ext cx="1965960" cy="685800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Vulnerability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9757" y="3429000"/>
            <a:ext cx="10655284" cy="1677382"/>
          </a:xfrm>
          <a:prstGeom prst="rect">
            <a:avLst/>
          </a:prstGeom>
          <a:noFill/>
        </p:spPr>
        <p:txBody>
          <a:bodyPr wrap="square" lIns="73152" tIns="45720" rIns="36576" bIns="45720" anchor="t">
            <a:spAutoFit/>
          </a:bodyPr>
          <a:lstStyle/>
          <a:p>
            <a:pPr>
              <a:spcAft>
                <a:spcPts val="360"/>
              </a:spcAft>
              <a:defRPr sz="1550">
                <a:solidFill>
                  <a:srgbClr val="1F2937"/>
                </a:solidFill>
                <a:latin typeface="Aptos"/>
              </a:defRPr>
            </a:pPr>
            <a:r>
              <a:t>Business users can change strategy: thresholds, segmentation, referral rules, treatment paths, and DMN tables.</a:t>
            </a:r>
          </a:p>
          <a:p>
            <a:pPr>
              <a:spcAft>
                <a:spcPts val="360"/>
              </a:spcAft>
              <a:defRPr sz="1550">
                <a:solidFill>
                  <a:srgbClr val="1F2937"/>
                </a:solidFill>
                <a:latin typeface="Aptos"/>
              </a:defRPr>
            </a:pPr>
            <a:r>
              <a:t>They cannot configure away statutory protections: contact suppression, moratorium handling, deceased handling, I&amp;E gates, policy floors, or audit evidence</a:t>
            </a:r>
            <a:endParaRPr lang="en-US"/>
          </a:p>
          <a:p>
            <a:pPr>
              <a:spcAft>
                <a:spcPts val="360"/>
              </a:spcAft>
              <a:defRPr sz="1550">
                <a:solidFill>
                  <a:srgbClr val="1F2937"/>
                </a:solidFill>
                <a:latin typeface="Aptos"/>
              </a:defRPr>
            </a:pPr>
            <a:r>
              <a:t>The process engine reads the current DB facts at each decision point so protected status is not dependent on stale process variables.</a:t>
            </a:r>
          </a:p>
          <a:p>
            <a:pPr>
              <a:spcAft>
                <a:spcPts val="360"/>
              </a:spcAft>
              <a:defRPr sz="1550">
                <a:solidFill>
                  <a:srgbClr val="1F2937"/>
                </a:solidFill>
                <a:latin typeface="Aptos"/>
              </a:defRPr>
            </a:pPr>
            <a:r>
              <a:t>The intent is deliberate: compliance controls are made impossible to misconfigure.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5486400"/>
            <a:ext cx="10241280" cy="594360"/>
          </a:xfrm>
          <a:prstGeom prst="roundRect">
            <a:avLst/>
          </a:prstGeom>
          <a:solidFill>
            <a:srgbClr val="006853"/>
          </a:solidFill>
          <a:ln w="12700">
            <a:solidFill>
              <a:srgbClr val="006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DCMS separates flexible strategy from non-configurable legal guardrails.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1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OPTIONS, LIMITATIONS, DECISION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Claude’s Identified Options and Recommendations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044820"/>
              </p:ext>
            </p:extLst>
          </p:nvPr>
        </p:nvGraphicFramePr>
        <p:xfrm>
          <a:off x="502920" y="1417320"/>
          <a:ext cx="11155680" cy="249936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How much we'd reuse on paper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benefit after problems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 problems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E1B2C"/>
                          </a:solidFill>
                          <a:latin typeface="Calibri"/>
                          <a:ea typeface="Calibri"/>
                          <a:cs typeface="Calibri"/>
                        </a:rPr>
                        <a:t>Build the whole system on top of Solon's tax platform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30-35%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5-10%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7 apply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7 major problems</a:t>
                      </a:r>
                    </a:p>
                  </a:txBody>
                  <a:tcPr marT="91440" marB="91440"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only Solon's billing and payments engine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20-25%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B2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10-15%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B2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of 7 apply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0A0A0A"/>
                          </a:solidFill>
                          <a:latin typeface="Calibri"/>
                          <a:ea typeface="Calibri"/>
                          <a:cs typeface="Calibri"/>
                        </a:rPr>
                        <a:t>Savings eaten by integration costs</a:t>
                      </a:r>
                    </a:p>
                  </a:txBody>
                  <a:tcPr marT="91440" marB="91440"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our own system, our way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Starting fresh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1E7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1E7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No major problems</a:t>
                      </a:r>
                    </a:p>
                  </a:txBody>
                  <a:tcPr marT="91440" marB="91440"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8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217851"/>
            <a:ext cx="54406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7" name="Text 4"/>
          <p:cNvSpPr/>
          <p:nvPr/>
        </p:nvSpPr>
        <p:spPr>
          <a:xfrm>
            <a:off x="685800" y="4217851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Solon's latest version (v2.3.0) fixes some of the older issues - but seven serious problems remain.</a:t>
            </a:r>
            <a:endParaRPr lang="en-US" sz="1400"/>
          </a:p>
        </p:txBody>
      </p:sp>
      <p:sp>
        <p:nvSpPr>
          <p:cNvPr id="8" name="Shape 5"/>
          <p:cNvSpPr/>
          <p:nvPr/>
        </p:nvSpPr>
        <p:spPr>
          <a:xfrm>
            <a:off x="6263640" y="4217851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9" name="Text 6"/>
          <p:cNvSpPr/>
          <p:nvPr/>
        </p:nvSpPr>
        <p:spPr>
          <a:xfrm>
            <a:off x="6446520" y="4217851"/>
            <a:ext cx="5029200" cy="868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3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Claude's recommendation: no part of Solon is used as a foundation or core building block.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E3CC3F-6400-C163-1D44-397E02E1CEC6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6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B8D05494-1C8E-80F0-366D-D0937BAA6E8E}"/>
              </a:ext>
            </a:extLst>
          </p:cNvPr>
          <p:cNvSpPr/>
          <p:nvPr/>
        </p:nvSpPr>
        <p:spPr>
          <a:xfrm>
            <a:off x="658950" y="5316583"/>
            <a:ext cx="10870836" cy="1051560"/>
          </a:xfrm>
          <a:prstGeom prst="roundRect">
            <a:avLst/>
          </a:prstGeom>
          <a:solidFill>
            <a:srgbClr val="AD1457"/>
          </a:solidFill>
          <a:ln w="12700">
            <a:solidFill>
              <a:srgbClr val="AD1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Aptos"/>
              </a:rPr>
              <a:t>Solon Tax's process engine can only stop a workflow, not pause and resume it. Breathing space needs pause-and-resume. Contacting a debtor during breathing space is a criminal offence </a:t>
            </a:r>
            <a:r>
              <a:rPr lang="en-US" sz="1400">
                <a:solidFill>
                  <a:srgbClr val="FFFFFF"/>
                </a:solidFill>
                <a:latin typeface="Aptos"/>
              </a:rPr>
              <a:t>–</a:t>
            </a:r>
            <a:r>
              <a:rPr lang="en-US" sz="1400" b="1">
                <a:solidFill>
                  <a:srgbClr val="FFFFFF"/>
                </a:solidFill>
                <a:latin typeface="Aptos"/>
              </a:rPr>
              <a:t> Claude is highly against shipping</a:t>
            </a:r>
            <a:r>
              <a:rPr sz="1400" b="1">
                <a:solidFill>
                  <a:srgbClr val="FFFFFF"/>
                </a:solidFill>
                <a:latin typeface="Aptos"/>
              </a:rPr>
              <a:t> on a platform that makes that mistake possible.</a:t>
            </a:r>
            <a:endParaRPr lang="en-US" sz="1400" b="1">
              <a:solidFill>
                <a:srgbClr val="FFFFFF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298346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CD13A-F593-6C1B-109A-FD1998665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161FEA9-B3C1-F6B2-8125-24157B08D592}"/>
              </a:ext>
            </a:extLst>
          </p:cNvPr>
          <p:cNvSpPr/>
          <p:nvPr/>
        </p:nvSpPr>
        <p:spPr>
          <a:xfrm>
            <a:off x="502920" y="27432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1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OPTIONS, LIMITATIONS, DECISION</a:t>
            </a:r>
            <a:endParaRPr lang="en-US" sz="11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AB46C10-5F13-009F-6B2E-10E3C1368220}"/>
              </a:ext>
            </a:extLst>
          </p:cNvPr>
          <p:cNvSpPr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 problems with reusing Solon</a:t>
            </a:r>
            <a:endParaRPr lang="en-US" sz="30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061C3DA-2DAF-BBD8-2E01-3D0F42A0E27F}"/>
              </a:ext>
            </a:extLst>
          </p:cNvPr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5EB420E-618A-FCD9-85E4-FED7AE9A5BB7}"/>
              </a:ext>
            </a:extLst>
          </p:cNvPr>
          <p:cNvSpPr/>
          <p:nvPr/>
        </p:nvSpPr>
        <p:spPr>
          <a:xfrm>
            <a:off x="1508760" y="576072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frame: 5–15% net scope reduction does not justify statutory, integration, or platform-coupling risk.</a:t>
            </a:r>
            <a:endParaRPr lang="en-US" sz="150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6B169C9-DA88-1C9A-80AE-7F3ECF9B77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165003"/>
              </p:ext>
            </p:extLst>
          </p:nvPr>
        </p:nvGraphicFramePr>
        <p:xfrm>
          <a:off x="502920" y="1527946"/>
          <a:ext cx="11155680" cy="4734828"/>
        </p:xfrm>
        <a:graphic>
          <a:graphicData uri="http://schemas.openxmlformats.org/drawingml/2006/table">
            <a:tbl>
              <a:tblPr bandRow="1">
                <a:tableStyleId>{C083E6E3-FA7D-4D7B-A595-EF9225AFEA82}</a:tableStyleId>
              </a:tblPr>
              <a:tblGrid>
                <a:gridCol w="1889216">
                  <a:extLst>
                    <a:ext uri="{9D8B030D-6E8A-4147-A177-3AD203B41FA5}">
                      <a16:colId xmlns:a16="http://schemas.microsoft.com/office/drawing/2014/main" val="1026903514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2739561845"/>
                    </a:ext>
                  </a:extLst>
                </a:gridCol>
                <a:gridCol w="3763735">
                  <a:extLst>
                    <a:ext uri="{9D8B030D-6E8A-4147-A177-3AD203B41FA5}">
                      <a16:colId xmlns:a16="http://schemas.microsoft.com/office/drawing/2014/main" val="3189618314"/>
                    </a:ext>
                  </a:extLst>
                </a:gridCol>
                <a:gridCol w="2188029">
                  <a:extLst>
                    <a:ext uri="{9D8B030D-6E8A-4147-A177-3AD203B41FA5}">
                      <a16:colId xmlns:a16="http://schemas.microsoft.com/office/drawing/2014/main" val="570335811"/>
                    </a:ext>
                  </a:extLst>
                </a:gridCol>
              </a:tblGrid>
              <a:tr h="361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000">
                          <a:solidFill>
                            <a:schemeClr val="tx1"/>
                          </a:solidFill>
                          <a:effectLst/>
                        </a:rPr>
                        <a:t>Problem</a:t>
                      </a:r>
                      <a:endParaRPr lang="da-DK" sz="100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  <a:effectLst/>
                        </a:rPr>
                        <a:t>Option A - reuse whole platform</a:t>
                      </a:r>
                      <a:endParaRPr lang="en-US" sz="100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  <a:effectLst/>
                        </a:rPr>
                        <a:t>Option B - reuse billing engine only</a:t>
                      </a:r>
                      <a:endParaRPr lang="en-US" sz="100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  <a:effectLst/>
                        </a:rPr>
                        <a:t>Option C - build our own</a:t>
                      </a:r>
                    </a:p>
                  </a:txBody>
                  <a:tcPr marL="3003" marR="3003" marT="3003" marB="3003" anchor="ctr"/>
                </a:tc>
                <a:extLst>
                  <a:ext uri="{0D108BD9-81ED-4DB2-BD59-A6C34878D82A}">
                    <a16:rowId xmlns:a16="http://schemas.microsoft.com/office/drawing/2014/main" val="825446227"/>
                  </a:ext>
                </a:extLst>
              </a:tr>
              <a:tr h="893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i="1">
                          <a:solidFill>
                            <a:schemeClr val="tx1"/>
                          </a:solidFill>
                          <a:effectLst/>
                        </a:rPr>
                        <a:t>1. Cannot pause a debt case mid-flight when a customer enters Breathing Space (criminal liability under 2020 Debt Respite rules)</a:t>
                      </a:r>
                      <a:endParaRPr lang="en-US" sz="1000" i="1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i="1">
                          <a:solidFill>
                            <a:schemeClr val="tx1"/>
                          </a:solidFill>
                          <a:effectLst/>
                        </a:rPr>
                        <a:t>Solon's workflow engine cannot do this safely. Every workaround we found puts compliance on developer discipline rather than the system itself.</a:t>
                      </a:r>
                      <a:endParaRPr lang="en-US" sz="1000" i="1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i="1">
                          <a:solidFill>
                            <a:schemeClr val="tx1"/>
                          </a:solidFill>
                          <a:effectLst/>
                        </a:rPr>
                        <a:t>Solved only by banning Solon's workflow engine outright - a </a:t>
                      </a:r>
                      <a:r>
                        <a:rPr lang="en-US" sz="1000" i="1" err="1">
                          <a:solidFill>
                            <a:schemeClr val="tx1"/>
                          </a:solidFill>
                          <a:effectLst/>
                        </a:rPr>
                        <a:t>programme</a:t>
                      </a:r>
                      <a:r>
                        <a:rPr lang="en-US" sz="1000" i="1">
                          <a:solidFill>
                            <a:schemeClr val="tx1"/>
                          </a:solidFill>
                          <a:effectLst/>
                        </a:rPr>
                        <a:t> commitment, not a technical guarantee.</a:t>
                      </a:r>
                      <a:endParaRPr lang="en-US" sz="1000" i="1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i="1">
                          <a:solidFill>
                            <a:schemeClr val="tx1"/>
                          </a:solidFill>
                          <a:effectLst/>
                        </a:rPr>
                        <a:t>Our chosen workflow engine supports this natively, by design.</a:t>
                      </a:r>
                      <a:endParaRPr lang="en-US" sz="1000" i="1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extLst>
                  <a:ext uri="{0D108BD9-81ED-4DB2-BD59-A6C34878D82A}">
                    <a16:rowId xmlns:a16="http://schemas.microsoft.com/office/drawing/2014/main" val="2592351517"/>
                  </a:ext>
                </a:extLst>
              </a:tr>
              <a:tr h="539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i="1">
                          <a:solidFill>
                            <a:schemeClr val="tx1"/>
                          </a:solidFill>
                          <a:effectLst/>
                        </a:rPr>
                        <a:t>2. Decision rules cannot be edited by non-technical staff</a:t>
                      </a:r>
                      <a:endParaRPr lang="en-US" sz="1000" i="1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i="1">
                          <a:solidFill>
                            <a:schemeClr val="tx1"/>
                          </a:solidFill>
                          <a:effectLst/>
                        </a:rPr>
                        <a:t>We would have to build a converter between two rule formats - large, risky, and breaks our plan to let business analysts maintain rules.</a:t>
                      </a:r>
                      <a:endParaRPr lang="en-US" sz="1000" i="1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i="1">
                          <a:solidFill>
                            <a:schemeClr val="tx1"/>
                          </a:solidFill>
                          <a:effectLst/>
                        </a:rPr>
                        <a:t>We use our own decision-rule engine; Solon's rule format never enters our codebase.</a:t>
                      </a:r>
                      <a:endParaRPr lang="en-US" sz="1000" i="1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i="1">
                          <a:solidFill>
                            <a:schemeClr val="tx1"/>
                          </a:solidFill>
                          <a:effectLst/>
                        </a:rPr>
                        <a:t>Decision tables are editable by non-technical users out of the box.</a:t>
                      </a:r>
                      <a:endParaRPr lang="da-DK" sz="1000" i="1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extLst>
                  <a:ext uri="{0D108BD9-81ED-4DB2-BD59-A6C34878D82A}">
                    <a16:rowId xmlns:a16="http://schemas.microsoft.com/office/drawing/2014/main" val="1147570736"/>
                  </a:ext>
                </a:extLst>
              </a:tr>
              <a:tr h="711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  <a:effectLst/>
                        </a:rPr>
                        <a:t>3. Older Java version, weaker built-in safety</a:t>
                      </a:r>
                      <a:endParaRPr lang="sv-SE" sz="100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i="0">
                          <a:solidFill>
                            <a:schemeClr val="tx1"/>
                          </a:solidFill>
                          <a:effectLst/>
                        </a:rPr>
                        <a:t>We lose a built-in compile-time check that protects against missing legal categories. We would have to bolt the check on as a test - weaker.</a:t>
                      </a:r>
                      <a:endParaRPr lang="da-DK" sz="100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i="0">
                          <a:solidFill>
                            <a:schemeClr val="tx1"/>
                          </a:solidFill>
                          <a:effectLst/>
                        </a:rPr>
                        <a:t>Solon runs in its own process; our Java version is unaffected at the boundary.</a:t>
                      </a:r>
                      <a:endParaRPr lang="en-US" sz="100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i="0">
                          <a:solidFill>
                            <a:schemeClr val="tx1"/>
                          </a:solidFill>
                          <a:effectLst/>
                        </a:rPr>
                        <a:t>Latest Java throughout; the safety check is built in at compile time.</a:t>
                      </a:r>
                      <a:endParaRPr lang="en-US" sz="100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extLst>
                  <a:ext uri="{0D108BD9-81ED-4DB2-BD59-A6C34878D82A}">
                    <a16:rowId xmlns:a16="http://schemas.microsoft.com/office/drawing/2014/main" val="3225623829"/>
                  </a:ext>
                </a:extLst>
              </a:tr>
              <a:tr h="6109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  <a:effectLst/>
                        </a:rPr>
                        <a:t>4. Different database change-management tooling</a:t>
                      </a:r>
                      <a:endParaRPr lang="sv-SE" sz="100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i="0">
                          <a:solidFill>
                            <a:schemeClr val="tx1"/>
                          </a:solidFill>
                          <a:effectLst/>
                        </a:rPr>
                        <a:t>We retire our chosen tool and adopt Solon's, against our own standards.</a:t>
                      </a:r>
                      <a:endParaRPr lang="da-DK" sz="100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i="0">
                          <a:solidFill>
                            <a:schemeClr val="tx1"/>
                          </a:solidFill>
                          <a:effectLst/>
                        </a:rPr>
                        <a:t>Two separate databases never share tables, but every cross-system financial flow becomes a sync problem.</a:t>
                      </a:r>
                      <a:endParaRPr lang="en-US" sz="100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000" i="0">
                          <a:solidFill>
                            <a:schemeClr val="tx1"/>
                          </a:solidFill>
                          <a:effectLst/>
                        </a:rPr>
                        <a:t>Single tool throughout.</a:t>
                      </a:r>
                      <a:endParaRPr lang="da-DK" sz="100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extLst>
                  <a:ext uri="{0D108BD9-81ED-4DB2-BD59-A6C34878D82A}">
                    <a16:rowId xmlns:a16="http://schemas.microsoft.com/office/drawing/2014/main" val="4014090384"/>
                  </a:ext>
                </a:extLst>
              </a:tr>
              <a:tr h="539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000" b="1">
                          <a:solidFill>
                            <a:schemeClr val="tx1"/>
                          </a:solidFill>
                          <a:effectLst/>
                        </a:rPr>
                        <a:t>5. </a:t>
                      </a:r>
                      <a:r>
                        <a:rPr lang="da-DK" sz="1000" b="1" err="1">
                          <a:solidFill>
                            <a:schemeClr val="tx1"/>
                          </a:solidFill>
                          <a:effectLst/>
                        </a:rPr>
                        <a:t>Different</a:t>
                      </a:r>
                      <a:r>
                        <a:rPr lang="da-DK" sz="1000" b="1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da-DK" sz="1000" b="1" err="1">
                          <a:solidFill>
                            <a:schemeClr val="tx1"/>
                          </a:solidFill>
                          <a:effectLst/>
                        </a:rPr>
                        <a:t>frontend</a:t>
                      </a:r>
                      <a:r>
                        <a:rPr lang="da-DK" sz="1000" b="1">
                          <a:solidFill>
                            <a:schemeClr val="tx1"/>
                          </a:solidFill>
                          <a:effectLst/>
                        </a:rPr>
                        <a:t> framework</a:t>
                      </a:r>
                      <a:endParaRPr lang="da-DK" sz="100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i="0">
                          <a:solidFill>
                            <a:schemeClr val="tx1"/>
                          </a:solidFill>
                          <a:effectLst/>
                        </a:rPr>
                        <a:t>We build a UK government design library for Solon's framework (huge effort) OR run two frontends side by side (inconsistent user experience).</a:t>
                      </a:r>
                      <a:endParaRPr lang="en-US" sz="100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i="0">
                          <a:solidFill>
                            <a:schemeClr val="tx1"/>
                          </a:solidFill>
                          <a:effectLst/>
                        </a:rPr>
                        <a:t>We discard Solon's frontend and build our own anyway.</a:t>
                      </a:r>
                      <a:endParaRPr lang="en-US" sz="100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i="0">
                          <a:solidFill>
                            <a:schemeClr val="tx1"/>
                          </a:solidFill>
                          <a:effectLst/>
                        </a:rPr>
                        <a:t>Standard UK government design system from day one.</a:t>
                      </a:r>
                      <a:endParaRPr lang="da-DK" sz="100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extLst>
                  <a:ext uri="{0D108BD9-81ED-4DB2-BD59-A6C34878D82A}">
                    <a16:rowId xmlns:a16="http://schemas.microsoft.com/office/drawing/2014/main" val="1897779972"/>
                  </a:ext>
                </a:extLst>
              </a:tr>
              <a:tr h="539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6. Many small services vs one application</a:t>
                      </a:r>
                      <a:endParaRPr lang="da-DK" sz="100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We accept Solon's many-services design; team grows from 6-7 to 12-15 to operate it; our single-application approach is invalidated.</a:t>
                      </a:r>
                    </a:p>
                  </a:txBody>
                  <a:tcPr marL="3003" marR="3003" marT="3003" marB="30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Our application calls Solon services across the network - extra operational complexity (discovery, retries, fallbacks).</a:t>
                      </a:r>
                    </a:p>
                  </a:txBody>
                  <a:tcPr marL="3003" marR="3003" marT="3003" marB="30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Single application, simpler operations, smaller team.</a:t>
                      </a:r>
                      <a:endParaRPr lang="da-DK" sz="100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extLst>
                  <a:ext uri="{0D108BD9-81ED-4DB2-BD59-A6C34878D82A}">
                    <a16:rowId xmlns:a16="http://schemas.microsoft.com/office/drawing/2014/main" val="700303227"/>
                  </a:ext>
                </a:extLst>
              </a:tr>
              <a:tr h="539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7. Different way of </a:t>
                      </a:r>
                      <a:r>
                        <a:rPr lang="en-US" sz="100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authorising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user actions</a:t>
                      </a:r>
                      <a:endParaRPr lang="da-DK" sz="100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We retire our user-claims-based </a:t>
                      </a:r>
                      <a:r>
                        <a:rPr lang="en-US" sz="1000" i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authorisation</a:t>
                      </a:r>
                      <a:r>
                        <a:rPr lang="en-US" sz="100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and adopt Solon's policy-engine approach - rewriting our security model.</a:t>
                      </a:r>
                    </a:p>
                  </a:txBody>
                  <a:tcPr marL="3003" marR="3003" marT="3003" marB="30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Solon accepts our user tokens at its edge; may need a translator. Two security models live side-by-side.</a:t>
                      </a:r>
                    </a:p>
                  </a:txBody>
                  <a:tcPr marL="3003" marR="3003" marT="3003" marB="30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Single </a:t>
                      </a:r>
                      <a:r>
                        <a:rPr lang="en-US" sz="1000" i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authorisation</a:t>
                      </a:r>
                      <a:r>
                        <a:rPr lang="en-US" sz="100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model throughout.</a:t>
                      </a:r>
                      <a:endParaRPr lang="da-DK" sz="100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extLst>
                  <a:ext uri="{0D108BD9-81ED-4DB2-BD59-A6C34878D82A}">
                    <a16:rowId xmlns:a16="http://schemas.microsoft.com/office/drawing/2014/main" val="174967608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54889E01-1D70-FB18-05C8-5CCBBD463F51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6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7885200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1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OPTIONS, LIMITATIONS, DECISION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Option A - reuse the whole platform</a:t>
            </a:r>
            <a:endParaRPr lang="en-US" sz="300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EAA1591-6F0E-7CB4-5CC5-FECBEE87998E}"/>
              </a:ext>
            </a:extLst>
          </p:cNvPr>
          <p:cNvGraphicFramePr>
            <a:graphicFrameLocks noGrp="1"/>
          </p:cNvGraphicFramePr>
          <p:nvPr/>
        </p:nvGraphicFramePr>
        <p:xfrm>
          <a:off x="502920" y="2331720"/>
          <a:ext cx="11163300" cy="31612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3091580529"/>
                    </a:ext>
                  </a:extLst>
                </a:gridCol>
                <a:gridCol w="7810500">
                  <a:extLst>
                    <a:ext uri="{9D8B030D-6E8A-4147-A177-3AD203B41FA5}">
                      <a16:colId xmlns:a16="http://schemas.microsoft.com/office/drawing/2014/main" val="2147940897"/>
                    </a:ext>
                  </a:extLst>
                </a:gridCol>
              </a:tblGrid>
              <a:tr h="346166">
                <a:tc>
                  <a:txBody>
                    <a:bodyPr/>
                    <a:lstStyle/>
                    <a:p>
                      <a:r>
                        <a:rPr lang="da-DK" sz="1300" b="1"/>
                        <a:t>Problem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300" b="1"/>
                        <a:t>What goes wrong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636868"/>
                  </a:ext>
                </a:extLst>
              </a:tr>
              <a:tr h="346166">
                <a:tc>
                  <a:txBody>
                    <a:bodyPr/>
                    <a:lstStyle/>
                    <a:p>
                      <a:r>
                        <a:rPr lang="da-DK" sz="1200" b="1"/>
                        <a:t>Legal safety (Problem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Solon's workflow engine cannot pause a debt case mid-flight when a customer enters Breathing Space. Every workaround relies on developer discipline rather than the system. Under the 2020 Debt Respite rules that is criminal-liability exposure.</a:t>
                      </a:r>
                      <a:endParaRPr lang="da-DK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9568398"/>
                  </a:ext>
                </a:extLst>
              </a:tr>
              <a:tr h="346166">
                <a:tc>
                  <a:txBody>
                    <a:bodyPr/>
                    <a:lstStyle/>
                    <a:p>
                      <a:r>
                        <a:rPr lang="da-DK" sz="1200" b="1"/>
                        <a:t>Decision rules (Problem 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Business analysts need to be able to update rules. Solon does not support this. We would have to build a converter ourselves - large, risky, and undermines the whole point of giving non-developers control.</a:t>
                      </a:r>
                      <a:endParaRPr lang="da-DK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280940"/>
                  </a:ext>
                </a:extLst>
              </a:tr>
              <a:tr h="346166">
                <a:tc>
                  <a:txBody>
                    <a:bodyPr/>
                    <a:lstStyle/>
                    <a:p>
                      <a:r>
                        <a:rPr lang="da-DK" sz="1200" b="1"/>
                        <a:t>Programming language (Problem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Solon runs on an older Java version that lacks a built-in safety check we rely on for legal categories. We would have to bolt the check on ourselves - weaker than the original.</a:t>
                      </a:r>
                      <a:endParaRPr lang="da-DK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042850"/>
                  </a:ext>
                </a:extLst>
              </a:tr>
              <a:tr h="346166">
                <a:tc>
                  <a:txBody>
                    <a:bodyPr/>
                    <a:lstStyle/>
                    <a:p>
                      <a:r>
                        <a:rPr lang="en-US" sz="1200" b="1"/>
                        <a:t>The rest of the stack (Problems 4-7)</a:t>
                      </a:r>
                      <a:endParaRPr lang="da-DK" sz="1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Database tooling, frontend framework, system architecture, and security model all differ from ours. Adopting Solon means rewriting every standard we have set and starting from a foreign foundation.</a:t>
                      </a:r>
                      <a:endParaRPr lang="da-DK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305740"/>
                  </a:ext>
                </a:extLst>
              </a:tr>
              <a:tr h="346166">
                <a:tc>
                  <a:txBody>
                    <a:bodyPr/>
                    <a:lstStyle/>
                    <a:p>
                      <a:r>
                        <a:rPr lang="da-DK" sz="1200" b="1"/>
                        <a:t>Team size and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Operating Solon's many-service design forces the team from 6-7 to ~12-15 people. Once we add the cost of converters and rebuilds, this option costs more than building our own.</a:t>
                      </a:r>
                      <a:endParaRPr lang="da-DK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289147"/>
                  </a:ext>
                </a:extLst>
              </a:tr>
              <a:tr h="346166">
                <a:tc>
                  <a:txBody>
                    <a:bodyPr/>
                    <a:lstStyle/>
                    <a:p>
                      <a:r>
                        <a:rPr lang="da-DK" sz="1200" b="1"/>
                        <a:t>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Weeks of re-evaluation alone. Build start (4 May 2026) slips. Demo (8 July 2026) at risk.</a:t>
                      </a:r>
                      <a:endParaRPr lang="da-DK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81100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420B7E1F-1D61-BC7F-9751-0F25FF94103C}"/>
              </a:ext>
            </a:extLst>
          </p:cNvPr>
          <p:cNvSpPr/>
          <p:nvPr/>
        </p:nvSpPr>
        <p:spPr>
          <a:xfrm>
            <a:off x="502920" y="1417320"/>
            <a:ext cx="11163300" cy="762000"/>
          </a:xfrm>
          <a:prstGeom prst="rect">
            <a:avLst/>
          </a:prstGeom>
          <a:solidFill>
            <a:srgbClr val="C6282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76200" rIns="177800" bIns="76200" rtlCol="0" anchor="ctr"/>
          <a:lstStyle/>
          <a:p>
            <a:r>
              <a:rPr lang="en-US" sz="1200">
                <a:solidFill>
                  <a:srgbClr val="FFFFFF"/>
                </a:solidFill>
              </a:rPr>
              <a:t>Solon's workflow engine cannot safely meet UK debt-pause rules. The team must roughly double in size, and every standard Claude have set gets rewritten.</a:t>
            </a:r>
            <a:endParaRPr lang="da-DK" sz="1200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1AE31B-8683-5287-0EEC-05F58F17A3A6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6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181507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1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OPTIONS, LIMITATIONS, DECISION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Option B - reuse only the billing engine</a:t>
            </a:r>
            <a:endParaRPr lang="en-US" sz="300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2C7969F-5E1A-338B-2B4E-B6783412CF72}"/>
              </a:ext>
            </a:extLst>
          </p:cNvPr>
          <p:cNvGraphicFramePr>
            <a:graphicFrameLocks noGrp="1"/>
          </p:cNvGraphicFramePr>
          <p:nvPr/>
        </p:nvGraphicFramePr>
        <p:xfrm>
          <a:off x="502920" y="2331720"/>
          <a:ext cx="11163300" cy="30893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1782285242"/>
                    </a:ext>
                  </a:extLst>
                </a:gridCol>
                <a:gridCol w="7810500">
                  <a:extLst>
                    <a:ext uri="{9D8B030D-6E8A-4147-A177-3AD203B41FA5}">
                      <a16:colId xmlns:a16="http://schemas.microsoft.com/office/drawing/2014/main" val="1627811930"/>
                    </a:ext>
                  </a:extLst>
                </a:gridCol>
              </a:tblGrid>
              <a:tr h="346166">
                <a:tc>
                  <a:txBody>
                    <a:bodyPr/>
                    <a:lstStyle/>
                    <a:p>
                      <a:r>
                        <a:rPr lang="da-DK" sz="1300" b="1"/>
                        <a:t>Problem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300" b="1"/>
                        <a:t>What goes wrong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1953270"/>
                  </a:ext>
                </a:extLst>
              </a:tr>
              <a:tr h="346166">
                <a:tc>
                  <a:txBody>
                    <a:bodyPr/>
                    <a:lstStyle/>
                    <a:p>
                      <a:r>
                        <a:rPr lang="en-US" sz="1200" b="1"/>
                        <a:t>Legal safety still at risk (Problem 1)</a:t>
                      </a:r>
                      <a:endParaRPr lang="da-DK" sz="1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Only safe if the programme bans Solon's workflow engine outright. That is a rule we have to enforce ourselves, not a structural protection.</a:t>
                      </a:r>
                      <a:endParaRPr lang="da-DK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666938"/>
                  </a:ext>
                </a:extLst>
              </a:tr>
              <a:tr h="346166">
                <a:tc>
                  <a:txBody>
                    <a:bodyPr/>
                    <a:lstStyle/>
                    <a:p>
                      <a:r>
                        <a:rPr lang="en-US" sz="1200" b="1"/>
                        <a:t>Two databases to keep in sync</a:t>
                      </a:r>
                      <a:endParaRPr lang="da-DK" sz="1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Every financial flow crosses a boundary between two databases run by different tools. That means distributed transactions and reconciliation work - hard to get right, expensive to maintain.</a:t>
                      </a:r>
                      <a:endParaRPr lang="da-DK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088196"/>
                  </a:ext>
                </a:extLst>
              </a:tr>
              <a:tr h="346166">
                <a:tc>
                  <a:txBody>
                    <a:bodyPr/>
                    <a:lstStyle/>
                    <a:p>
                      <a:r>
                        <a:rPr lang="da-DK" sz="1200" b="1"/>
                        <a:t>Two security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Our security model on our side, Solon's on theirs. Every cross-boundary call needs review. The vulnerability surface roughly doubles.</a:t>
                      </a:r>
                      <a:endParaRPr lang="da-DK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54275"/>
                  </a:ext>
                </a:extLst>
              </a:tr>
              <a:tr h="346166">
                <a:tc>
                  <a:txBody>
                    <a:bodyPr/>
                    <a:lstStyle/>
                    <a:p>
                      <a:r>
                        <a:rPr lang="da-DK" sz="1200" b="1"/>
                        <a:t>Permanent integration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We maintain a translation layer between the systems for the life of the programme. Whatever we save by reusing Solon's billing engine is roughly equal to what we spend on the integration.</a:t>
                      </a:r>
                      <a:endParaRPr lang="da-DK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394861"/>
                  </a:ext>
                </a:extLst>
              </a:tr>
              <a:tr h="346166">
                <a:tc>
                  <a:txBody>
                    <a:bodyPr/>
                    <a:lstStyle/>
                    <a:p>
                      <a:r>
                        <a:rPr lang="da-DK" sz="1200" b="1"/>
                        <a:t>Operational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Adds service discovery, retries, fallback handling, and remote-call monitoring - all extra operational overhead our team would have to run.</a:t>
                      </a:r>
                      <a:endParaRPr lang="da-DK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190946"/>
                  </a:ext>
                </a:extLst>
              </a:tr>
              <a:tr h="346166">
                <a:tc>
                  <a:txBody>
                    <a:bodyPr/>
                    <a:lstStyle/>
                    <a:p>
                      <a:r>
                        <a:rPr lang="da-DK" sz="1200" b="1"/>
                        <a:t>Coupling to Solon's 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Whenever Solon releases an upgrade, we have to coordinate. Independent delivery becomes shared delivery.</a:t>
                      </a:r>
                      <a:endParaRPr lang="da-DK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83139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ABC4F8E-F521-2280-67F4-B40A361AB2BF}"/>
              </a:ext>
            </a:extLst>
          </p:cNvPr>
          <p:cNvSpPr/>
          <p:nvPr/>
        </p:nvSpPr>
        <p:spPr>
          <a:xfrm>
            <a:off x="502920" y="1417320"/>
            <a:ext cx="11163300" cy="762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76200" rIns="177800" bIns="76200" rtlCol="0" anchor="ctr"/>
          <a:lstStyle/>
          <a:p>
            <a:r>
              <a:rPr lang="en-US" sz="1200">
                <a:solidFill>
                  <a:srgbClr val="0A0A0A"/>
                </a:solidFill>
              </a:rPr>
              <a:t>Keeps our technology choices, but creates a permanent boundary between two systems - two databases to keep in sync, two security models, and Solon's release schedule still drives ours.</a:t>
            </a:r>
            <a:endParaRPr lang="da-DK" sz="1200">
              <a:solidFill>
                <a:srgbClr val="0A0A0A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C1A1BB-7089-6187-5620-AB53B0B928E8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6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583790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1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OPTIONS, LIMITATIONS, DECISION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Option C - build our own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EEA2E43-D860-A22C-A2B9-5797D06440C9}"/>
              </a:ext>
            </a:extLst>
          </p:cNvPr>
          <p:cNvGraphicFramePr>
            <a:graphicFrameLocks noGrp="1"/>
          </p:cNvGraphicFramePr>
          <p:nvPr/>
        </p:nvGraphicFramePr>
        <p:xfrm>
          <a:off x="502920" y="2331720"/>
          <a:ext cx="11163300" cy="30893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1399243784"/>
                    </a:ext>
                  </a:extLst>
                </a:gridCol>
                <a:gridCol w="7810500">
                  <a:extLst>
                    <a:ext uri="{9D8B030D-6E8A-4147-A177-3AD203B41FA5}">
                      <a16:colId xmlns:a16="http://schemas.microsoft.com/office/drawing/2014/main" val="3950826064"/>
                    </a:ext>
                  </a:extLst>
                </a:gridCol>
              </a:tblGrid>
              <a:tr h="346166">
                <a:tc>
                  <a:txBody>
                    <a:bodyPr/>
                    <a:lstStyle/>
                    <a:p>
                      <a:r>
                        <a:rPr lang="da-DK" sz="1300" b="1"/>
                        <a:t>Problem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300" b="1"/>
                        <a:t>What goes wrong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737228"/>
                  </a:ext>
                </a:extLst>
              </a:tr>
              <a:tr h="346166">
                <a:tc>
                  <a:txBody>
                    <a:bodyPr/>
                    <a:lstStyle/>
                    <a:p>
                      <a:r>
                        <a:rPr lang="da-DK" sz="1200" b="1"/>
                        <a:t>Stakeholder framing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Leadership reads '30-35% reuse' as a real saving. The real saving is only 5-15% once the problems are accounted for. We must explain the gap clearly without sounding defensive.</a:t>
                      </a:r>
                      <a:endParaRPr lang="da-DK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94667"/>
                  </a:ext>
                </a:extLst>
              </a:tr>
              <a:tr h="346166">
                <a:tc>
                  <a:txBody>
                    <a:bodyPr/>
                    <a:lstStyle/>
                    <a:p>
                      <a:r>
                        <a:rPr lang="en-US" sz="1200" b="1"/>
                        <a:t>Looks like 'not invented here'</a:t>
                      </a:r>
                      <a:endParaRPr lang="da-DK" sz="1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Declining a Netcompany asset (Solon) can read as preference. The truth is structural: Solon was built for tax collection, not debt collection - different domain, different rules.</a:t>
                      </a:r>
                      <a:endParaRPr lang="da-DK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50144"/>
                  </a:ext>
                </a:extLst>
              </a:tr>
              <a:tr h="346166">
                <a:tc>
                  <a:txBody>
                    <a:bodyPr/>
                    <a:lstStyle/>
                    <a:p>
                      <a:r>
                        <a:rPr lang="da-DK" sz="1200" b="1"/>
                        <a:t>Senior commitments already made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If a senior person has already publicly committed to Solon, this decision relitigates that commitment. We need a clear paper trail - the architecture decision document and the seven-problem analysis.</a:t>
                      </a:r>
                      <a:endParaRPr lang="da-DK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976477"/>
                  </a:ext>
                </a:extLst>
              </a:tr>
              <a:tr h="346166">
                <a:tc>
                  <a:txBody>
                    <a:bodyPr/>
                    <a:lstStyle/>
                    <a:p>
                      <a:r>
                        <a:rPr lang="da-DK" sz="1200" b="1"/>
                        <a:t>Legal framing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Problem 1 must be presented as criminal-liability exposure under the 2020 Debt Respite rules - not engineering preference. That is the line that ends the debate.</a:t>
                      </a:r>
                      <a:endParaRPr lang="da-DK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179159"/>
                  </a:ext>
                </a:extLst>
              </a:tr>
              <a:tr h="346166">
                <a:tc>
                  <a:txBody>
                    <a:bodyPr/>
                    <a:lstStyle/>
                    <a:p>
                      <a:r>
                        <a:rPr lang="da-DK" sz="1200" b="1"/>
                        <a:t>Governance posture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Decision needs a recorded trail: problem matrix, evidence pack, signed-off architecture decision. If we are overruled, we require written acceptance of the legal risk from the accountable executive.</a:t>
                      </a:r>
                      <a:endParaRPr lang="da-DK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724458"/>
                  </a:ext>
                </a:extLst>
              </a:tr>
              <a:tr h="346166">
                <a:tc>
                  <a:txBody>
                    <a:bodyPr/>
                    <a:lstStyle/>
                    <a:p>
                      <a:r>
                        <a:rPr lang="da-DK" sz="1200" b="1"/>
                        <a:t>Schedule narrative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Frame 'reuse' honestly: under Solon adoption, build start slips, team grows to 12-15, demo (8 July) at risk. Once leadership sees this clearly, the apparent saving disappears.</a:t>
                      </a:r>
                      <a:endParaRPr lang="da-DK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9366492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8C9196E-BB60-8D03-8214-53657FD6C0A1}"/>
              </a:ext>
            </a:extLst>
          </p:cNvPr>
          <p:cNvSpPr/>
          <p:nvPr/>
        </p:nvSpPr>
        <p:spPr>
          <a:xfrm>
            <a:off x="502920" y="1417320"/>
            <a:ext cx="11163300" cy="762000"/>
          </a:xfrm>
          <a:prstGeom prst="rect">
            <a:avLst/>
          </a:prstGeom>
          <a:solidFill>
            <a:srgbClr val="228B2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76200" rIns="177800" bIns="76200" rtlCol="0" anchor="ctr"/>
          <a:lstStyle/>
          <a:p>
            <a:r>
              <a:rPr lang="en-US" sz="1200">
                <a:solidFill>
                  <a:srgbClr val="FFFFFF"/>
                </a:solidFill>
              </a:rPr>
              <a:t>No major problems. Legal safety, security, team size, and schedule all stay as designed. The remaining work is convincing leadership.</a:t>
            </a:r>
            <a:endParaRPr lang="da-DK" sz="1200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772ED3-920A-7A39-E1AB-9235D6918B66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6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1788581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6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3291840" cy="2560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800" b="1">
                <a:solidFill>
                  <a:srgbClr val="006853"/>
                </a:solidFill>
                <a:latin typeface="Aptos"/>
              </a:rPr>
              <a:t>OPTIONS, LIMITATIONS,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20624"/>
            <a:ext cx="10789920" cy="44319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r>
              <a:rPr sz="2400" b="1">
                <a:solidFill>
                  <a:srgbClr val="1B2D49"/>
                </a:solidFill>
                <a:latin typeface="Aptos"/>
              </a:rPr>
              <a:t>Why the Decision Is Locked</a:t>
            </a:r>
            <a:r>
              <a:rPr lang="en-US" sz="2400" b="1">
                <a:solidFill>
                  <a:srgbClr val="1B2D49"/>
                </a:solidFill>
                <a:latin typeface="Aptos"/>
              </a:rPr>
              <a:t> (According to Claude)</a:t>
            </a:r>
            <a:endParaRPr sz="2400" b="1">
              <a:solidFill>
                <a:srgbClr val="1B2D49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75488" y="1005840"/>
            <a:ext cx="10881360" cy="15240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27080" y="6446520"/>
            <a:ext cx="82296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800" b="0">
                <a:solidFill>
                  <a:srgbClr val="78828C"/>
                </a:solidFill>
                <a:latin typeface="Aptos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763" y="1508397"/>
            <a:ext cx="7910884" cy="1908215"/>
          </a:xfrm>
          <a:prstGeom prst="rect">
            <a:avLst/>
          </a:prstGeom>
          <a:noFill/>
        </p:spPr>
        <p:txBody>
          <a:bodyPr wrap="none" lIns="73152" tIns="45720" rIns="36576" bIns="45720" anchor="t">
            <a:spAutoFit/>
          </a:bodyPr>
          <a:lstStyle/>
          <a:p>
            <a:pPr marL="285750" indent="-285750">
              <a:spcAft>
                <a:spcPts val="360"/>
              </a:spcAft>
              <a:buFont typeface="Arial"/>
              <a:buChar char="•"/>
              <a:defRPr sz="1400">
                <a:solidFill>
                  <a:srgbClr val="1F2937"/>
                </a:solidFill>
                <a:latin typeface="Aptos"/>
              </a:defRPr>
            </a:pPr>
            <a:r>
              <a:rPr lang="en-US"/>
              <a:t>There is no obvious workaround for the legal blocker.</a:t>
            </a:r>
          </a:p>
          <a:p>
            <a:pPr marL="285750" indent="-285750">
              <a:spcAft>
                <a:spcPts val="360"/>
              </a:spcAft>
              <a:buFont typeface="Arial"/>
              <a:buChar char="•"/>
              <a:defRPr sz="1400">
                <a:solidFill>
                  <a:srgbClr val="1F2937"/>
                </a:solidFill>
                <a:latin typeface="Aptos"/>
              </a:defRPr>
            </a:pPr>
            <a:r>
              <a:t>No business-rules engine — every rule change needs a developer and a code release.</a:t>
            </a:r>
            <a:endParaRPr lang="en-US"/>
          </a:p>
          <a:p>
            <a:pPr marL="285750" indent="-285750">
              <a:spcAft>
                <a:spcPts val="360"/>
              </a:spcAft>
              <a:buFont typeface="Arial"/>
              <a:buChar char="•"/>
              <a:defRPr sz="1400">
                <a:solidFill>
                  <a:srgbClr val="1F2937"/>
                </a:solidFill>
                <a:latin typeface="Aptos"/>
              </a:defRPr>
            </a:pPr>
            <a:r>
              <a:t>Stuck on an older Java version — we lose compiler safety nets that catch whole classes of bugs.</a:t>
            </a:r>
          </a:p>
          <a:p>
            <a:pPr marL="285750" indent="-285750">
              <a:spcAft>
                <a:spcPts val="360"/>
              </a:spcAft>
              <a:buFont typeface="Arial"/>
              <a:buChar char="•"/>
              <a:defRPr sz="1400">
                <a:solidFill>
                  <a:srgbClr val="1F2937"/>
                </a:solidFill>
                <a:latin typeface="Aptos"/>
              </a:defRPr>
            </a:pPr>
            <a:r>
              <a:t>Different database-migration tool — our existing scripts and history wouldn't carry across.</a:t>
            </a:r>
          </a:p>
          <a:p>
            <a:pPr marL="285750" indent="-285750">
              <a:spcAft>
                <a:spcPts val="360"/>
              </a:spcAft>
              <a:buFont typeface="Arial"/>
              <a:buChar char="•"/>
              <a:defRPr sz="1400">
                <a:solidFill>
                  <a:srgbClr val="1F2937"/>
                </a:solidFill>
                <a:latin typeface="Aptos"/>
              </a:defRPr>
            </a:pPr>
            <a:r>
              <a:t>Angular front-end — doesn't fit the GOV.UK Design System we're required to use.</a:t>
            </a:r>
          </a:p>
          <a:p>
            <a:pPr marL="285750" indent="-285750">
              <a:spcAft>
                <a:spcPts val="360"/>
              </a:spcAft>
              <a:buFont typeface="Arial"/>
              <a:buChar char="•"/>
              <a:defRPr sz="1400">
                <a:solidFill>
                  <a:srgbClr val="1F2937"/>
                </a:solidFill>
                <a:latin typeface="Aptos"/>
              </a:defRPr>
            </a:pPr>
            <a:r>
              <a:t>Pre-split into microservices — we deliberately chose one service to keep a small team productive.</a:t>
            </a:r>
          </a:p>
          <a:p>
            <a:pPr marL="285750" indent="-285750">
              <a:spcAft>
                <a:spcPts val="360"/>
              </a:spcAft>
              <a:buFont typeface="Arial"/>
              <a:buChar char="•"/>
              <a:defRPr sz="1400">
                <a:solidFill>
                  <a:srgbClr val="1F2937"/>
                </a:solidFill>
                <a:latin typeface="Aptos"/>
              </a:defRPr>
            </a:pPr>
            <a:r>
              <a:t>Different access-control stack — we'd end up running two auth systems side by side.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6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3291840" cy="2560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800" b="1">
                <a:solidFill>
                  <a:srgbClr val="006853"/>
                </a:solidFill>
                <a:latin typeface="Aptos"/>
              </a:rPr>
              <a:t>DEVELOPMENT RELEASES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20624"/>
            <a:ext cx="1078992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2400" b="1">
                <a:solidFill>
                  <a:srgbClr val="1B2D49"/>
                </a:solidFill>
                <a:latin typeface="Aptos"/>
              </a:rPr>
              <a:t>Release Scope and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005840"/>
            <a:ext cx="10881360" cy="15240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27080" y="6446520"/>
            <a:ext cx="82296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800" b="0">
                <a:solidFill>
                  <a:srgbClr val="78828C"/>
                </a:solidFill>
                <a:latin typeface="Aptos"/>
              </a:rP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188720"/>
          <a:ext cx="111556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9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lang="da-DK"/>
                        <a:t>Release</a:t>
                      </a:r>
                    </a:p>
                  </a:txBody>
                  <a:tcPr marL="36576" marR="36576" marT="27432" marB="27432">
                    <a:solidFill>
                      <a:srgbClr val="1B2D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lang="da-DK"/>
                        <a:t>Scope</a:t>
                      </a:r>
                    </a:p>
                  </a:txBody>
                  <a:tcPr marL="36576" marR="36576" marT="27432" marB="27432">
                    <a:solidFill>
                      <a:srgbClr val="1B2D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lang="da-DK"/>
                        <a:t>Release 1 - Demo Release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lang="en-US"/>
                        <a:t>Running end-to-end demo proving integration, customer/account view, vulnerability and I&amp;E, repayment arrangement, communications, work allocation, business-owned strategy change, audit trail, RBAC, reporting snapshots, and deployment controls. Uses controlled stubs for external systems.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lang="da-DK"/>
                        <a:t>Release 2 - Post-Demo Completion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rPr lang="en-US"/>
                        <a:t>Completes operational depth: DCA placement and reconciliation, Direct Debit/DEA, self-service hardening, dispute, deceased, guided-agent, settlement/write-off recovery, finance reconciliation, legal/enforcement, complaints, migration tooling, production/UAT readiness, and full release evidence.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4526280"/>
            <a:ext cx="16447003" cy="488339"/>
          </a:xfrm>
          <a:prstGeom prst="rect">
            <a:avLst/>
          </a:prstGeom>
          <a:noFill/>
        </p:spPr>
        <p:txBody>
          <a:bodyPr wrap="none" lIns="73152" rIns="36576">
            <a:spAutoFit/>
          </a:bodyPr>
          <a:lstStyle/>
          <a:p>
            <a:pPr>
              <a:spcAft>
                <a:spcPts val="360"/>
              </a:spcAft>
              <a:defRPr sz="1120">
                <a:solidFill>
                  <a:srgbClr val="1F2937"/>
                </a:solidFill>
                <a:latin typeface="Aptos"/>
              </a:defRPr>
            </a:pPr>
            <a:r>
              <a:t>Release 1 exclusions: </a:t>
            </a:r>
            <a:r>
              <a:rPr lang="da-DK"/>
              <a:t>full </a:t>
            </a:r>
            <a:r>
              <a:t>DCA/</a:t>
            </a:r>
            <a:r>
              <a:rPr lang="da-DK"/>
              <a:t>reconciliation</a:t>
            </a:r>
            <a:r>
              <a:t>, </a:t>
            </a:r>
            <a:r>
              <a:rPr lang="en-US"/>
              <a:t>full Direct Debit/DEA and finance </a:t>
            </a:r>
            <a:r>
              <a:t>depth, </a:t>
            </a:r>
            <a:r>
              <a:rPr lang="da-DK"/>
              <a:t>public customer portal UI, </a:t>
            </a:r>
            <a:r>
              <a:t>full </a:t>
            </a:r>
            <a:r>
              <a:rPr lang="en-US"/>
              <a:t>dispute/deceased/legal/complaints/settlement recovery lifecycle, legacy migration</a:t>
            </a:r>
            <a:r>
              <a:t>, </a:t>
            </a:r>
            <a:r>
              <a:rPr lang="da-DK"/>
              <a:t>production/UAT readiness</a:t>
            </a:r>
            <a:r>
              <a:t>, </a:t>
            </a:r>
            <a:r>
              <a:rPr lang="da-DK"/>
              <a:t>and production-scale NFR evidence</a:t>
            </a:r>
            <a:r>
              <a:t>.</a:t>
            </a:r>
            <a:endParaRPr lang="da-DK"/>
          </a:p>
          <a:p>
            <a:pPr>
              <a:spcAft>
                <a:spcPts val="360"/>
              </a:spcAft>
              <a:defRPr sz="1120">
                <a:solidFill>
                  <a:srgbClr val="1F2937"/>
                </a:solidFill>
                <a:latin typeface="Aptos"/>
              </a:defRPr>
            </a:pPr>
            <a:r>
              <a:t>Release 1 is </a:t>
            </a:r>
            <a:r>
              <a:rPr lang="da-DK"/>
              <a:t>not </a:t>
            </a:r>
            <a:r>
              <a:t>a </a:t>
            </a:r>
            <a:r>
              <a:rPr lang="en-US"/>
              <a:t>partial build; it is the demo-winning operational thread. Release 2 completes production-shaped breadth after the demo</a:t>
            </a:r>
            <a:r>
              <a:t>.</a:t>
            </a:r>
            <a:endParaRPr lang="da-DK"/>
          </a:p>
        </p:txBody>
      </p:sp>
      <p:sp>
        <p:nvSpPr>
          <p:cNvPr id="9" name="Rounded Rectangle 8"/>
          <p:cNvSpPr/>
          <p:nvPr/>
        </p:nvSpPr>
        <p:spPr>
          <a:xfrm>
            <a:off x="1005840" y="5806440"/>
            <a:ext cx="9966960" cy="457200"/>
          </a:xfrm>
          <a:prstGeom prst="roundRect">
            <a:avLst/>
          </a:prstGeom>
          <a:solidFill>
            <a:srgbClr val="006853"/>
          </a:solidFill>
          <a:ln w="12700">
            <a:solidFill>
              <a:srgbClr val="006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da-DK" sz="1300" b="1">
                <a:solidFill>
                  <a:srgbClr val="FFFFFF"/>
                </a:solidFill>
                <a:latin typeface="Aptos"/>
              </a:rPr>
              <a:t>Two releases only</a:t>
            </a:r>
            <a:r>
              <a:rPr sz="1300" b="1">
                <a:solidFill>
                  <a:srgbClr val="FFFFFF"/>
                </a:solidFill>
                <a:latin typeface="Aptos"/>
              </a:rPr>
              <a:t>: </a:t>
            </a:r>
            <a:r>
              <a:rPr lang="da-DK" sz="1300" b="1">
                <a:solidFill>
                  <a:srgbClr val="FFFFFF"/>
                </a:solidFill>
                <a:latin typeface="Aptos"/>
              </a:rPr>
              <a:t>demo confidence first</a:t>
            </a:r>
            <a:r>
              <a:rPr sz="1300" b="1">
                <a:solidFill>
                  <a:srgbClr val="FFFFFF"/>
                </a:solidFill>
                <a:latin typeface="Aptos"/>
              </a:rPr>
              <a:t>, </a:t>
            </a:r>
            <a:r>
              <a:rPr lang="da-DK" sz="1300" b="1">
                <a:solidFill>
                  <a:srgbClr val="FFFFFF"/>
                </a:solidFill>
                <a:latin typeface="Aptos"/>
              </a:rPr>
              <a:t>post-demo completeness second</a:t>
            </a:r>
            <a:r>
              <a:rPr sz="1300" b="1">
                <a:solidFill>
                  <a:srgbClr val="FFFFFF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3DEB8-9573-2106-74D6-8078236EE9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DK"/>
              <a:t>Appendix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E0A70-33A9-B3BE-20A8-408E6D496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65711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6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3291840" cy="2560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800" b="1">
                <a:solidFill>
                  <a:srgbClr val="006853"/>
                </a:solidFill>
                <a:latin typeface="Aptos"/>
              </a:rPr>
              <a:t>REQUIREMENTS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20624"/>
            <a:ext cx="10789920" cy="44319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r>
              <a:rPr sz="2400" b="1">
                <a:solidFill>
                  <a:srgbClr val="1B2D49"/>
                </a:solidFill>
                <a:latin typeface="Aptos"/>
              </a:rPr>
              <a:t>Appendix </a:t>
            </a:r>
            <a:r>
              <a:rPr lang="en-US" sz="2400" b="1">
                <a:solidFill>
                  <a:srgbClr val="1B2D49"/>
                </a:solidFill>
                <a:latin typeface="Aptos"/>
              </a:rPr>
              <a:t>A</a:t>
            </a:r>
            <a:r>
              <a:rPr sz="2400" b="1">
                <a:solidFill>
                  <a:srgbClr val="1B2D49"/>
                </a:solidFill>
                <a:latin typeface="Aptos"/>
              </a:rPr>
              <a:t>: Requirement Abbreviation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005840"/>
            <a:ext cx="10881360" cy="15240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27080" y="6446520"/>
            <a:ext cx="82296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800" b="0">
                <a:solidFill>
                  <a:srgbClr val="78828C"/>
                </a:solidFill>
                <a:latin typeface="Aptos"/>
              </a:rPr>
              <a:t>C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325880"/>
          <a:ext cx="104698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7323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Abbreviation</a:t>
                      </a:r>
                    </a:p>
                  </a:txBody>
                  <a:tcPr marL="36576" marR="36576" marT="27432" marB="27432">
                    <a:solidFill>
                      <a:srgbClr val="1B2D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Full name</a:t>
                      </a:r>
                    </a:p>
                  </a:txBody>
                  <a:tcPr marL="36576" marR="36576" marT="27432" marB="27432">
                    <a:solidFill>
                      <a:srgbClr val="1B2D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Abbreviation</a:t>
                      </a:r>
                    </a:p>
                  </a:txBody>
                  <a:tcPr marL="36576" marR="36576" marT="27432" marB="27432">
                    <a:solidFill>
                      <a:srgbClr val="1B2D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Full name</a:t>
                      </a:r>
                    </a:p>
                  </a:txBody>
                  <a:tcPr marL="36576" marR="36576" marT="27432" marB="27432">
                    <a:solidFill>
                      <a:srgbClr val="1B2D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3PM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3rd Party Management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I3PS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Interfaces to 3rd Party Systems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Analytics &amp; Segmentation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IEC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Income &amp; Expenditure Capture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AAD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Agent Actions &amp; Dispositions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MIR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MI &amp; Reporting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BSF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Bureau &amp; Scorecard Feeds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MR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Migration Requirements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CAS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Customer &amp; Account Structure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RPF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Repayment Plan Functionality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CC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Contact Channels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SD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System Development &amp; Roadmap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CP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Change Processes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SoR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System of Record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DIC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Data &amp; Information Capture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UAAF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User Access &amp; Admin Functions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DW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Decisions &amp; Workflows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UI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User Interface Screens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733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WAM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Work Allocation &amp; Monitoring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6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3291840" cy="2560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800" b="1">
                <a:solidFill>
                  <a:srgbClr val="006853"/>
                </a:solidFill>
                <a:latin typeface="Aptos"/>
              </a:rPr>
              <a:t>REQUIREMENTS, DEMO FLOW, AND FEATURE DEEP DIVES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20624"/>
            <a:ext cx="10789920" cy="44319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r>
              <a:rPr sz="2400" b="1">
                <a:solidFill>
                  <a:srgbClr val="1B2D49"/>
                </a:solidFill>
                <a:latin typeface="Aptos"/>
              </a:rPr>
              <a:t>Appendix </a:t>
            </a:r>
            <a:r>
              <a:rPr lang="en-US" sz="2400" b="1">
                <a:solidFill>
                  <a:srgbClr val="1B2D49"/>
                </a:solidFill>
                <a:latin typeface="Aptos"/>
              </a:rPr>
              <a:t>B</a:t>
            </a:r>
            <a:r>
              <a:rPr sz="2400" b="1">
                <a:solidFill>
                  <a:srgbClr val="1B2D49"/>
                </a:solidFill>
                <a:latin typeface="Aptos"/>
              </a:rPr>
              <a:t>: 14 Flows Covering 20 </a:t>
            </a:r>
            <a:r>
              <a:rPr lang="en-US" sz="2400" b="1" err="1">
                <a:solidFill>
                  <a:srgbClr val="1B2D49"/>
                </a:solidFill>
                <a:latin typeface="Aptos"/>
              </a:rPr>
              <a:t>Behavioural</a:t>
            </a:r>
            <a:r>
              <a:rPr sz="2400" b="1">
                <a:solidFill>
                  <a:srgbClr val="1B2D49"/>
                </a:solidFill>
                <a:latin typeface="Aptos"/>
              </a:rPr>
              <a:t>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005840"/>
            <a:ext cx="10881360" cy="15240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27080" y="6446520"/>
            <a:ext cx="82296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800" b="0">
                <a:solidFill>
                  <a:srgbClr val="78828C"/>
                </a:solidFill>
                <a:latin typeface="Aptos"/>
              </a:rPr>
              <a:t>D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3017520" cy="228600"/>
          </a:xfrm>
          <a:prstGeom prst="rect">
            <a:avLst/>
          </a:prstGeom>
          <a:solidFill>
            <a:srgbClr val="F6F8FA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750" b="0">
                <a:solidFill>
                  <a:srgbClr val="1F2937"/>
                </a:solidFill>
                <a:latin typeface="Aptos"/>
              </a:rPr>
              <a:t>Flow 1: Intake to first contact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6200" y="1325880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9" name="Rectangle 8"/>
          <p:cNvSpPr/>
          <p:nvPr/>
        </p:nvSpPr>
        <p:spPr>
          <a:xfrm>
            <a:off x="4215384" y="132588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44568" y="132588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873752" y="132588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202936" y="1325880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32120" y="132588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61304" y="132588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0488" y="132588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19672" y="1325880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48856" y="132588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78040" y="132588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507224" y="132588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836408" y="1325880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65592" y="132588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494776" y="132588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23960" y="132588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53144" y="1325880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82328" y="132588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811512" y="132588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140696" y="132588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5800" y="1636776"/>
            <a:ext cx="3017520" cy="228600"/>
          </a:xfrm>
          <a:prstGeom prst="rect">
            <a:avLst/>
          </a:prstGeom>
          <a:solidFill>
            <a:srgbClr val="006853"/>
          </a:solidFill>
          <a:ln w="12700">
            <a:solidFill>
              <a:srgbClr val="006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Flow 2: Vulnerability to resolution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86200" y="1636776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15384" y="1636776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44568" y="1636776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873752" y="1636776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02936" y="1636776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532120" y="1636776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861304" y="1636776"/>
            <a:ext cx="237744" cy="228600"/>
          </a:xfrm>
          <a:prstGeom prst="rect">
            <a:avLst/>
          </a:prstGeom>
          <a:solidFill>
            <a:srgbClr val="006853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0488" y="1636776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19672" y="1636776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848856" y="1636776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178040" y="1636776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507224" y="1636776"/>
            <a:ext cx="237744" cy="228600"/>
          </a:xfrm>
          <a:prstGeom prst="rect">
            <a:avLst/>
          </a:prstGeom>
          <a:solidFill>
            <a:srgbClr val="006853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36408" y="1636776"/>
            <a:ext cx="237744" cy="228600"/>
          </a:xfrm>
          <a:prstGeom prst="rect">
            <a:avLst/>
          </a:prstGeom>
          <a:solidFill>
            <a:srgbClr val="006853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65592" y="1636776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494776" y="1636776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823960" y="1636776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53144" y="1636776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482328" y="1636776"/>
            <a:ext cx="237744" cy="228600"/>
          </a:xfrm>
          <a:prstGeom prst="rect">
            <a:avLst/>
          </a:prstGeom>
          <a:solidFill>
            <a:srgbClr val="006853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11512" y="1636776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0140696" y="1636776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5800" y="1947672"/>
            <a:ext cx="3017520" cy="228600"/>
          </a:xfrm>
          <a:prstGeom prst="rect">
            <a:avLst/>
          </a:prstGeom>
          <a:solidFill>
            <a:srgbClr val="F6F8FA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750" b="0">
                <a:solidFill>
                  <a:srgbClr val="1F2937"/>
                </a:solidFill>
                <a:latin typeface="Aptos"/>
              </a:rPr>
              <a:t>Flow 3: Breach to DCA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86200" y="194767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215384" y="194767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544568" y="1947672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73752" y="194767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202936" y="194767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532120" y="194767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5861304" y="1947672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90488" y="194767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519672" y="194767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848856" y="194767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178040" y="1947672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507224" y="194767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836408" y="194767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165592" y="194767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494776" y="1947672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823960" y="194767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153144" y="194767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482328" y="194767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9811512" y="1947672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140696" y="194767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85800" y="2258568"/>
            <a:ext cx="3017520" cy="228600"/>
          </a:xfrm>
          <a:prstGeom prst="rect">
            <a:avLst/>
          </a:prstGeom>
          <a:solidFill>
            <a:srgbClr val="F6F8FA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750" b="0">
                <a:solidFill>
                  <a:srgbClr val="1F2937"/>
                </a:solidFill>
                <a:latin typeface="Aptos"/>
              </a:rPr>
              <a:t>Flow 4: Complex household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86200" y="225856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4215384" y="2258568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44568" y="225856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4873752" y="225856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5202936" y="225856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5532120" y="2258568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861304" y="225856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6190488" y="225856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6519672" y="225856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6848856" y="2258568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178040" y="225856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7507224" y="225856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7836408" y="225856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8165592" y="2258568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494776" y="225856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8823960" y="225856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9153144" y="225856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9482328" y="2258568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811512" y="225856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10140696" y="225856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685800" y="2569464"/>
            <a:ext cx="3017520" cy="228600"/>
          </a:xfrm>
          <a:prstGeom prst="rect">
            <a:avLst/>
          </a:prstGeom>
          <a:solidFill>
            <a:srgbClr val="006853"/>
          </a:solidFill>
          <a:ln w="12700">
            <a:solidFill>
              <a:srgbClr val="006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Flow 5: Strategy change without IT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886200" y="2569464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215384" y="2569464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4544568" y="2569464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4873752" y="2569464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5202936" y="2569464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532120" y="2569464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5861304" y="2569464"/>
            <a:ext cx="237744" cy="228600"/>
          </a:xfrm>
          <a:prstGeom prst="rect">
            <a:avLst/>
          </a:prstGeom>
          <a:solidFill>
            <a:srgbClr val="006853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x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90488" y="2569464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6519672" y="2569464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848856" y="2569464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7178040" y="2569464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7507224" y="2569464"/>
            <a:ext cx="237744" cy="228600"/>
          </a:xfrm>
          <a:prstGeom prst="rect">
            <a:avLst/>
          </a:prstGeom>
          <a:solidFill>
            <a:srgbClr val="006853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x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836408" y="2569464"/>
            <a:ext cx="237744" cy="228600"/>
          </a:xfrm>
          <a:prstGeom prst="rect">
            <a:avLst/>
          </a:prstGeom>
          <a:solidFill>
            <a:srgbClr val="006853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x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165592" y="2569464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8494776" y="2569464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8823960" y="2569464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9153144" y="2569464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482328" y="2569464"/>
            <a:ext cx="237744" cy="228600"/>
          </a:xfrm>
          <a:prstGeom prst="rect">
            <a:avLst/>
          </a:prstGeom>
          <a:solidFill>
            <a:srgbClr val="006853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x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811512" y="2569464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10140696" y="2569464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685800" y="2880360"/>
            <a:ext cx="3017520" cy="228600"/>
          </a:xfrm>
          <a:prstGeom prst="rect">
            <a:avLst/>
          </a:prstGeom>
          <a:solidFill>
            <a:srgbClr val="F6F8FA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750" b="0">
                <a:solidFill>
                  <a:srgbClr val="1F2937"/>
                </a:solidFill>
                <a:latin typeface="Aptos"/>
              </a:rPr>
              <a:t>Flow 6: Executive dashboard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886200" y="288036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4215384" y="288036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4544568" y="288036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4873752" y="2880360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202936" y="288036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5532120" y="288036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5861304" y="288036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6190488" y="2880360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519672" y="288036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6848856" y="288036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7178040" y="288036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7507224" y="2880360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836408" y="288036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8165592" y="288036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8494776" y="288036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8823960" y="2880360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153144" y="288036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9482328" y="288036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9811512" y="288036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10140696" y="2880360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85800" y="3191256"/>
            <a:ext cx="3017520" cy="228600"/>
          </a:xfrm>
          <a:prstGeom prst="rect">
            <a:avLst/>
          </a:prstGeom>
          <a:solidFill>
            <a:srgbClr val="F6F8FA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750" b="0">
                <a:solidFill>
                  <a:srgbClr val="1F2937"/>
                </a:solidFill>
                <a:latin typeface="Aptos"/>
              </a:rPr>
              <a:t>Flow 7: Self-service handoff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3886200" y="3191256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4215384" y="3191256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4544568" y="3191256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873752" y="3191256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5202936" y="3191256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5532120" y="3191256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5861304" y="3191256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190488" y="3191256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6519672" y="3191256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6848856" y="3191256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7178040" y="3191256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507224" y="3191256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7836408" y="3191256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8165592" y="3191256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8494776" y="3191256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823960" y="3191256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9153144" y="3191256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9482328" y="3191256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9811512" y="3191256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140696" y="3191256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685800" y="3502152"/>
            <a:ext cx="3017520" cy="228600"/>
          </a:xfrm>
          <a:prstGeom prst="rect">
            <a:avLst/>
          </a:prstGeom>
          <a:solidFill>
            <a:srgbClr val="F6F8FA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750" b="0">
                <a:solidFill>
                  <a:srgbClr val="1F2937"/>
                </a:solidFill>
                <a:latin typeface="Aptos"/>
              </a:rPr>
              <a:t>Flow 8: Dispute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886200" y="350215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4215384" y="3502152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4544568" y="350215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4873752" y="350215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5202936" y="350215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5532120" y="3502152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861304" y="350215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6190488" y="350215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6519672" y="350215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6848856" y="3502152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7178040" y="350215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7507224" y="350215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7836408" y="350215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8165592" y="3502152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8494776" y="350215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8823960" y="350215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9153144" y="350215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9482328" y="3502152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9811512" y="350215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10140696" y="350215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685800" y="3813048"/>
            <a:ext cx="3017520" cy="228600"/>
          </a:xfrm>
          <a:prstGeom prst="rect">
            <a:avLst/>
          </a:prstGeom>
          <a:solidFill>
            <a:srgbClr val="F6F8FA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750" b="0">
                <a:solidFill>
                  <a:srgbClr val="1F2937"/>
                </a:solidFill>
                <a:latin typeface="Aptos"/>
              </a:rPr>
              <a:t>Flow 9: Deceased protocol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3886200" y="3813048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4215384" y="381304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4544568" y="381304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4873752" y="381304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5202936" y="3813048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5532120" y="381304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5861304" y="381304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6190488" y="381304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6519672" y="3813048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6848856" y="381304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7178040" y="381304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7507224" y="381304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7836408" y="3813048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8165592" y="381304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8494776" y="381304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1" name="Rectangle 190"/>
          <p:cNvSpPr/>
          <p:nvPr/>
        </p:nvSpPr>
        <p:spPr>
          <a:xfrm>
            <a:off x="8823960" y="381304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9153144" y="3813048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9482328" y="381304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9811512" y="381304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5" name="Rectangle 194"/>
          <p:cNvSpPr/>
          <p:nvPr/>
        </p:nvSpPr>
        <p:spPr>
          <a:xfrm>
            <a:off x="10140696" y="381304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6" name="Rectangle 195"/>
          <p:cNvSpPr/>
          <p:nvPr/>
        </p:nvSpPr>
        <p:spPr>
          <a:xfrm>
            <a:off x="685800" y="4123944"/>
            <a:ext cx="3017520" cy="228600"/>
          </a:xfrm>
          <a:prstGeom prst="rect">
            <a:avLst/>
          </a:prstGeom>
          <a:solidFill>
            <a:srgbClr val="F6F8FA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750" b="0">
                <a:solidFill>
                  <a:srgbClr val="1F2937"/>
                </a:solidFill>
                <a:latin typeface="Aptos"/>
              </a:rPr>
              <a:t>Flow 10: Write-off and reactivation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3886200" y="4123944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8" name="Rectangle 197"/>
          <p:cNvSpPr/>
          <p:nvPr/>
        </p:nvSpPr>
        <p:spPr>
          <a:xfrm>
            <a:off x="4215384" y="4123944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9" name="Rectangle 198"/>
          <p:cNvSpPr/>
          <p:nvPr/>
        </p:nvSpPr>
        <p:spPr>
          <a:xfrm>
            <a:off x="4544568" y="4123944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0" name="Rectangle 199"/>
          <p:cNvSpPr/>
          <p:nvPr/>
        </p:nvSpPr>
        <p:spPr>
          <a:xfrm>
            <a:off x="4873752" y="4123944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5202936" y="4123944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2" name="Rectangle 201"/>
          <p:cNvSpPr/>
          <p:nvPr/>
        </p:nvSpPr>
        <p:spPr>
          <a:xfrm>
            <a:off x="5532120" y="4123944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3" name="Rectangle 202"/>
          <p:cNvSpPr/>
          <p:nvPr/>
        </p:nvSpPr>
        <p:spPr>
          <a:xfrm>
            <a:off x="5861304" y="4123944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4" name="Rectangle 203"/>
          <p:cNvSpPr/>
          <p:nvPr/>
        </p:nvSpPr>
        <p:spPr>
          <a:xfrm>
            <a:off x="6190488" y="4123944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6519672" y="4123944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6" name="Rectangle 205"/>
          <p:cNvSpPr/>
          <p:nvPr/>
        </p:nvSpPr>
        <p:spPr>
          <a:xfrm>
            <a:off x="6848856" y="4123944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7" name="Rectangle 206"/>
          <p:cNvSpPr/>
          <p:nvPr/>
        </p:nvSpPr>
        <p:spPr>
          <a:xfrm>
            <a:off x="7178040" y="4123944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8" name="Rectangle 207"/>
          <p:cNvSpPr/>
          <p:nvPr/>
        </p:nvSpPr>
        <p:spPr>
          <a:xfrm>
            <a:off x="7507224" y="4123944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7836408" y="4123944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10" name="Rectangle 209"/>
          <p:cNvSpPr/>
          <p:nvPr/>
        </p:nvSpPr>
        <p:spPr>
          <a:xfrm>
            <a:off x="8165592" y="4123944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11" name="Rectangle 210"/>
          <p:cNvSpPr/>
          <p:nvPr/>
        </p:nvSpPr>
        <p:spPr>
          <a:xfrm>
            <a:off x="8494776" y="4123944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12" name="Rectangle 211"/>
          <p:cNvSpPr/>
          <p:nvPr/>
        </p:nvSpPr>
        <p:spPr>
          <a:xfrm>
            <a:off x="8823960" y="4123944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9153144" y="4123944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14" name="Rectangle 213"/>
          <p:cNvSpPr/>
          <p:nvPr/>
        </p:nvSpPr>
        <p:spPr>
          <a:xfrm>
            <a:off x="9482328" y="4123944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15" name="Rectangle 214"/>
          <p:cNvSpPr/>
          <p:nvPr/>
        </p:nvSpPr>
        <p:spPr>
          <a:xfrm>
            <a:off x="9811512" y="4123944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16" name="Rectangle 215"/>
          <p:cNvSpPr/>
          <p:nvPr/>
        </p:nvSpPr>
        <p:spPr>
          <a:xfrm>
            <a:off x="10140696" y="4123944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685800" y="4434840"/>
            <a:ext cx="3017520" cy="228600"/>
          </a:xfrm>
          <a:prstGeom prst="rect">
            <a:avLst/>
          </a:prstGeom>
          <a:solidFill>
            <a:srgbClr val="F6F8FA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750" b="0">
                <a:solidFill>
                  <a:srgbClr val="1F2937"/>
                </a:solidFill>
                <a:latin typeface="Aptos"/>
              </a:rPr>
              <a:t>Flow 11: New agent journey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3886200" y="443484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19" name="Rectangle 218"/>
          <p:cNvSpPr/>
          <p:nvPr/>
        </p:nvSpPr>
        <p:spPr>
          <a:xfrm>
            <a:off x="4215384" y="443484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0" name="Rectangle 219"/>
          <p:cNvSpPr/>
          <p:nvPr/>
        </p:nvSpPr>
        <p:spPr>
          <a:xfrm>
            <a:off x="4544568" y="4434840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4873752" y="443484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2" name="Rectangle 221"/>
          <p:cNvSpPr/>
          <p:nvPr/>
        </p:nvSpPr>
        <p:spPr>
          <a:xfrm>
            <a:off x="5202936" y="443484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3" name="Rectangle 222"/>
          <p:cNvSpPr/>
          <p:nvPr/>
        </p:nvSpPr>
        <p:spPr>
          <a:xfrm>
            <a:off x="5532120" y="443484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4" name="Rectangle 223"/>
          <p:cNvSpPr/>
          <p:nvPr/>
        </p:nvSpPr>
        <p:spPr>
          <a:xfrm>
            <a:off x="5861304" y="4434840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6190488" y="443484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6" name="Rectangle 225"/>
          <p:cNvSpPr/>
          <p:nvPr/>
        </p:nvSpPr>
        <p:spPr>
          <a:xfrm>
            <a:off x="6519672" y="443484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7" name="Rectangle 226"/>
          <p:cNvSpPr/>
          <p:nvPr/>
        </p:nvSpPr>
        <p:spPr>
          <a:xfrm>
            <a:off x="6848856" y="443484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8" name="Rectangle 227"/>
          <p:cNvSpPr/>
          <p:nvPr/>
        </p:nvSpPr>
        <p:spPr>
          <a:xfrm>
            <a:off x="7178040" y="4434840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7507224" y="443484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0" name="Rectangle 229"/>
          <p:cNvSpPr/>
          <p:nvPr/>
        </p:nvSpPr>
        <p:spPr>
          <a:xfrm>
            <a:off x="7836408" y="443484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1" name="Rectangle 230"/>
          <p:cNvSpPr/>
          <p:nvPr/>
        </p:nvSpPr>
        <p:spPr>
          <a:xfrm>
            <a:off x="8165592" y="443484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2" name="Rectangle 231"/>
          <p:cNvSpPr/>
          <p:nvPr/>
        </p:nvSpPr>
        <p:spPr>
          <a:xfrm>
            <a:off x="8494776" y="4434840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8823960" y="443484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4" name="Rectangle 233"/>
          <p:cNvSpPr/>
          <p:nvPr/>
        </p:nvSpPr>
        <p:spPr>
          <a:xfrm>
            <a:off x="9153144" y="443484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5" name="Rectangle 234"/>
          <p:cNvSpPr/>
          <p:nvPr/>
        </p:nvSpPr>
        <p:spPr>
          <a:xfrm>
            <a:off x="9482328" y="443484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6" name="Rectangle 235"/>
          <p:cNvSpPr/>
          <p:nvPr/>
        </p:nvSpPr>
        <p:spPr>
          <a:xfrm>
            <a:off x="9811512" y="4434840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10140696" y="4434840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8" name="Rectangle 237"/>
          <p:cNvSpPr/>
          <p:nvPr/>
        </p:nvSpPr>
        <p:spPr>
          <a:xfrm>
            <a:off x="685800" y="4745736"/>
            <a:ext cx="3017520" cy="228600"/>
          </a:xfrm>
          <a:prstGeom prst="rect">
            <a:avLst/>
          </a:prstGeom>
          <a:solidFill>
            <a:srgbClr val="006853"/>
          </a:solidFill>
          <a:ln w="12700">
            <a:solidFill>
              <a:srgbClr val="006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Flow 12: Regulatory audit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3886200" y="4745736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40" name="Rectangle 239"/>
          <p:cNvSpPr/>
          <p:nvPr/>
        </p:nvSpPr>
        <p:spPr>
          <a:xfrm>
            <a:off x="4215384" y="4745736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4544568" y="4745736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42" name="Rectangle 241"/>
          <p:cNvSpPr/>
          <p:nvPr/>
        </p:nvSpPr>
        <p:spPr>
          <a:xfrm>
            <a:off x="4873752" y="4745736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43" name="Rectangle 242"/>
          <p:cNvSpPr/>
          <p:nvPr/>
        </p:nvSpPr>
        <p:spPr>
          <a:xfrm>
            <a:off x="5202936" y="4745736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44" name="Rectangle 243"/>
          <p:cNvSpPr/>
          <p:nvPr/>
        </p:nvSpPr>
        <p:spPr>
          <a:xfrm>
            <a:off x="5532120" y="4745736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5861304" y="4745736"/>
            <a:ext cx="237744" cy="228600"/>
          </a:xfrm>
          <a:prstGeom prst="rect">
            <a:avLst/>
          </a:prstGeom>
          <a:solidFill>
            <a:srgbClr val="006853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x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6190488" y="4745736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47" name="Rectangle 246"/>
          <p:cNvSpPr/>
          <p:nvPr/>
        </p:nvSpPr>
        <p:spPr>
          <a:xfrm>
            <a:off x="6519672" y="4745736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48" name="Rectangle 247"/>
          <p:cNvSpPr/>
          <p:nvPr/>
        </p:nvSpPr>
        <p:spPr>
          <a:xfrm>
            <a:off x="6848856" y="4745736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7178040" y="4745736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50" name="Rectangle 249"/>
          <p:cNvSpPr/>
          <p:nvPr/>
        </p:nvSpPr>
        <p:spPr>
          <a:xfrm>
            <a:off x="7507224" y="4745736"/>
            <a:ext cx="237744" cy="228600"/>
          </a:xfrm>
          <a:prstGeom prst="rect">
            <a:avLst/>
          </a:prstGeom>
          <a:solidFill>
            <a:srgbClr val="006853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x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7836408" y="4745736"/>
            <a:ext cx="237744" cy="228600"/>
          </a:xfrm>
          <a:prstGeom prst="rect">
            <a:avLst/>
          </a:prstGeom>
          <a:solidFill>
            <a:srgbClr val="006853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x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8165592" y="4745736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8494776" y="4745736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54" name="Rectangle 253"/>
          <p:cNvSpPr/>
          <p:nvPr/>
        </p:nvSpPr>
        <p:spPr>
          <a:xfrm>
            <a:off x="8823960" y="4745736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55" name="Rectangle 254"/>
          <p:cNvSpPr/>
          <p:nvPr/>
        </p:nvSpPr>
        <p:spPr>
          <a:xfrm>
            <a:off x="9153144" y="4745736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56" name="Rectangle 255"/>
          <p:cNvSpPr/>
          <p:nvPr/>
        </p:nvSpPr>
        <p:spPr>
          <a:xfrm>
            <a:off x="9482328" y="4745736"/>
            <a:ext cx="237744" cy="228600"/>
          </a:xfrm>
          <a:prstGeom prst="rect">
            <a:avLst/>
          </a:prstGeom>
          <a:solidFill>
            <a:srgbClr val="006853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x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9811512" y="4745736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58" name="Rectangle 257"/>
          <p:cNvSpPr/>
          <p:nvPr/>
        </p:nvSpPr>
        <p:spPr>
          <a:xfrm>
            <a:off x="10140696" y="4745736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59" name="Rectangle 258"/>
          <p:cNvSpPr/>
          <p:nvPr/>
        </p:nvSpPr>
        <p:spPr>
          <a:xfrm>
            <a:off x="685800" y="5056632"/>
            <a:ext cx="3017520" cy="228600"/>
          </a:xfrm>
          <a:prstGeom prst="rect">
            <a:avLst/>
          </a:prstGeom>
          <a:solidFill>
            <a:srgbClr val="F6F8FA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750" b="0">
                <a:solidFill>
                  <a:srgbClr val="1F2937"/>
                </a:solidFill>
                <a:latin typeface="Aptos"/>
              </a:rPr>
              <a:t>Flow 13: Month-end surge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3886200" y="5056632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4215384" y="505663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62" name="Rectangle 261"/>
          <p:cNvSpPr/>
          <p:nvPr/>
        </p:nvSpPr>
        <p:spPr>
          <a:xfrm>
            <a:off x="4544568" y="505663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63" name="Rectangle 262"/>
          <p:cNvSpPr/>
          <p:nvPr/>
        </p:nvSpPr>
        <p:spPr>
          <a:xfrm>
            <a:off x="4873752" y="505663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64" name="Rectangle 263"/>
          <p:cNvSpPr/>
          <p:nvPr/>
        </p:nvSpPr>
        <p:spPr>
          <a:xfrm>
            <a:off x="5202936" y="5056632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5532120" y="505663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66" name="Rectangle 265"/>
          <p:cNvSpPr/>
          <p:nvPr/>
        </p:nvSpPr>
        <p:spPr>
          <a:xfrm>
            <a:off x="5861304" y="505663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67" name="Rectangle 266"/>
          <p:cNvSpPr/>
          <p:nvPr/>
        </p:nvSpPr>
        <p:spPr>
          <a:xfrm>
            <a:off x="6190488" y="505663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68" name="Rectangle 267"/>
          <p:cNvSpPr/>
          <p:nvPr/>
        </p:nvSpPr>
        <p:spPr>
          <a:xfrm>
            <a:off x="6519672" y="5056632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6848856" y="505663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70" name="Rectangle 269"/>
          <p:cNvSpPr/>
          <p:nvPr/>
        </p:nvSpPr>
        <p:spPr>
          <a:xfrm>
            <a:off x="7178040" y="505663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71" name="Rectangle 270"/>
          <p:cNvSpPr/>
          <p:nvPr/>
        </p:nvSpPr>
        <p:spPr>
          <a:xfrm>
            <a:off x="7507224" y="505663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72" name="Rectangle 271"/>
          <p:cNvSpPr/>
          <p:nvPr/>
        </p:nvSpPr>
        <p:spPr>
          <a:xfrm>
            <a:off x="7836408" y="5056632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8165592" y="505663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74" name="Rectangle 273"/>
          <p:cNvSpPr/>
          <p:nvPr/>
        </p:nvSpPr>
        <p:spPr>
          <a:xfrm>
            <a:off x="8494776" y="505663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75" name="Rectangle 274"/>
          <p:cNvSpPr/>
          <p:nvPr/>
        </p:nvSpPr>
        <p:spPr>
          <a:xfrm>
            <a:off x="8823960" y="505663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76" name="Rectangle 275"/>
          <p:cNvSpPr/>
          <p:nvPr/>
        </p:nvSpPr>
        <p:spPr>
          <a:xfrm>
            <a:off x="9153144" y="5056632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9482328" y="505663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78" name="Rectangle 277"/>
          <p:cNvSpPr/>
          <p:nvPr/>
        </p:nvSpPr>
        <p:spPr>
          <a:xfrm>
            <a:off x="9811512" y="505663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79" name="Rectangle 278"/>
          <p:cNvSpPr/>
          <p:nvPr/>
        </p:nvSpPr>
        <p:spPr>
          <a:xfrm>
            <a:off x="10140696" y="5056632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80" name="Rectangle 279"/>
          <p:cNvSpPr/>
          <p:nvPr/>
        </p:nvSpPr>
        <p:spPr>
          <a:xfrm>
            <a:off x="685800" y="5367528"/>
            <a:ext cx="3017520" cy="228600"/>
          </a:xfrm>
          <a:prstGeom prst="rect">
            <a:avLst/>
          </a:prstGeom>
          <a:solidFill>
            <a:srgbClr val="F6F8FA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750" b="0">
                <a:solidFill>
                  <a:srgbClr val="1F2937"/>
                </a:solidFill>
                <a:latin typeface="Aptos"/>
              </a:rPr>
              <a:t>Flow 14: Settlement offer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3886200" y="536752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82" name="Rectangle 281"/>
          <p:cNvSpPr/>
          <p:nvPr/>
        </p:nvSpPr>
        <p:spPr>
          <a:xfrm>
            <a:off x="4215384" y="536752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83" name="Rectangle 282"/>
          <p:cNvSpPr/>
          <p:nvPr/>
        </p:nvSpPr>
        <p:spPr>
          <a:xfrm>
            <a:off x="4544568" y="536752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84" name="Rectangle 283"/>
          <p:cNvSpPr/>
          <p:nvPr/>
        </p:nvSpPr>
        <p:spPr>
          <a:xfrm>
            <a:off x="4873752" y="5367528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5202936" y="536752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86" name="Rectangle 285"/>
          <p:cNvSpPr/>
          <p:nvPr/>
        </p:nvSpPr>
        <p:spPr>
          <a:xfrm>
            <a:off x="5532120" y="536752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87" name="Rectangle 286"/>
          <p:cNvSpPr/>
          <p:nvPr/>
        </p:nvSpPr>
        <p:spPr>
          <a:xfrm>
            <a:off x="5861304" y="536752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88" name="Rectangle 287"/>
          <p:cNvSpPr/>
          <p:nvPr/>
        </p:nvSpPr>
        <p:spPr>
          <a:xfrm>
            <a:off x="6190488" y="5367528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6519672" y="536752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90" name="Rectangle 289"/>
          <p:cNvSpPr/>
          <p:nvPr/>
        </p:nvSpPr>
        <p:spPr>
          <a:xfrm>
            <a:off x="6848856" y="536752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91" name="Rectangle 290"/>
          <p:cNvSpPr/>
          <p:nvPr/>
        </p:nvSpPr>
        <p:spPr>
          <a:xfrm>
            <a:off x="7178040" y="536752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92" name="Rectangle 291"/>
          <p:cNvSpPr/>
          <p:nvPr/>
        </p:nvSpPr>
        <p:spPr>
          <a:xfrm>
            <a:off x="7507224" y="5367528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293" name="Rectangle 292"/>
          <p:cNvSpPr/>
          <p:nvPr/>
        </p:nvSpPr>
        <p:spPr>
          <a:xfrm>
            <a:off x="7836408" y="536752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94" name="Rectangle 293"/>
          <p:cNvSpPr/>
          <p:nvPr/>
        </p:nvSpPr>
        <p:spPr>
          <a:xfrm>
            <a:off x="8165592" y="536752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95" name="Rectangle 294"/>
          <p:cNvSpPr/>
          <p:nvPr/>
        </p:nvSpPr>
        <p:spPr>
          <a:xfrm>
            <a:off x="8494776" y="536752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96" name="Rectangle 295"/>
          <p:cNvSpPr/>
          <p:nvPr/>
        </p:nvSpPr>
        <p:spPr>
          <a:xfrm>
            <a:off x="8823960" y="5367528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297" name="Rectangle 296"/>
          <p:cNvSpPr/>
          <p:nvPr/>
        </p:nvSpPr>
        <p:spPr>
          <a:xfrm>
            <a:off x="9153144" y="536752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98" name="Rectangle 297"/>
          <p:cNvSpPr/>
          <p:nvPr/>
        </p:nvSpPr>
        <p:spPr>
          <a:xfrm>
            <a:off x="9482328" y="536752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99" name="Rectangle 298"/>
          <p:cNvSpPr/>
          <p:nvPr/>
        </p:nvSpPr>
        <p:spPr>
          <a:xfrm>
            <a:off x="9811512" y="5367528"/>
            <a:ext cx="23774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00" name="Rectangle 299"/>
          <p:cNvSpPr/>
          <p:nvPr/>
        </p:nvSpPr>
        <p:spPr>
          <a:xfrm>
            <a:off x="10140696" y="5367528"/>
            <a:ext cx="237744" cy="228600"/>
          </a:xfrm>
          <a:prstGeom prst="rect">
            <a:avLst/>
          </a:prstGeom>
          <a:solidFill>
            <a:srgbClr val="D9F0E8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600" b="1">
                <a:solidFill>
                  <a:srgbClr val="006853"/>
                </a:solidFill>
                <a:latin typeface="Aptos"/>
              </a:rPr>
              <a:t>x</a:t>
            </a:r>
          </a:p>
        </p:txBody>
      </p:sp>
      <p:sp>
        <p:nvSpPr>
          <p:cNvPr id="301" name="Rounded Rectangle 300"/>
          <p:cNvSpPr/>
          <p:nvPr/>
        </p:nvSpPr>
        <p:spPr>
          <a:xfrm>
            <a:off x="3886200" y="5989320"/>
            <a:ext cx="6629400" cy="411480"/>
          </a:xfrm>
          <a:prstGeom prst="roundRect">
            <a:avLst/>
          </a:prstGeom>
          <a:solidFill>
            <a:srgbClr val="1B2D49"/>
          </a:solidFill>
          <a:ln w="12700">
            <a:solidFill>
              <a:srgbClr val="1B2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All 20 behavioural requirements are covered by at least one flow; headline flows are 2, 5, and 12.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6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3291840" cy="2560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800" b="1">
                <a:solidFill>
                  <a:srgbClr val="006853"/>
                </a:solidFill>
                <a:latin typeface="Aptos"/>
              </a:rPr>
              <a:t>REQUIREMENTS, DEMO FLOW, AND FEATURE DEEP DIVES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20624"/>
            <a:ext cx="10789920" cy="44319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r>
              <a:rPr sz="2400" b="1">
                <a:solidFill>
                  <a:srgbClr val="1B2D49"/>
                </a:solidFill>
                <a:latin typeface="Aptos"/>
              </a:rPr>
              <a:t>Appendix </a:t>
            </a:r>
            <a:r>
              <a:rPr lang="en-US" sz="2400" b="1">
                <a:solidFill>
                  <a:srgbClr val="1B2D49"/>
                </a:solidFill>
                <a:latin typeface="Aptos"/>
              </a:rPr>
              <a:t>C</a:t>
            </a:r>
            <a:r>
              <a:rPr sz="2400" b="1">
                <a:solidFill>
                  <a:srgbClr val="1B2D49"/>
                </a:solidFill>
                <a:latin typeface="Aptos"/>
              </a:rPr>
              <a:t>: Three Headline Demo Moments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005840"/>
            <a:ext cx="10881360" cy="15240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27080" y="6446520"/>
            <a:ext cx="82296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800" b="0">
                <a:solidFill>
                  <a:srgbClr val="78828C"/>
                </a:solidFill>
                <a:latin typeface="Aptos"/>
              </a:rPr>
              <a:t>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3154680" cy="548640"/>
          </a:xfrm>
          <a:prstGeom prst="roundRect">
            <a:avLst/>
          </a:prstGeom>
          <a:solidFill>
            <a:srgbClr val="006853"/>
          </a:solidFill>
          <a:ln w="12700">
            <a:solidFill>
              <a:srgbClr val="006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Flow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286000"/>
            <a:ext cx="3154680" cy="502920"/>
          </a:xfrm>
          <a:prstGeom prst="roundRect">
            <a:avLst/>
          </a:prstGeom>
          <a:solidFill>
            <a:srgbClr val="1B2D49"/>
          </a:solidFill>
          <a:ln w="12700">
            <a:solidFill>
              <a:srgbClr val="1B2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Strategy change without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71800"/>
            <a:ext cx="2971800" cy="1463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400" b="0">
                <a:solidFill>
                  <a:srgbClr val="1F2937"/>
                </a:solidFill>
                <a:latin typeface="Aptos"/>
              </a:rPr>
              <a:t>Business admin edits DMN, creates a policy bundle, runs simulation, and activates atomically.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600200"/>
            <a:ext cx="3154680" cy="548640"/>
          </a:xfrm>
          <a:prstGeom prst="roundRect">
            <a:avLst/>
          </a:prstGeom>
          <a:solidFill>
            <a:srgbClr val="006853"/>
          </a:solidFill>
          <a:ln w="12700">
            <a:solidFill>
              <a:srgbClr val="006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Flow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286000"/>
            <a:ext cx="3154680" cy="502920"/>
          </a:xfrm>
          <a:prstGeom prst="roundRect">
            <a:avLst/>
          </a:prstGeom>
          <a:solidFill>
            <a:srgbClr val="1B2D49"/>
          </a:solidFill>
          <a:ln w="12700">
            <a:solidFill>
              <a:srgbClr val="1B2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Vulnerability to resolution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971800"/>
            <a:ext cx="2971800" cy="1463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400" b="0">
                <a:solidFill>
                  <a:srgbClr val="1F2937"/>
                </a:solidFill>
                <a:latin typeface="Aptos"/>
              </a:rPr>
              <a:t>Vulnerability flag causes suppression, specialist handling, I&amp;E, and affordable arrangement in under 2 minutes.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00200"/>
            <a:ext cx="3154680" cy="548640"/>
          </a:xfrm>
          <a:prstGeom prst="roundRect">
            <a:avLst/>
          </a:prstGeom>
          <a:solidFill>
            <a:srgbClr val="006853"/>
          </a:solidFill>
          <a:ln w="12700">
            <a:solidFill>
              <a:srgbClr val="006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Flow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286000"/>
            <a:ext cx="3154680" cy="502920"/>
          </a:xfrm>
          <a:prstGeom prst="roundRect">
            <a:avLst/>
          </a:prstGeom>
          <a:solidFill>
            <a:srgbClr val="1B2D49"/>
          </a:solidFill>
          <a:ln w="12700">
            <a:solidFill>
              <a:srgbClr val="1B2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Regulatory 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971800"/>
            <a:ext cx="2971800" cy="1463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400" b="0">
                <a:solidFill>
                  <a:srgbClr val="1F2937"/>
                </a:solidFill>
                <a:latin typeface="Aptos"/>
              </a:rPr>
              <a:t>Account history, rule versions, actors, and suppression decisions answer a regulatory query in under 10 minutes.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6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3291840" cy="2560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800" b="1">
                <a:solidFill>
                  <a:srgbClr val="006853"/>
                </a:solidFill>
                <a:latin typeface="Aptos"/>
              </a:rPr>
              <a:t>REQUIREMENTS, DEMO FLOW, AND FEATURE DEEP DIVES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20624"/>
            <a:ext cx="10789920" cy="44319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r>
              <a:rPr sz="2400" b="1">
                <a:solidFill>
                  <a:srgbClr val="1B2D49"/>
                </a:solidFill>
                <a:latin typeface="Aptos"/>
              </a:rPr>
              <a:t>Appendix D: RBAC - User Roles and Responsibilities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005840"/>
            <a:ext cx="10881360" cy="15240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27080" y="6446520"/>
            <a:ext cx="82296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800" b="0">
                <a:solidFill>
                  <a:srgbClr val="78828C"/>
                </a:solidFill>
                <a:latin typeface="Aptos"/>
              </a:rPr>
              <a:t>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20140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12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5982"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Role group</a:t>
                      </a:r>
                    </a:p>
                  </a:txBody>
                  <a:tcPr marL="36576" marR="36576" marT="27432" marB="27432">
                    <a:solidFill>
                      <a:srgbClr val="1B2D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Roles</a:t>
                      </a:r>
                    </a:p>
                  </a:txBody>
                  <a:tcPr marL="36576" marR="36576" marT="27432" marB="27432">
                    <a:solidFill>
                      <a:srgbClr val="1B2D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Responsibility</a:t>
                      </a:r>
                    </a:p>
                  </a:txBody>
                  <a:tcPr marL="36576" marR="36576" marT="27432" marB="27432">
                    <a:solidFill>
                      <a:srgbClr val="1B2D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982"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Case handling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AGENT</a:t>
                      </a:r>
                    </a:p>
                    <a:p>
                      <a:pPr>
                        <a:defRPr sz="76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SPECIALIST_AGENT</a:t>
                      </a:r>
                    </a:p>
                    <a:p>
                      <a:pPr>
                        <a:defRPr sz="76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ESCALATIONS_AGENT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Work assigned debt cases, record actions, follow guided scripts, and initiate permitted treatment or write-off requests within tier limits.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982"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Supervision and operations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TEAM_LEADER</a:t>
                      </a:r>
                    </a:p>
                    <a:p>
                      <a:pPr>
                        <a:defRPr sz="76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OPS_MANAGER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Manage queues, transfer cases, supervise teams, approve write-offs within delegated authority, and monitor operational performance.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982"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Strategy monitoring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STRATEGY_MANAGER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Monitor champion/challenger performance and trigger approved challenger promotion; cannot author rules or work cases.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982"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Configuration and governance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PROCESS_DESIGNER</a:t>
                      </a:r>
                    </a:p>
                    <a:p>
                      <a:pPr>
                        <a:defRPr sz="76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COMPLIANCE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PROCESS_DESIGNER proposes DMN, BPMN, and template changes; COMPLIANCE approves governed changes and reviews audit evidence.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982"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Senior financial authority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SRO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Named in-system approver for the highest write-off tier; self-approval remains prohibited.</a:t>
                      </a:r>
                    </a:p>
                  </a:txBody>
                  <a:tcPr marL="36576" marR="36576" marT="27432" marB="27432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5988"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Read-only and technical access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BACKOFFICE</a:t>
                      </a:r>
                    </a:p>
                    <a:p>
                      <a:pPr>
                        <a:defRPr sz="76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FLOWABLE_ADMIN</a:t>
                      </a:r>
                    </a:p>
                    <a:p>
                      <a:pPr>
                        <a:defRPr sz="76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SYSTEM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BACKOFFICE has administrative read access only; FLOWABLE_ADMIN is confined to process-engine operations; SYSTEM is service-to-service only.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23E89-6B61-4BE0-A154-BCAC657EF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CFF000B-DD66-E316-305F-6C587AA3F6FB}"/>
              </a:ext>
            </a:extLst>
          </p:cNvPr>
          <p:cNvSpPr/>
          <p:nvPr/>
        </p:nvSpPr>
        <p:spPr>
          <a:xfrm>
            <a:off x="502920" y="27432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1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OPTIONS, LIMITATIONS, DECISION</a:t>
            </a:r>
            <a:endParaRPr lang="en-US" sz="11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0D9C1BD-941A-C95D-5BF6-D6F9C5806B0E}"/>
              </a:ext>
            </a:extLst>
          </p:cNvPr>
          <p:cNvSpPr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Appendix </a:t>
            </a:r>
            <a:r>
              <a:rPr lang="en-DK" sz="30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E</a:t>
            </a:r>
            <a:r>
              <a:rPr lang="en-US" sz="3000" b="1">
                <a:solidFill>
                  <a:srgbClr val="0E1B2C"/>
                </a:solidFill>
                <a:latin typeface="Calibri"/>
                <a:ea typeface="Calibri"/>
                <a:cs typeface="Calibri"/>
              </a:rPr>
              <a:t>: What each option gives us and costs us</a:t>
            </a:r>
            <a:endParaRPr lang="en-US" sz="300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108B415-2E41-2541-1509-965A2C085782}"/>
              </a:ext>
            </a:extLst>
          </p:cNvPr>
          <p:cNvSpPr/>
          <p:nvPr/>
        </p:nvSpPr>
        <p:spPr>
          <a:xfrm>
            <a:off x="502920" y="1207008"/>
            <a:ext cx="11155680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13CE551-B4FA-7185-6242-6405D712470D}"/>
              </a:ext>
            </a:extLst>
          </p:cNvPr>
          <p:cNvSpPr/>
          <p:nvPr/>
        </p:nvSpPr>
        <p:spPr>
          <a:xfrm>
            <a:off x="1508760" y="576072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frame: 5–15% net scope reduction does not justify statutory, integration, or platform-coupling risk.</a:t>
            </a:r>
            <a:endParaRPr lang="en-US" sz="150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57FBDC9-1BEE-32CE-7C8A-47C7D3FC165D}"/>
              </a:ext>
            </a:extLst>
          </p:cNvPr>
          <p:cNvGraphicFramePr>
            <a:graphicFrameLocks noGrp="1"/>
          </p:cNvGraphicFramePr>
          <p:nvPr/>
        </p:nvGraphicFramePr>
        <p:xfrm>
          <a:off x="502920" y="1366268"/>
          <a:ext cx="11155680" cy="4120130"/>
        </p:xfrm>
        <a:graphic>
          <a:graphicData uri="http://schemas.openxmlformats.org/drawingml/2006/table">
            <a:tbl>
              <a:tblPr bandRow="1">
                <a:tableStyleId>{C083E6E3-FA7D-4D7B-A595-EF9225AFEA82}</a:tableStyleId>
              </a:tblPr>
              <a:tblGrid>
                <a:gridCol w="909501">
                  <a:extLst>
                    <a:ext uri="{9D8B030D-6E8A-4147-A177-3AD203B41FA5}">
                      <a16:colId xmlns:a16="http://schemas.microsoft.com/office/drawing/2014/main" val="1026903514"/>
                    </a:ext>
                  </a:extLst>
                </a:gridCol>
                <a:gridCol w="3061608">
                  <a:extLst>
                    <a:ext uri="{9D8B030D-6E8A-4147-A177-3AD203B41FA5}">
                      <a16:colId xmlns:a16="http://schemas.microsoft.com/office/drawing/2014/main" val="2739561845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3189618314"/>
                    </a:ext>
                  </a:extLst>
                </a:gridCol>
                <a:gridCol w="3984171">
                  <a:extLst>
                    <a:ext uri="{9D8B030D-6E8A-4147-A177-3AD203B41FA5}">
                      <a16:colId xmlns:a16="http://schemas.microsoft.com/office/drawing/2014/main" val="570335811"/>
                    </a:ext>
                  </a:extLst>
                </a:gridCol>
              </a:tblGrid>
              <a:tr h="212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000">
                          <a:solidFill>
                            <a:schemeClr val="tx1"/>
                          </a:solidFill>
                          <a:effectLst/>
                        </a:rPr>
                        <a:t>Topic</a:t>
                      </a:r>
                      <a:endParaRPr lang="da-DK" sz="100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  <a:effectLst/>
                        </a:rPr>
                        <a:t>Option A - reuse whole platform</a:t>
                      </a:r>
                      <a:endParaRPr lang="en-US" sz="100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  <a:effectLst/>
                        </a:rPr>
                        <a:t>Option B - reuse billing engine only</a:t>
                      </a:r>
                      <a:endParaRPr lang="en-US" sz="100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  <a:effectLst/>
                        </a:rPr>
                        <a:t>Option C - build our own (CONFIRMED)</a:t>
                      </a:r>
                      <a:endParaRPr lang="da-DK" sz="100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extLst>
                  <a:ext uri="{0D108BD9-81ED-4DB2-BD59-A6C34878D82A}">
                    <a16:rowId xmlns:a16="http://schemas.microsoft.com/office/drawing/2014/main" val="2592351517"/>
                  </a:ext>
                </a:extLst>
              </a:tr>
              <a:tr h="620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000" b="1">
                          <a:solidFill>
                            <a:schemeClr val="tx1"/>
                          </a:solidFill>
                          <a:effectLst/>
                        </a:rPr>
                        <a:t>What we build on</a:t>
                      </a:r>
                      <a:endParaRPr lang="da-DK" sz="100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i="0">
                          <a:solidFill>
                            <a:schemeClr val="tx1"/>
                          </a:solidFill>
                          <a:effectLst/>
                        </a:rPr>
                        <a:t>Solon's tax platform with all its tools (workflow engine, decision rules, frontend, security model)</a:t>
                      </a:r>
                      <a:endParaRPr lang="en-US" sz="100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i="0">
                          <a:solidFill>
                            <a:schemeClr val="tx1"/>
                          </a:solidFill>
                          <a:effectLst/>
                        </a:rPr>
                        <a:t>Only Solon's billing/payments API - we replace everything else with our own choices</a:t>
                      </a:r>
                      <a:endParaRPr lang="en-US" sz="100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i="0">
                          <a:solidFill>
                            <a:schemeClr val="tx1"/>
                          </a:solidFill>
                          <a:effectLst/>
                        </a:rPr>
                        <a:t>A single application using standard, well-supported technologies and the UK government design system</a:t>
                      </a:r>
                      <a:endParaRPr lang="da-DK" sz="100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extLst>
                  <a:ext uri="{0D108BD9-81ED-4DB2-BD59-A6C34878D82A}">
                    <a16:rowId xmlns:a16="http://schemas.microsoft.com/office/drawing/2014/main" val="1147570736"/>
                  </a:ext>
                </a:extLst>
              </a:tr>
              <a:tr h="1436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000" b="1">
                          <a:solidFill>
                            <a:schemeClr val="tx1"/>
                          </a:solidFill>
                          <a:effectLst/>
                        </a:rPr>
                        <a:t>Pros</a:t>
                      </a:r>
                      <a:endParaRPr lang="da-DK" sz="100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i="1">
                          <a:solidFill>
                            <a:schemeClr val="tx1"/>
                          </a:solidFill>
                          <a:effectLst/>
                        </a:rPr>
                        <a:t>(Rejected - pros not decision-relevant; see Cons)</a:t>
                      </a:r>
                      <a:endParaRPr lang="en-US" sz="1000" i="1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i="1">
                          <a:solidFill>
                            <a:schemeClr val="tx1"/>
                          </a:solidFill>
                          <a:effectLst/>
                        </a:rPr>
                        <a:t>(Rejected - pros not decision-relevant; see Cons)</a:t>
                      </a:r>
                      <a:endParaRPr lang="en-US" sz="1000" i="1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i="0">
                          <a:solidFill>
                            <a:schemeClr val="tx1"/>
                          </a:solidFill>
                          <a:effectLst/>
                        </a:rPr>
                        <a:t>- No major problems; the architecture holds up</a:t>
                      </a:r>
                    </a:p>
                    <a:p>
                      <a:pPr>
                        <a:buNone/>
                      </a:pPr>
                      <a:r>
                        <a:rPr lang="en-US" sz="1000" i="0">
                          <a:solidFill>
                            <a:schemeClr val="tx1"/>
                          </a:solidFill>
                          <a:effectLst/>
                        </a:rPr>
                        <a:t>- Workflow engine handles Breathing Space pauses safely</a:t>
                      </a:r>
                    </a:p>
                    <a:p>
                      <a:pPr>
                        <a:buNone/>
                      </a:pPr>
                      <a:r>
                        <a:rPr lang="en-US" sz="1000" i="0">
                          <a:solidFill>
                            <a:schemeClr val="tx1"/>
                          </a:solidFill>
                          <a:effectLst/>
                        </a:rPr>
                        <a:t>- Business analysts can edit decision rules without developer help</a:t>
                      </a:r>
                    </a:p>
                    <a:p>
                      <a:pPr>
                        <a:buNone/>
                      </a:pPr>
                      <a:r>
                        <a:rPr lang="en-US" sz="1000" i="0">
                          <a:solidFill>
                            <a:schemeClr val="tx1"/>
                          </a:solidFill>
                          <a:effectLst/>
                        </a:rPr>
                        <a:t>- Built-in compile-time check for legal categories</a:t>
                      </a:r>
                    </a:p>
                    <a:p>
                      <a:pPr>
                        <a:buNone/>
                      </a:pPr>
                      <a:r>
                        <a:rPr lang="en-US" sz="1000" i="0">
                          <a:solidFill>
                            <a:schemeClr val="tx1"/>
                          </a:solidFill>
                          <a:effectLst/>
                        </a:rPr>
                        <a:t>- Single security model</a:t>
                      </a:r>
                    </a:p>
                    <a:p>
                      <a:pPr>
                        <a:buNone/>
                      </a:pPr>
                      <a:r>
                        <a:rPr lang="en-US" sz="1000" i="0">
                          <a:solidFill>
                            <a:schemeClr val="tx1"/>
                          </a:solidFill>
                          <a:effectLst/>
                        </a:rPr>
                        <a:t>- Team stays at 6-7 people</a:t>
                      </a:r>
                    </a:p>
                    <a:p>
                      <a:pPr>
                        <a:buNone/>
                      </a:pPr>
                      <a:r>
                        <a:rPr lang="en-US" sz="1000" i="0">
                          <a:solidFill>
                            <a:schemeClr val="tx1"/>
                          </a:solidFill>
                          <a:effectLst/>
                        </a:rPr>
                        <a:t>- No dependency on Solon's release schedule</a:t>
                      </a:r>
                      <a:endParaRPr lang="da-DK" sz="100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extLst>
                  <a:ext uri="{0D108BD9-81ED-4DB2-BD59-A6C34878D82A}">
                    <a16:rowId xmlns:a16="http://schemas.microsoft.com/office/drawing/2014/main" val="3225623829"/>
                  </a:ext>
                </a:extLst>
              </a:tr>
              <a:tr h="1436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000" b="1">
                          <a:solidFill>
                            <a:schemeClr val="tx1"/>
                          </a:solidFill>
                          <a:effectLst/>
                        </a:rPr>
                        <a:t>Cons</a:t>
                      </a:r>
                      <a:endParaRPr lang="da-DK" sz="100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i="0">
                          <a:solidFill>
                            <a:schemeClr val="tx1"/>
                          </a:solidFill>
                          <a:effectLst/>
                        </a:rPr>
                        <a:t>- Solon's technology differs from ours on every layer</a:t>
                      </a:r>
                    </a:p>
                    <a:p>
                      <a:pPr>
                        <a:buNone/>
                      </a:pPr>
                      <a:r>
                        <a:rPr lang="en-US" sz="1000" i="0">
                          <a:solidFill>
                            <a:schemeClr val="tx1"/>
                          </a:solidFill>
                          <a:effectLst/>
                        </a:rPr>
                        <a:t>- Team must grow from 6-7 to ~12-15 people</a:t>
                      </a:r>
                    </a:p>
                    <a:p>
                      <a:pPr>
                        <a:buNone/>
                      </a:pPr>
                      <a:r>
                        <a:rPr lang="en-US" sz="1000" i="0">
                          <a:solidFill>
                            <a:schemeClr val="tx1"/>
                          </a:solidFill>
                          <a:effectLst/>
                        </a:rPr>
                        <a:t>- Permanently tied to Solon's release schedule</a:t>
                      </a:r>
                    </a:p>
                    <a:p>
                      <a:pPr>
                        <a:buNone/>
                      </a:pPr>
                      <a:r>
                        <a:rPr lang="en-US" sz="1000" i="0">
                          <a:solidFill>
                            <a:schemeClr val="tx1"/>
                          </a:solidFill>
                          <a:effectLst/>
                        </a:rPr>
                        <a:t>- Legal compliance becomes a matter of developer discipline, not built-in safety</a:t>
                      </a:r>
                      <a:endParaRPr lang="en-US" sz="100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i="0">
                          <a:solidFill>
                            <a:schemeClr val="tx1"/>
                          </a:solidFill>
                          <a:effectLst/>
                        </a:rPr>
                        <a:t>- Permanent boundary between two systems</a:t>
                      </a:r>
                    </a:p>
                    <a:p>
                      <a:pPr>
                        <a:buNone/>
                      </a:pPr>
                      <a:r>
                        <a:rPr lang="en-US" sz="1000" i="0">
                          <a:solidFill>
                            <a:schemeClr val="tx1"/>
                          </a:solidFill>
                          <a:effectLst/>
                        </a:rPr>
                        <a:t>- Two databases must stay in sync across every financial flow</a:t>
                      </a:r>
                    </a:p>
                    <a:p>
                      <a:pPr>
                        <a:buNone/>
                      </a:pPr>
                      <a:r>
                        <a:rPr lang="en-US" sz="1000" i="0">
                          <a:solidFill>
                            <a:schemeClr val="tx1"/>
                          </a:solidFill>
                          <a:effectLst/>
                        </a:rPr>
                        <a:t>- Two security models running side-by-side</a:t>
                      </a:r>
                    </a:p>
                    <a:p>
                      <a:pPr>
                        <a:buNone/>
                      </a:pPr>
                      <a:r>
                        <a:rPr lang="en-US" sz="1000" i="0">
                          <a:solidFill>
                            <a:schemeClr val="tx1"/>
                          </a:solidFill>
                          <a:effectLst/>
                        </a:rPr>
                        <a:t>- Translation layer between systems we maintain forever</a:t>
                      </a:r>
                    </a:p>
                    <a:p>
                      <a:pPr>
                        <a:buNone/>
                      </a:pPr>
                      <a:r>
                        <a:rPr lang="en-US" sz="1000" i="0">
                          <a:solidFill>
                            <a:schemeClr val="tx1"/>
                          </a:solidFill>
                          <a:effectLst/>
                        </a:rPr>
                        <a:t>- Savings approximately equal what we spend on the integration</a:t>
                      </a:r>
                      <a:endParaRPr lang="da-DK" sz="100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i="0">
                          <a:solidFill>
                            <a:schemeClr val="tx1"/>
                          </a:solidFill>
                          <a:effectLst/>
                        </a:rPr>
                        <a:t>We have to build the most demanding financial features ourselves: the ledger, payment plans, and standard banking message formats.</a:t>
                      </a:r>
                      <a:endParaRPr lang="en-US" sz="100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extLst>
                  <a:ext uri="{0D108BD9-81ED-4DB2-BD59-A6C34878D82A}">
                    <a16:rowId xmlns:a16="http://schemas.microsoft.com/office/drawing/2014/main" val="4014090384"/>
                  </a:ext>
                </a:extLst>
              </a:tr>
              <a:tr h="416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  <a:effectLst/>
                        </a:rPr>
                        <a:t>Major problems</a:t>
                      </a:r>
                      <a:endParaRPr lang="en-US" sz="100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i="0">
                          <a:solidFill>
                            <a:schemeClr val="tx1"/>
                          </a:solidFill>
                          <a:effectLst/>
                        </a:rPr>
                        <a:t>All 7 apply</a:t>
                      </a:r>
                      <a:endParaRPr lang="en-US" sz="100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i="0">
                          <a:solidFill>
                            <a:schemeClr val="tx1"/>
                          </a:solidFill>
                          <a:effectLst/>
                        </a:rPr>
                        <a:t>3 of 7 apply (1, 4, 7); the rest are sidestepped by replacing those parts</a:t>
                      </a:r>
                      <a:endParaRPr lang="en-US" sz="100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000" i="0">
                          <a:solidFill>
                            <a:schemeClr val="tx1"/>
                          </a:solidFill>
                          <a:effectLst/>
                        </a:rPr>
                        <a:t>None</a:t>
                      </a:r>
                      <a:endParaRPr lang="da-DK" sz="100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003" marR="3003" marT="3003" marB="3003" anchor="ctr"/>
                </a:tc>
                <a:extLst>
                  <a:ext uri="{0D108BD9-81ED-4DB2-BD59-A6C34878D82A}">
                    <a16:rowId xmlns:a16="http://schemas.microsoft.com/office/drawing/2014/main" val="1897779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27563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9A73A-A968-7C79-BBCF-C6B78637B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D69F5-8B4E-1875-B8BA-6B6DE31372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DK"/>
              <a:t>Feature Diagrams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A986C-5AEB-6F97-1B0D-3B57889B6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20994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g-07-champion-challen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89" y="104151"/>
            <a:ext cx="12007914" cy="634236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2708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78828C"/>
                </a:solidFill>
                <a:latin typeface="Aptos"/>
              </a:rPr>
              <a:t>F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g-08-strategy-simulation-engine.png"/>
          <p:cNvPicPr>
            <a:picLocks noChangeAspect="1"/>
          </p:cNvPicPr>
          <p:nvPr/>
        </p:nvPicPr>
        <p:blipFill>
          <a:blip r:embed="rId2"/>
          <a:srcRect r="12134"/>
          <a:stretch>
            <a:fillRect/>
          </a:stretch>
        </p:blipFill>
        <p:spPr>
          <a:xfrm>
            <a:off x="318659" y="0"/>
            <a:ext cx="1121766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2708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78828C"/>
                </a:solidFill>
                <a:latin typeface="Aptos"/>
              </a:rPr>
              <a:t>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g-09-vulnerability-hand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2708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78828C"/>
                </a:solidFill>
                <a:latin typeface="Aptos"/>
              </a:rPr>
              <a:t>H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g-10-breathing-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" y="-22812"/>
            <a:ext cx="11573301" cy="68808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2708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78828C"/>
                </a:solidFill>
                <a:latin typeface="Aptos"/>
              </a:rPr>
              <a:t>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g-11-deceased-party-handling.png"/>
          <p:cNvPicPr>
            <a:picLocks noChangeAspect="1"/>
          </p:cNvPicPr>
          <p:nvPr/>
        </p:nvPicPr>
        <p:blipFill>
          <a:blip r:embed="rId2"/>
          <a:srcRect r="12910"/>
          <a:stretch>
            <a:fillRect/>
          </a:stretch>
        </p:blipFill>
        <p:spPr>
          <a:xfrm>
            <a:off x="1310185" y="0"/>
            <a:ext cx="9921923" cy="68001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2708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78828C"/>
                </a:solidFill>
                <a:latin typeface="Aptos"/>
              </a:rPr>
              <a:t>J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g-12-regulatory-audit-trail.png"/>
          <p:cNvPicPr>
            <a:picLocks noChangeAspect="1"/>
          </p:cNvPicPr>
          <p:nvPr/>
        </p:nvPicPr>
        <p:blipFill>
          <a:blip r:embed="rId2"/>
          <a:srcRect b="13249"/>
          <a:stretch>
            <a:fillRect/>
          </a:stretch>
        </p:blipFill>
        <p:spPr>
          <a:xfrm>
            <a:off x="174691" y="0"/>
            <a:ext cx="11163869" cy="67108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2708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78828C"/>
                </a:solidFill>
                <a:latin typeface="Aptos"/>
              </a:rPr>
              <a:t>K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g-13-self-service-inte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8490"/>
            <a:ext cx="12192000" cy="69149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2708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78828C"/>
                </a:solidFill>
                <a:latin typeface="Aptos"/>
              </a:rPr>
              <a:t>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tcompany">
  <a:themeElements>
    <a:clrScheme name="Netcompany">
      <a:dk1>
        <a:srgbClr val="141E1E"/>
      </a:dk1>
      <a:lt1>
        <a:sysClr val="window" lastClr="FFFFFF"/>
      </a:lt1>
      <a:dk2>
        <a:srgbClr val="000000"/>
      </a:dk2>
      <a:lt2>
        <a:srgbClr val="D0D7D7"/>
      </a:lt2>
      <a:accent1>
        <a:srgbClr val="123836"/>
      </a:accent1>
      <a:accent2>
        <a:srgbClr val="718886"/>
      </a:accent2>
      <a:accent3>
        <a:srgbClr val="73AA87"/>
      </a:accent3>
      <a:accent4>
        <a:srgbClr val="D0D7D7"/>
      </a:accent4>
      <a:accent5>
        <a:srgbClr val="FF6359"/>
      </a:accent5>
      <a:accent6>
        <a:srgbClr val="FFD282"/>
      </a:accent6>
      <a:hlink>
        <a:srgbClr val="FF6359"/>
      </a:hlink>
      <a:folHlink>
        <a:srgbClr val="FFB1AC"/>
      </a:folHlink>
    </a:clrScheme>
    <a:fontScheme name="Custom 3">
      <a:majorFont>
        <a:latin typeface="Netcompany-Offc"/>
        <a:ea typeface="DengXian"/>
        <a:cs typeface=""/>
      </a:majorFont>
      <a:minorFont>
        <a:latin typeface="Netcompany-Offc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0" tIns="36000" rIns="72000" bIns="36000" rtlCol="0" anchor="ctr"/>
      <a:lstStyle>
        <a:defPPr algn="ctr">
          <a:defRPr sz="2000" noProof="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lnSpc>
            <a:spcPct val="11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Dark Green">
      <a:srgbClr val="141E1E"/>
    </a:custClr>
    <a:custClr name="Green">
      <a:srgbClr val="123836"/>
    </a:custClr>
    <a:custClr name="Green 90%">
      <a:srgbClr val="2A4C4A"/>
    </a:custClr>
    <a:custClr name="Green 60%">
      <a:srgbClr val="718886"/>
    </a:custClr>
    <a:custClr name="Green 40%">
      <a:srgbClr val="A0AFAF"/>
    </a:custClr>
    <a:custClr name="Green 30%">
      <a:srgbClr val="B8C3C3"/>
    </a:custClr>
    <a:custClr name="Green 20%">
      <a:srgbClr val="D0D7D7"/>
    </a:custClr>
    <a:custClr name="Green 10%">
      <a:srgbClr val="E7EBEB"/>
    </a:custClr>
    <a:custClr name="NoColor">
      <a:srgbClr val="FFFFFF"/>
    </a:custClr>
    <a:custClr name="Blue">
      <a:srgbClr val="0082FF"/>
    </a:custClr>
    <a:custClr name="Coral">
      <a:srgbClr val="FF6359"/>
    </a:custClr>
    <a:custClr name="Coral 75%">
      <a:srgbClr val="FF8A83"/>
    </a:custClr>
    <a:custClr name="Coral 50%">
      <a:srgbClr val="FFB1AC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Blue 50%">
      <a:srgbClr val="6ECCFF"/>
    </a:custClr>
    <a:custClr name="Yellow">
      <a:srgbClr val="FFD282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Purple">
      <a:srgbClr val="A0A0FF"/>
    </a:custClr>
    <a:custClr name="Green">
      <a:srgbClr val="73AA87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Purple 50%">
      <a:srgbClr val="C2C8FF"/>
    </a:custClr>
  </a:custClrLst>
  <a:extLst>
    <a:ext uri="{05A4C25C-085E-4340-85A3-A5531E510DB2}">
      <thm15:themeFamily xmlns:thm15="http://schemas.microsoft.com/office/thememl/2012/main" name="Netcompany Powerpoint Template.pptx" id="{8E855608-050B-42A6-B484-970A19F67BAB}" vid="{4CBD88B0-3383-4F03-9C58-D7B1E09177B2}"/>
    </a:ext>
  </a:extLst>
</a:theme>
</file>

<file path=ppt/theme/theme2.xml><?xml version="1.0" encoding="utf-8"?>
<a:theme xmlns:a="http://schemas.openxmlformats.org/drawingml/2006/main" name="Office-tema">
  <a:themeElements>
    <a:clrScheme name="Kontor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kabelondesign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een">
      <a:srgbClr val="141E1E"/>
    </a:custClr>
    <a:custClr name="Green">
      <a:srgbClr val="123836"/>
    </a:custClr>
    <a:custClr name="Green 90%">
      <a:srgbClr val="2A4C4A"/>
    </a:custClr>
    <a:custClr name="Green 60%">
      <a:srgbClr val="718886"/>
    </a:custClr>
    <a:custClr name="Green 40%">
      <a:srgbClr val="A0AFAF"/>
    </a:custClr>
    <a:custClr name="Green 30%">
      <a:srgbClr val="B8C3C3"/>
    </a:custClr>
    <a:custClr name="Green 20%">
      <a:srgbClr val="D0D7D7"/>
    </a:custClr>
    <a:custClr name="Green 10%">
      <a:srgbClr val="E7EBEB"/>
    </a:custClr>
    <a:custClr name="NoColor">
      <a:srgbClr val="FFFFFF"/>
    </a:custClr>
    <a:custClr name="NoColor">
      <a:srgbClr val="FFFFFF"/>
    </a:custClr>
    <a:custClr name="Coral">
      <a:srgbClr val="FF6359"/>
    </a:custClr>
    <a:custClr name="Coral 75%">
      <a:srgbClr val="FF8A83"/>
    </a:custClr>
    <a:custClr name="Coral 50%">
      <a:srgbClr val="FFB1AC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Yellow">
      <a:srgbClr val="FFD282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Green">
      <a:srgbClr val="73AA87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kabelondesign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een">
      <a:srgbClr val="141E1E"/>
    </a:custClr>
    <a:custClr name="Green">
      <a:srgbClr val="123836"/>
    </a:custClr>
    <a:custClr name="Green 90%">
      <a:srgbClr val="2A4C4A"/>
    </a:custClr>
    <a:custClr name="Green 60%">
      <a:srgbClr val="718886"/>
    </a:custClr>
    <a:custClr name="Green 40%">
      <a:srgbClr val="A0AFAF"/>
    </a:custClr>
    <a:custClr name="Green 30%">
      <a:srgbClr val="B8C3C3"/>
    </a:custClr>
    <a:custClr name="Green 20%">
      <a:srgbClr val="D0D7D7"/>
    </a:custClr>
    <a:custClr name="Green 10%">
      <a:srgbClr val="E7EBEB"/>
    </a:custClr>
    <a:custClr name="NoColor">
      <a:srgbClr val="FFFFFF"/>
    </a:custClr>
    <a:custClr name="NoColor">
      <a:srgbClr val="FFFFFF"/>
    </a:custClr>
    <a:custClr name="Coral">
      <a:srgbClr val="FF6359"/>
    </a:custClr>
    <a:custClr name="Coral 75%">
      <a:srgbClr val="FF8A83"/>
    </a:custClr>
    <a:custClr name="Coral 50%">
      <a:srgbClr val="FFB1AC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Yellow">
      <a:srgbClr val="FFD282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Green">
      <a:srgbClr val="73AA87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EE5332C9F0F340B915A8BD729DF9BB" ma:contentTypeVersion="4" ma:contentTypeDescription="Create a new document." ma:contentTypeScope="" ma:versionID="4e2227ee01a9bfcee6d0f1c9f5bb5687">
  <xsd:schema xmlns:xsd="http://www.w3.org/2001/XMLSchema" xmlns:xs="http://www.w3.org/2001/XMLSchema" xmlns:p="http://schemas.microsoft.com/office/2006/metadata/properties" xmlns:ns2="6c984c1b-3e03-476e-aab8-429c484bc9d0" targetNamespace="http://schemas.microsoft.com/office/2006/metadata/properties" ma:root="true" ma:fieldsID="e553e6622a8ada02195a41a2aa7c23e7" ns2:_="">
    <xsd:import namespace="6c984c1b-3e03-476e-aab8-429c484bc9d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984c1b-3e03-476e-aab8-429c484bc9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266AD56-CE8F-48F1-BAC9-749EC3402AD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9D6F7B1-2E67-4D0F-9B8D-175B921EBB4F}">
  <ds:schemaRefs>
    <ds:schemaRef ds:uri="6c984c1b-3e03-476e-aab8-429c484bc9d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14CFF4D-CEE2-4ED6-AC8A-41B54DA24CA7}">
  <ds:schemaRefs>
    <ds:schemaRef ds:uri="6c984c1b-3e03-476e-aab8-429c484bc9d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Netcompany Powerpoint Template</Template>
  <Application>Microsoft Office PowerPoint</Application>
  <PresentationFormat>Widescreen</PresentationFormat>
  <Slides>34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Netcompany</vt:lpstr>
      <vt:lpstr>AI &amp; Building FDS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Appendix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Feature Diagrams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Tomas Wind</dc:creator>
  <cp:revision>1</cp:revision>
  <dcterms:created xsi:type="dcterms:W3CDTF">2026-04-28T06:02:37Z</dcterms:created>
  <dcterms:modified xsi:type="dcterms:W3CDTF">2026-04-29T08:22:27Z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 by">
    <vt:lpwstr>www.omnidocs.com</vt:lpwstr>
  </property>
  <property fmtid="{D5CDD505-2E9C-101B-9397-08002B2CF9AE}" pid="3" name="ContentTypeId">
    <vt:lpwstr>0x010100DFEE5332C9F0F340B915A8BD729DF9BB</vt:lpwstr>
  </property>
</Properties>
</file>