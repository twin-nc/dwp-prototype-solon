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4"/>
  </p:sldMasterIdLst>
  <p:notesMasterIdLst>
    <p:notesMasterId r:id="rId19"/>
  </p:notesMasterIdLst>
  <p:handoutMasterIdLst>
    <p:handoutMasterId r:id="rId20"/>
  </p:handoutMasterIdLst>
  <p:sldIdLst>
    <p:sldId id="265" r:id="rId15"/>
    <p:sldId id="262" r:id="rId16"/>
    <p:sldId id="261" r:id="rId17"/>
    <p:sldId id="264" r:id="rId18"/>
  </p:sldIdLst>
  <p:sldSz cx="12192000" cy="6858000"/>
  <p:notesSz cx="6858000" cy="9144000"/>
  <p:embeddedFontLst>
    <p:embeddedFont>
      <p:font typeface="Netcompany-Offc" panose="020B060402020202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83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997" autoAdjust="0"/>
  </p:normalViewPr>
  <p:slideViewPr>
    <p:cSldViewPr snapToGrid="0" showGuides="1">
      <p:cViewPr varScale="1">
        <p:scale>
          <a:sx n="115" d="100"/>
          <a:sy n="115" d="100"/>
        </p:scale>
        <p:origin x="12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5400" y="6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font" Target="fonts/font4.fntdata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1F8A-F8D0-4BE8-A68D-D0E19DFD7784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58AC-7754-4623-9BAF-1E5C377CA539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801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83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474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83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BA9F3-D196-BBA8-2903-EE828E53E4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4CA3E-5B1B-D3EC-3F73-1737AC332D3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36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s">
            <a:extLst>
              <a:ext uri="{FF2B5EF4-FFF2-40B4-BE49-F238E27FC236}">
                <a16:creationId xmlns:a16="http://schemas.microsoft.com/office/drawing/2014/main" id="{DB5C86D5-D1E2-CBFA-36B6-5154EB48654D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A90FCCFC-8D35-0483-FAB6-8375553E645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0D45FBA-DD21-FC4B-4421-D3250D2BFC81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EADC8-30A6-B6BE-9F54-B5488F402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0AD753-83CD-C853-739F-AA968B28858C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white">
          <a:xfrm>
            <a:off x="185738" y="1438274"/>
            <a:ext cx="11818937" cy="45624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E179BD8B-964C-8002-AAA2-5F16F1D48029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Grid">
            <a:extLst>
              <a:ext uri="{FF2B5EF4-FFF2-40B4-BE49-F238E27FC236}">
                <a16:creationId xmlns:a16="http://schemas.microsoft.com/office/drawing/2014/main" id="{5D5D1909-6D24-84A8-3EAC-1882786202A9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D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F8BA0786-5A28-B7AD-9958-EC9EB91FA6C3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6AEDBD-8693-0BEE-4A4A-7F2D5DE5E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56671B-9A9D-085B-1D6C-49777DBD757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0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438275"/>
            <a:ext cx="5816600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5999" y="1438276"/>
            <a:ext cx="5818675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4" y="0"/>
            <a:ext cx="6005125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" name="Grid - green">
            <a:extLst>
              <a:ext uri="{FF2B5EF4-FFF2-40B4-BE49-F238E27FC236}">
                <a16:creationId xmlns:a16="http://schemas.microsoft.com/office/drawing/2014/main" id="{A5369962-7EA9-80F6-F699-6D0DE4C07EF1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626F37-E63E-10B6-D303-FA948D10A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6599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8622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72225" y="185737"/>
            <a:ext cx="5632450" cy="64849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41180" y="6474619"/>
            <a:ext cx="358369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358789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0" y="0"/>
            <a:ext cx="6002338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3" name="Grid - green">
            <a:extLst>
              <a:ext uri="{FF2B5EF4-FFF2-40B4-BE49-F238E27FC236}">
                <a16:creationId xmlns:a16="http://schemas.microsoft.com/office/drawing/2014/main" id="{05BF75E0-A427-C0B0-4525-2E35D6CCE6E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19F4AB5E-E829-B15C-73E8-1CE3DB7AFC28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14E4-676F-C93B-99CF-28C01107F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263" y="185737"/>
            <a:ext cx="5817412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461" y="1368000"/>
            <a:ext cx="5817413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6123" y="185737"/>
            <a:ext cx="5624127" cy="6484938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4313" y="6474619"/>
            <a:ext cx="360361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93383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ox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6" y="0"/>
            <a:ext cx="6005124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 green">
            <a:extLst>
              <a:ext uri="{FF2B5EF4-FFF2-40B4-BE49-F238E27FC236}">
                <a16:creationId xmlns:a16="http://schemas.microsoft.com/office/drawing/2014/main" id="{2DC3DDB4-A10B-CBD4-72FE-57433D5A497A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CCEB3-1D0B-669D-8181-0D3BF8615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9" y="185737"/>
            <a:ext cx="5816600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660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B2F7DF0-7CEA-D5D7-EE66-722C15338E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394450" y="317499"/>
            <a:ext cx="5607818" cy="335901"/>
          </a:xfrm>
        </p:spPr>
        <p:txBody>
          <a:bodyPr b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94449" y="831850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0B7F01-E700-66EC-81E4-B7DF2C2ABDA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 bwMode="white">
          <a:xfrm>
            <a:off x="6394450" y="3496323"/>
            <a:ext cx="5607818" cy="335901"/>
          </a:xfrm>
        </p:spPr>
        <p:txBody>
          <a:bodyPr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2FE8B0-AB22-0C4F-82D8-41548313399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white">
          <a:xfrm>
            <a:off x="6394446" y="4004258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6419" y="6474619"/>
            <a:ext cx="359818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825724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DA955002-5CC8-78D7-1221-1E18EE11328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0D0240-BC1C-E7A5-31DE-C88F22D656E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33930D-A458-B500-4F1A-8B28FBC71D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A03C6D-D961-5A25-CAC1-746F6F4413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62FEEF-B7E4-546E-1D4B-E245158BD8D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6252E9-7B31-5A10-F5A9-0941688F6B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4C055B-774F-5F78-24C2-3CA6D1EBB9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5F8DDC-94AB-5A81-A99B-11C7C0B4E2A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859BF7-A512-E240-79A7-BDBB5119165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7" name="Grid - freeform">
            <a:extLst>
              <a:ext uri="{FF2B5EF4-FFF2-40B4-BE49-F238E27FC236}">
                <a16:creationId xmlns:a16="http://schemas.microsoft.com/office/drawing/2014/main" id="{B444B149-BB8E-BFF1-390C-3977CB4209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2505F-FCED-3FF0-1A82-D58A1C31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8188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368000"/>
            <a:ext cx="5820058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641180" y="6474619"/>
            <a:ext cx="36115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85B930F-F28B-87EF-0702-70797890FA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39790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894361CA-03BC-4AB9-F896-1620741457C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4B05AD-274B-CE3F-FCA5-B5570D7E681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120558-9782-8DD5-5988-3938639647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4B5719-5EEA-3010-F877-72949F6385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36D86F-F069-8970-8128-DD7F743E709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D3B9B-79D8-38AA-80AE-518ACCD6D2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C34F95-49DA-6878-C556-32B4633B2D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77E6DC-9FB7-FB48-5B9E-74044B04FC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604CF77-8966-45D3-7D8E-9B77E4061EE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13" name="Grid - freeform">
            <a:extLst>
              <a:ext uri="{FF2B5EF4-FFF2-40B4-BE49-F238E27FC236}">
                <a16:creationId xmlns:a16="http://schemas.microsoft.com/office/drawing/2014/main" id="{CC31F8C7-5256-2C8F-D2FD-E4E589CA2B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3F4F7A62-D167-563D-A71E-F19BD0104C35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3FE55-2F3B-924D-F7C1-54AE6C0C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75" y="185737"/>
            <a:ext cx="5816600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88211" y="1368000"/>
            <a:ext cx="5816464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37168" y="6474619"/>
            <a:ext cx="359333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61F121D-AFB1-9F62-CADD-8DDB2A1EFC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02338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86269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gree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A01F3901-6933-C0F9-F1F1-575DDBA43E3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70BB3A-060E-6D64-70AE-DFF0DDA9AE9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15C3E2-14B9-6BA4-E0B7-7FE0A5F9AC3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6E8E85-6706-9DC3-B64D-DDB64F23EE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AC13CC2-230E-E906-D4B3-9B84DDBF8A3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8F982B-5380-83E6-09AE-D22727B788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25710A-9CAE-302F-1DFC-469C5C6B2A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A1EF90-A95A-2228-A38A-A8B1C841B4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C0D355-2F8D-7ED2-7CA0-AFBDDA87C92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91A2E7E4-6725-67D6-6B23-417C972DA2FA}"/>
              </a:ext>
            </a:extLst>
          </p:cNvPr>
          <p:cNvSpPr/>
          <p:nvPr userDrawn="1"/>
        </p:nvSpPr>
        <p:spPr>
          <a:xfrm>
            <a:off x="-1" y="0"/>
            <a:ext cx="6188076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Grid - green">
            <a:extLst>
              <a:ext uri="{FF2B5EF4-FFF2-40B4-BE49-F238E27FC236}">
                <a16:creationId xmlns:a16="http://schemas.microsoft.com/office/drawing/2014/main" id="{CF407EA9-CB88-C7C6-A244-A84C089EBCDD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Grid - freeform">
            <a:extLst>
              <a:ext uri="{FF2B5EF4-FFF2-40B4-BE49-F238E27FC236}">
                <a16:creationId xmlns:a16="http://schemas.microsoft.com/office/drawing/2014/main" id="{37130A60-DB98-97A9-DAD5-9A5734FBD7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5F37B766-92F3-3EFE-31BF-5F12C286ADA6}"/>
              </a:ext>
            </a:extLst>
          </p:cNvPr>
          <p:cNvSpPr/>
          <p:nvPr userDrawn="1"/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D0E069-EED7-E693-F207-863701AAC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85738" y="185737"/>
            <a:ext cx="5816600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5739" y="1368000"/>
            <a:ext cx="581847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5643563" y="6474619"/>
            <a:ext cx="358775" cy="196056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A7EE698A-8A94-9F7E-F96D-82FCA1FD4D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36676612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4FEED968-A754-189A-8AE5-FC39FF6D8F7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CBB990-C009-1F5A-28E2-D34B2F56AE9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A82F0-429A-9615-8C49-6C6036F262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4F163D-69E3-DAD6-2131-396C310A4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0F8A488-7D56-7A7B-5AE6-6815B96D847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FC36EB-6487-3E9E-031A-DD85AD53A0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15FEC9-36FD-73E4-991C-5AE50AE95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AE6CCE-0CCD-AC0C-A48A-2A280345FE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A97689-4FA2-8763-FE1D-55BE6E07B66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D86BC030-9960-8396-396A-19B6A5AF7B3F}"/>
              </a:ext>
            </a:extLst>
          </p:cNvPr>
          <p:cNvSpPr/>
          <p:nvPr userDrawn="1"/>
        </p:nvSpPr>
        <p:spPr>
          <a:xfrm>
            <a:off x="6002338" y="0"/>
            <a:ext cx="6190862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Grid - green">
            <a:extLst>
              <a:ext uri="{FF2B5EF4-FFF2-40B4-BE49-F238E27FC236}">
                <a16:creationId xmlns:a16="http://schemas.microsoft.com/office/drawing/2014/main" id="{BD3F9CF4-7EBF-26DA-F12D-4E39EAED76E6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25" name="Grid - freeform">
            <a:extLst>
              <a:ext uri="{FF2B5EF4-FFF2-40B4-BE49-F238E27FC236}">
                <a16:creationId xmlns:a16="http://schemas.microsoft.com/office/drawing/2014/main" id="{1AFD01C1-5A19-E8BB-3DCC-D61E7F712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72FF8C4E-1A61-40B5-B63E-B994E0B8491A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189665" y="1368000"/>
            <a:ext cx="5806838" cy="4568400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altLang="zh-HK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1637168" y="6474619"/>
            <a:ext cx="359333" cy="1960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1A66082-E3B9-D074-20E4-E15681F3C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88075" y="185737"/>
            <a:ext cx="5816601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61A4D560-E51A-F971-14BA-98A5E2748F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6002338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23133011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s">
            <a:extLst>
              <a:ext uri="{FF2B5EF4-FFF2-40B4-BE49-F238E27FC236}">
                <a16:creationId xmlns:a16="http://schemas.microsoft.com/office/drawing/2014/main" id="{0CA24D45-44EC-7074-5CDD-2AF3181146C9}"/>
              </a:ext>
            </a:extLst>
          </p:cNvPr>
          <p:cNvSpPr/>
          <p:nvPr userDrawn="1"/>
        </p:nvSpPr>
        <p:spPr bwMode="ltGray">
          <a:xfrm>
            <a:off x="0" y="-831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998615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C2954703-2753-4E2F-FCA3-D6D9F68EB7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AED2660-8C3E-1565-6D1F-B6BB26B00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CEED010C-A0AB-29BD-DDE2-C564BD9809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 bwMode="white">
          <a:xfrm>
            <a:off x="3000375" y="1666874"/>
            <a:ext cx="187501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 bwMode="white"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 bwMode="white"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 bwMode="white"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01F121-2588-6C55-1976-5CD7EC426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40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3000375" y="1666874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08027A-32AC-BB7B-076A-F55C04B124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1150" y="6557961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3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w.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id - freeform">
            <a:extLst>
              <a:ext uri="{FF2B5EF4-FFF2-40B4-BE49-F238E27FC236}">
                <a16:creationId xmlns:a16="http://schemas.microsoft.com/office/drawing/2014/main" id="{62DADB1D-DAF1-595A-485B-5D89409A1F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3776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12" name="Logo - freeform">
            <a:extLst>
              <a:ext uri="{FF2B5EF4-FFF2-40B4-BE49-F238E27FC236}">
                <a16:creationId xmlns:a16="http://schemas.microsoft.com/office/drawing/2014/main" id="{A365E6E5-85B4-B753-3B4A-DBA3D1964B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87324" y="1864444"/>
            <a:ext cx="1679576" cy="255624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Box - freeform">
            <a:extLst>
              <a:ext uri="{FF2B5EF4-FFF2-40B4-BE49-F238E27FC236}">
                <a16:creationId xmlns:a16="http://schemas.microsoft.com/office/drawing/2014/main" id="{46A047EA-0D8D-E5EF-15A9-F1F50B95E3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Box - freeform">
            <a:extLst>
              <a:ext uri="{FF2B5EF4-FFF2-40B4-BE49-F238E27FC236}">
                <a16:creationId xmlns:a16="http://schemas.microsoft.com/office/drawing/2014/main" id="{F7E660AB-E7AA-4765-1160-A22EA87D18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white"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Box - freeform">
            <a:extLst>
              <a:ext uri="{FF2B5EF4-FFF2-40B4-BE49-F238E27FC236}">
                <a16:creationId xmlns:a16="http://schemas.microsoft.com/office/drawing/2014/main" id="{70D9AD67-1F57-8BD7-EFC6-921EF12D96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white"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Box - freeform">
            <a:extLst>
              <a:ext uri="{FF2B5EF4-FFF2-40B4-BE49-F238E27FC236}">
                <a16:creationId xmlns:a16="http://schemas.microsoft.com/office/drawing/2014/main" id="{8EC693B7-118D-CC7D-6FCC-6D87AE57BB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white"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6B7474-D563-C122-12FA-0AE8A06D35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5D2BFA1-E72E-CB12-4D23-BD077C7A93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5693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0" y="1195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7" y="1627818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1986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ong green - no grid">
    <p:bg>
      <p:bgPr>
        <a:solidFill>
          <a:srgbClr val="123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8" y="1627818"/>
            <a:ext cx="7438146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53291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-1200" y="6016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6106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52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A7BFD65-08C9-1340-556F-7990CE9ABBFE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EA445E9E-B98F-C4E5-5966-49E72CD8BD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8787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852A952B-76EF-4C8C-8C7B-140D4588A85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86B312DF-9E04-8EC7-BF7D-380A73D1E276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B2D50B-F7A1-3E5D-5317-A3672D5A3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0130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</p:spTree>
    <p:extLst>
      <p:ext uri="{BB962C8B-B14F-4D97-AF65-F5344CB8AC3E}">
        <p14:creationId xmlns:p14="http://schemas.microsoft.com/office/powerpoint/2010/main" val="1516439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 - n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7AEE8EB-E9A4-4093-2252-3955D0CA1AC9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041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0"/>
            <a:ext cx="8996576" cy="2620964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400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180" y="0"/>
            <a:ext cx="8997756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40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uide">
            <a:extLst>
              <a:ext uri="{FF2B5EF4-FFF2-40B4-BE49-F238E27FC236}">
                <a16:creationId xmlns:a16="http://schemas.microsoft.com/office/drawing/2014/main" id="{6D6B2C76-67F7-58FC-D140-3C131A126DF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62CA790-1DBB-DA42-8FF9-48AD53446E9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F53BD6-003B-D4FC-4624-078B26A2EF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E13468-DA97-5B8D-6CF7-33DE06B42D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01F8357-A60E-13FA-79E6-1290D752016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54E54D-A37D-10A5-328F-012D1D0B22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49087-ED75-C9CE-5B37-B81A3C732A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AC9CAF-56DA-0FC2-B120-D99E822DE7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CD71379-BEAE-60BE-8789-7D9A107AEE4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3597"/>
            <a:ext cx="8996575" cy="2607098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2338" y="3335338"/>
            <a:ext cx="6189662" cy="1854198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4" name="Box - freeform">
            <a:extLst>
              <a:ext uri="{FF2B5EF4-FFF2-40B4-BE49-F238E27FC236}">
                <a16:creationId xmlns:a16="http://schemas.microsoft.com/office/drawing/2014/main" id="{5FD446A9-0016-B3A8-E22B-5426AD41DB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00750" y="3335338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ox - freeform">
            <a:extLst>
              <a:ext uri="{FF2B5EF4-FFF2-40B4-BE49-F238E27FC236}">
                <a16:creationId xmlns:a16="http://schemas.microsoft.com/office/drawing/2014/main" id="{13DF5A12-6558-454F-1F36-7FB6A3666F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00750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x - freeform">
            <a:extLst>
              <a:ext uri="{FF2B5EF4-FFF2-40B4-BE49-F238E27FC236}">
                <a16:creationId xmlns:a16="http://schemas.microsoft.com/office/drawing/2014/main" id="{C35F92E2-8B21-4110-68BE-EEFF35C30D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3335339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ox - freeform">
            <a:extLst>
              <a:ext uri="{FF2B5EF4-FFF2-40B4-BE49-F238E27FC236}">
                <a16:creationId xmlns:a16="http://schemas.microsoft.com/office/drawing/2014/main" id="{94EB1950-401F-E1E1-96BF-44E4607865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B1D7401D-5CCC-A4E0-F13F-50408C7B41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4707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1"/>
            <a:ext cx="8996575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309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-3597"/>
            <a:ext cx="8996575" cy="2607098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59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E29DD6F-3C9A-83C7-A43D-4B1D307F3C4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402DAB5-3B0C-1BE5-7506-FBE09B020E7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3EB90F-B453-6979-05B4-954151AF6F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26747-23FD-492D-6631-932376128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8AD5E1-7764-07F6-9734-CD98F8B0F58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8ECF42-7BD8-C807-31C2-27BFCDDB128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183B96-8712-A936-E6AA-11303606C4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843DED-E35E-CF26-648D-F6651EF0FD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FD4FCFA-68A1-4B32-34CB-EB3670C0C5A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200" y="0"/>
            <a:ext cx="8997775" cy="2603501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7"/>
            <a:r>
              <a:rPr lang="en-GB" dirty="0"/>
              <a:t>Click to add subtitle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BAB8B75-C663-7641-4486-474A396CF1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643587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1142E58-7393-F68B-7BE0-516A5528096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EAC2C7-807A-2E5F-50CE-2943BE94B6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4A843B-0FF1-5382-8E19-63E5959DC7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30FC6F-19FB-9CDA-4A61-BDE7AD690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438341-2CC6-F8B8-578C-0EFBA4BF56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0AFAEC-1715-B07F-FFEA-EC750818A5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77E08F-0E57-3332-70E0-389FDE443F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D36230-14BB-12EB-491B-64CAC5937A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5430F7-467A-3D2B-3504-31AC0D9B91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5" name="Grid - freeform">
            <a:extLst>
              <a:ext uri="{FF2B5EF4-FFF2-40B4-BE49-F238E27FC236}">
                <a16:creationId xmlns:a16="http://schemas.microsoft.com/office/drawing/2014/main" id="{2DDB9CE3-63AE-3A4C-9656-1872AEDC73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6" y="1666875"/>
            <a:ext cx="9004300" cy="1668463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case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2772C-AF9B-BD8D-22DF-FA5C83D3F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86113" y="3521075"/>
            <a:ext cx="8818562" cy="1668461"/>
          </a:xfrm>
        </p:spPr>
        <p:txBody>
          <a:bodyPr bIns="12600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135D2C-B193-5572-6AB3-1D385F4F4A0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85738" y="1854200"/>
            <a:ext cx="2316162" cy="1141987"/>
          </a:xfrm>
        </p:spPr>
        <p:txBody>
          <a:bodyPr tIns="0" bIns="2664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on image icon to add case logo</a:t>
            </a:r>
          </a:p>
        </p:txBody>
      </p:sp>
      <p:sp>
        <p:nvSpPr>
          <p:cNvPr id="49" name="Box - freeform">
            <a:extLst>
              <a:ext uri="{FF2B5EF4-FFF2-40B4-BE49-F238E27FC236}">
                <a16:creationId xmlns:a16="http://schemas.microsoft.com/office/drawing/2014/main" id="{E13C873E-830A-FF5E-480C-75F13506DF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Box - freeform">
            <a:extLst>
              <a:ext uri="{FF2B5EF4-FFF2-40B4-BE49-F238E27FC236}">
                <a16:creationId xmlns:a16="http://schemas.microsoft.com/office/drawing/2014/main" id="{F6740A49-54B9-F7A0-FF3F-FC7451721D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Box - freeform">
            <a:extLst>
              <a:ext uri="{FF2B5EF4-FFF2-40B4-BE49-F238E27FC236}">
                <a16:creationId xmlns:a16="http://schemas.microsoft.com/office/drawing/2014/main" id="{AF5686B3-4900-2E2A-7FEE-287D5E2D1D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Box - freeform">
            <a:extLst>
              <a:ext uri="{FF2B5EF4-FFF2-40B4-BE49-F238E27FC236}">
                <a16:creationId xmlns:a16="http://schemas.microsoft.com/office/drawing/2014/main" id="{1DA84705-83BF-97AC-4FD8-8F2510ECB9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 - freeform">
            <a:extLst>
              <a:ext uri="{FF2B5EF4-FFF2-40B4-BE49-F238E27FC236}">
                <a16:creationId xmlns:a16="http://schemas.microsoft.com/office/drawing/2014/main" id="{06C2DF0B-202F-8C0C-3F54-3CD4DFAF50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7324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9990C7-A6B6-3218-185C-2B3CB4E15DD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1" name="Picture Placeholder 7">
            <a:extLst>
              <a:ext uri="{FF2B5EF4-FFF2-40B4-BE49-F238E27FC236}">
                <a16:creationId xmlns:a16="http://schemas.microsoft.com/office/drawing/2014/main" id="{58BAAEBB-CB87-C7F1-0E96-B48C28895A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83761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04A3CA84-1BA5-C9F8-E2B7-D59689A69C8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1F7A90-8978-F336-7E62-572CEB197A0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20A59E-FCAF-A2FA-5B7B-6D5A4478F2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5B129C-8A99-02EE-9661-90141E5EB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C951252-A180-BF67-FE82-86DCEF65229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A7137-6DEE-3502-8939-0C9614F237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732975-93F5-C381-37F4-1572BE9F8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925F6F-7EA7-8D66-D0A0-B5280596A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B857EE3-B34F-876C-9439-5030C59A955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8" name="Grid - picture">
            <a:extLst>
              <a:ext uri="{FF2B5EF4-FFF2-40B4-BE49-F238E27FC236}">
                <a16:creationId xmlns:a16="http://schemas.microsoft.com/office/drawing/2014/main" id="{0E7FCCDA-1820-AC61-B837-6658D1BE0A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4498974" cy="6858000"/>
          </a:xfrm>
          <a:custGeom>
            <a:avLst/>
            <a:gdLst>
              <a:gd name="connsiteX0" fmla="*/ 183018 w 4498974"/>
              <a:gd name="connsiteY0" fmla="*/ 0 h 6858000"/>
              <a:gd name="connsiteX1" fmla="*/ 190218 w 4498974"/>
              <a:gd name="connsiteY1" fmla="*/ 0 h 6858000"/>
              <a:gd name="connsiteX2" fmla="*/ 190218 w 4498974"/>
              <a:gd name="connsiteY2" fmla="*/ 183019 h 6858000"/>
              <a:gd name="connsiteX3" fmla="*/ 4498974 w 4498974"/>
              <a:gd name="connsiteY3" fmla="*/ 183019 h 6858000"/>
              <a:gd name="connsiteX4" fmla="*/ 4498974 w 4498974"/>
              <a:gd name="connsiteY4" fmla="*/ 190219 h 6858000"/>
              <a:gd name="connsiteX5" fmla="*/ 190218 w 4498974"/>
              <a:gd name="connsiteY5" fmla="*/ 190219 h 6858000"/>
              <a:gd name="connsiteX6" fmla="*/ 190218 w 4498974"/>
              <a:gd name="connsiteY6" fmla="*/ 6667781 h 6858000"/>
              <a:gd name="connsiteX7" fmla="*/ 4498974 w 4498974"/>
              <a:gd name="connsiteY7" fmla="*/ 6667781 h 6858000"/>
              <a:gd name="connsiteX8" fmla="*/ 4498974 w 4498974"/>
              <a:gd name="connsiteY8" fmla="*/ 6674981 h 6858000"/>
              <a:gd name="connsiteX9" fmla="*/ 190218 w 4498974"/>
              <a:gd name="connsiteY9" fmla="*/ 6674981 h 6858000"/>
              <a:gd name="connsiteX10" fmla="*/ 190218 w 4498974"/>
              <a:gd name="connsiteY10" fmla="*/ 6858000 h 6858000"/>
              <a:gd name="connsiteX11" fmla="*/ 183018 w 4498974"/>
              <a:gd name="connsiteY11" fmla="*/ 6858000 h 6858000"/>
              <a:gd name="connsiteX12" fmla="*/ 183018 w 4498974"/>
              <a:gd name="connsiteY12" fmla="*/ 6674981 h 6858000"/>
              <a:gd name="connsiteX13" fmla="*/ 0 w 4498974"/>
              <a:gd name="connsiteY13" fmla="*/ 6674981 h 6858000"/>
              <a:gd name="connsiteX14" fmla="*/ 0 w 4498974"/>
              <a:gd name="connsiteY14" fmla="*/ 6667781 h 6858000"/>
              <a:gd name="connsiteX15" fmla="*/ 183018 w 4498974"/>
              <a:gd name="connsiteY15" fmla="*/ 6667781 h 6858000"/>
              <a:gd name="connsiteX16" fmla="*/ 183018 w 4498974"/>
              <a:gd name="connsiteY16" fmla="*/ 190219 h 6858000"/>
              <a:gd name="connsiteX17" fmla="*/ 0 w 4498974"/>
              <a:gd name="connsiteY17" fmla="*/ 190219 h 6858000"/>
              <a:gd name="connsiteX18" fmla="*/ 0 w 4498974"/>
              <a:gd name="connsiteY18" fmla="*/ 183019 h 6858000"/>
              <a:gd name="connsiteX19" fmla="*/ 183018 w 4498974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98974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4498974" y="183019"/>
                </a:lnTo>
                <a:lnTo>
                  <a:pt x="4498974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4498974" y="6667781"/>
                </a:lnTo>
                <a:lnTo>
                  <a:pt x="4498974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A50615D6-0A3E-B10F-FB0D-DE6A1159C7EE}"/>
              </a:ext>
            </a:extLst>
          </p:cNvPr>
          <p:cNvSpPr/>
          <p:nvPr userDrawn="1"/>
        </p:nvSpPr>
        <p:spPr>
          <a:xfrm>
            <a:off x="4684712" y="6553953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9C18C5-C86E-FADA-D411-2FABFD8B6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712" y="185737"/>
            <a:ext cx="7319963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22C190-2DCB-D260-7EEA-9F975E6DB595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85738" y="4952999"/>
            <a:ext cx="3001962" cy="1717675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“Add statement about effects for business, society or customers”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6300" y="1440000"/>
            <a:ext cx="3564000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39150" y="1440000"/>
            <a:ext cx="3565525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8C8B7966-A6D0-CD9C-64D3-C52B2040FA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49897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79408F-6183-C914-F0E6-2BEA16F53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s">
            <a:extLst>
              <a:ext uri="{FF2B5EF4-FFF2-40B4-BE49-F238E27FC236}">
                <a16:creationId xmlns:a16="http://schemas.microsoft.com/office/drawing/2014/main" id="{3736B150-1203-331B-40BE-FF1D661B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">
            <a:extLst>
              <a:ext uri="{FF2B5EF4-FFF2-40B4-BE49-F238E27FC236}">
                <a16:creationId xmlns:a16="http://schemas.microsoft.com/office/drawing/2014/main" id="{266659E1-20C2-AFA5-20C1-CDFF6B0F811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rgbClr val="141E1E"/>
              </a:solidFill>
            </a:endParaRP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9877389C-CEA5-2411-D7FA-7A9562C1D022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AAC2477E-E0CD-66B3-67D0-3D395A2C026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6" name="Grid">
            <a:extLst>
              <a:ext uri="{FF2B5EF4-FFF2-40B4-BE49-F238E27FC236}">
                <a16:creationId xmlns:a16="http://schemas.microsoft.com/office/drawing/2014/main" id="{9CDF1C58-E1F8-E935-1E42-00832DA8776B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8ACB7881-CB6C-5120-BF17-2D436E554B59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01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53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Grid - freeform">
            <a:extLst>
              <a:ext uri="{FF2B5EF4-FFF2-40B4-BE49-F238E27FC236}">
                <a16:creationId xmlns:a16="http://schemas.microsoft.com/office/drawing/2014/main" id="{648DDE02-0128-A751-ACA6-C734FB2BD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795"/>
            <a:ext cx="12192000" cy="6858000"/>
          </a:xfrm>
          <a:custGeom>
            <a:avLst/>
            <a:gdLst>
              <a:gd name="connsiteX0" fmla="*/ 189620 w 12192000"/>
              <a:gd name="connsiteY0" fmla="*/ 190219 h 6858000"/>
              <a:gd name="connsiteX1" fmla="*/ 189620 w 12192000"/>
              <a:gd name="connsiteY1" fmla="*/ 6667781 h 6858000"/>
              <a:gd name="connsiteX2" fmla="*/ 12001239 w 12192000"/>
              <a:gd name="connsiteY2" fmla="*/ 6667781 h 6858000"/>
              <a:gd name="connsiteX3" fmla="*/ 12001239 w 12192000"/>
              <a:gd name="connsiteY3" fmla="*/ 190219 h 6858000"/>
              <a:gd name="connsiteX4" fmla="*/ 182420 w 12192000"/>
              <a:gd name="connsiteY4" fmla="*/ 0 h 6858000"/>
              <a:gd name="connsiteX5" fmla="*/ 189620 w 12192000"/>
              <a:gd name="connsiteY5" fmla="*/ 0 h 6858000"/>
              <a:gd name="connsiteX6" fmla="*/ 189620 w 12192000"/>
              <a:gd name="connsiteY6" fmla="*/ 183019 h 6858000"/>
              <a:gd name="connsiteX7" fmla="*/ 12001239 w 12192000"/>
              <a:gd name="connsiteY7" fmla="*/ 183019 h 6858000"/>
              <a:gd name="connsiteX8" fmla="*/ 12001239 w 12192000"/>
              <a:gd name="connsiteY8" fmla="*/ 0 h 6858000"/>
              <a:gd name="connsiteX9" fmla="*/ 12008439 w 12192000"/>
              <a:gd name="connsiteY9" fmla="*/ 0 h 6858000"/>
              <a:gd name="connsiteX10" fmla="*/ 12008439 w 12192000"/>
              <a:gd name="connsiteY10" fmla="*/ 183019 h 6858000"/>
              <a:gd name="connsiteX11" fmla="*/ 12192000 w 12192000"/>
              <a:gd name="connsiteY11" fmla="*/ 183019 h 6858000"/>
              <a:gd name="connsiteX12" fmla="*/ 12192000 w 12192000"/>
              <a:gd name="connsiteY12" fmla="*/ 190219 h 6858000"/>
              <a:gd name="connsiteX13" fmla="*/ 12008439 w 12192000"/>
              <a:gd name="connsiteY13" fmla="*/ 190219 h 6858000"/>
              <a:gd name="connsiteX14" fmla="*/ 12008439 w 12192000"/>
              <a:gd name="connsiteY14" fmla="*/ 6667781 h 6858000"/>
              <a:gd name="connsiteX15" fmla="*/ 12192000 w 12192000"/>
              <a:gd name="connsiteY15" fmla="*/ 6667781 h 6858000"/>
              <a:gd name="connsiteX16" fmla="*/ 12192000 w 12192000"/>
              <a:gd name="connsiteY16" fmla="*/ 6674981 h 6858000"/>
              <a:gd name="connsiteX17" fmla="*/ 12008439 w 12192000"/>
              <a:gd name="connsiteY17" fmla="*/ 6674981 h 6858000"/>
              <a:gd name="connsiteX18" fmla="*/ 12008439 w 12192000"/>
              <a:gd name="connsiteY18" fmla="*/ 6858000 h 6858000"/>
              <a:gd name="connsiteX19" fmla="*/ 12001239 w 12192000"/>
              <a:gd name="connsiteY19" fmla="*/ 6858000 h 6858000"/>
              <a:gd name="connsiteX20" fmla="*/ 12001239 w 12192000"/>
              <a:gd name="connsiteY20" fmla="*/ 6674981 h 6858000"/>
              <a:gd name="connsiteX21" fmla="*/ 189620 w 12192000"/>
              <a:gd name="connsiteY21" fmla="*/ 6674981 h 6858000"/>
              <a:gd name="connsiteX22" fmla="*/ 189620 w 12192000"/>
              <a:gd name="connsiteY22" fmla="*/ 6858000 h 6858000"/>
              <a:gd name="connsiteX23" fmla="*/ 182420 w 12192000"/>
              <a:gd name="connsiteY23" fmla="*/ 6858000 h 6858000"/>
              <a:gd name="connsiteX24" fmla="*/ 182420 w 12192000"/>
              <a:gd name="connsiteY24" fmla="*/ 6674981 h 6858000"/>
              <a:gd name="connsiteX25" fmla="*/ 0 w 12192000"/>
              <a:gd name="connsiteY25" fmla="*/ 6674981 h 6858000"/>
              <a:gd name="connsiteX26" fmla="*/ 0 w 12192000"/>
              <a:gd name="connsiteY26" fmla="*/ 6667781 h 6858000"/>
              <a:gd name="connsiteX27" fmla="*/ 182420 w 12192000"/>
              <a:gd name="connsiteY27" fmla="*/ 6667781 h 6858000"/>
              <a:gd name="connsiteX28" fmla="*/ 182420 w 12192000"/>
              <a:gd name="connsiteY28" fmla="*/ 190219 h 6858000"/>
              <a:gd name="connsiteX29" fmla="*/ 0 w 12192000"/>
              <a:gd name="connsiteY29" fmla="*/ 190219 h 6858000"/>
              <a:gd name="connsiteX30" fmla="*/ 0 w 12192000"/>
              <a:gd name="connsiteY30" fmla="*/ 183019 h 6858000"/>
              <a:gd name="connsiteX31" fmla="*/ 182420 w 12192000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6858000">
                <a:moveTo>
                  <a:pt x="189620" y="190219"/>
                </a:moveTo>
                <a:lnTo>
                  <a:pt x="189620" y="6667781"/>
                </a:lnTo>
                <a:lnTo>
                  <a:pt x="12001239" y="6667781"/>
                </a:lnTo>
                <a:lnTo>
                  <a:pt x="12001239" y="190219"/>
                </a:lnTo>
                <a:close/>
                <a:moveTo>
                  <a:pt x="182420" y="0"/>
                </a:moveTo>
                <a:lnTo>
                  <a:pt x="189620" y="0"/>
                </a:lnTo>
                <a:lnTo>
                  <a:pt x="189620" y="183019"/>
                </a:lnTo>
                <a:lnTo>
                  <a:pt x="12001239" y="183019"/>
                </a:lnTo>
                <a:lnTo>
                  <a:pt x="12001239" y="0"/>
                </a:lnTo>
                <a:lnTo>
                  <a:pt x="12008439" y="0"/>
                </a:lnTo>
                <a:lnTo>
                  <a:pt x="12008439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439" y="190219"/>
                </a:lnTo>
                <a:lnTo>
                  <a:pt x="12008439" y="6667781"/>
                </a:lnTo>
                <a:lnTo>
                  <a:pt x="12192000" y="6667781"/>
                </a:lnTo>
                <a:lnTo>
                  <a:pt x="12192000" y="6674981"/>
                </a:lnTo>
                <a:lnTo>
                  <a:pt x="12008439" y="6674981"/>
                </a:lnTo>
                <a:lnTo>
                  <a:pt x="12008439" y="6858000"/>
                </a:lnTo>
                <a:lnTo>
                  <a:pt x="12001239" y="6858000"/>
                </a:lnTo>
                <a:lnTo>
                  <a:pt x="12001239" y="6674981"/>
                </a:lnTo>
                <a:lnTo>
                  <a:pt x="189620" y="6674981"/>
                </a:lnTo>
                <a:lnTo>
                  <a:pt x="189620" y="6858000"/>
                </a:lnTo>
                <a:lnTo>
                  <a:pt x="182420" y="6858000"/>
                </a:lnTo>
                <a:lnTo>
                  <a:pt x="182420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2420" y="6667781"/>
                </a:lnTo>
                <a:lnTo>
                  <a:pt x="182420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2420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Logo - freeform">
            <a:extLst>
              <a:ext uri="{FF2B5EF4-FFF2-40B4-BE49-F238E27FC236}">
                <a16:creationId xmlns:a16="http://schemas.microsoft.com/office/drawing/2014/main" id="{58073AFA-7EFF-0E30-CB85-EF3C4A969E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5600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6DC702E-4EA8-54A2-442D-E89A7EB8A0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36605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AB5F4716-69BA-88BE-89EF-5D95180AF85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6" name="Grid">
            <a:extLst>
              <a:ext uri="{FF2B5EF4-FFF2-40B4-BE49-F238E27FC236}">
                <a16:creationId xmlns:a16="http://schemas.microsoft.com/office/drawing/2014/main" id="{E40A9A85-8338-90A7-E9C9-5E48397313C8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 - no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758C21B-8E3D-3DE6-27D0-4B46F4FAF3BC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5783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B4836A24-C01B-015A-56EC-184EF7FB2873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3413B674-7FD1-38F4-C1B3-F84A0836E4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3pPr>
            <a:lvl4pPr>
              <a:defRPr sz="6600" b="0">
                <a:solidFill>
                  <a:schemeClr val="tx1"/>
                </a:solidFill>
              </a:defRPr>
            </a:lvl4pPr>
            <a:lvl5pPr>
              <a:defRPr sz="66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6pPr>
            <a:lvl7pPr>
              <a:defRPr sz="6600" b="0">
                <a:solidFill>
                  <a:schemeClr val="tx1"/>
                </a:solidFill>
              </a:defRPr>
            </a:lvl7pPr>
            <a:lvl8pPr>
              <a:defRPr sz="6600" b="0">
                <a:solidFill>
                  <a:schemeClr val="tx1"/>
                </a:solidFill>
              </a:defRPr>
            </a:lvl8pPr>
            <a:lvl9pPr>
              <a:defRPr sz="6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6623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0" hidden="1">
            <a:extLst>
              <a:ext uri="{FF2B5EF4-FFF2-40B4-BE49-F238E27FC236}">
                <a16:creationId xmlns:a16="http://schemas.microsoft.com/office/drawing/2014/main" id="{92D33812-781A-416C-64C5-2E9BDBBA5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3402151" y="1859681"/>
            <a:ext cx="5600562" cy="852381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Web">
            <a:extLst>
              <a:ext uri="{FF2B5EF4-FFF2-40B4-BE49-F238E27FC236}">
                <a16:creationId xmlns:a16="http://schemas.microsoft.com/office/drawing/2014/main" id="{559B566B-FF51-B6E9-46D9-4F51291708A7}"/>
              </a:ext>
            </a:extLst>
          </p:cNvPr>
          <p:cNvSpPr txBox="1"/>
          <p:nvPr userDrawn="1"/>
        </p:nvSpPr>
        <p:spPr bwMode="white">
          <a:xfrm>
            <a:off x="3375025" y="4871040"/>
            <a:ext cx="2627313" cy="1692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1100" dirty="0">
                <a:solidFill>
                  <a:schemeClr val="tx1"/>
                </a:solidFill>
              </a:rPr>
              <a:t>Netcompany.com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BC7154-1016-99A8-C0CF-7C4527AB66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3375025" y="3335338"/>
            <a:ext cx="2625725" cy="1174127"/>
          </a:xfrm>
        </p:spPr>
        <p:txBody>
          <a:bodyPr lIns="72000" tIns="144000" bIns="0"/>
          <a:lstStyle>
            <a:lvl1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contact info</a:t>
            </a:r>
            <a:br>
              <a:rPr lang="en-GB" dirty="0"/>
            </a:br>
            <a:r>
              <a:rPr lang="en-GB" dirty="0"/>
              <a:t>Name</a:t>
            </a:r>
            <a:br>
              <a:rPr lang="en-GB" dirty="0"/>
            </a:br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Email</a:t>
            </a:r>
            <a:br>
              <a:rPr lang="en-GB" dirty="0"/>
            </a:br>
            <a:r>
              <a:rPr lang="en-GB" dirty="0"/>
              <a:t>Phone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93690-B712-79F0-15AE-DD3CAD0A960E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1200768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">
            <a:extLst>
              <a:ext uri="{FF2B5EF4-FFF2-40B4-BE49-F238E27FC236}">
                <a16:creationId xmlns:a16="http://schemas.microsoft.com/office/drawing/2014/main" id="{785B307A-AB45-058D-4FCF-F6CA8E8CC324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185737"/>
            <a:ext cx="11818937" cy="947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8" y="1438275"/>
            <a:ext cx="11818937" cy="4562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 level 1 Coral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Body</a:t>
            </a:r>
          </a:p>
          <a:p>
            <a:pPr lvl="4"/>
            <a:r>
              <a:rPr lang="en-GB" noProof="0" dirty="0"/>
              <a:t>Level 5, Header</a:t>
            </a:r>
          </a:p>
          <a:p>
            <a:pPr lvl="5"/>
            <a:r>
              <a:rPr lang="en-GB" noProof="0" dirty="0"/>
              <a:t>Level 6, Body</a:t>
            </a:r>
          </a:p>
          <a:p>
            <a:pPr lvl="6"/>
            <a:r>
              <a:rPr lang="en-GB" noProof="0" dirty="0"/>
              <a:t>Level 7, Small Text</a:t>
            </a:r>
          </a:p>
          <a:p>
            <a:pPr lvl="7"/>
            <a:r>
              <a:rPr lang="en-GB" noProof="0" dirty="0"/>
              <a:t>Level 8, Headline</a:t>
            </a:r>
          </a:p>
          <a:p>
            <a:pPr lvl="8"/>
            <a:r>
              <a:rPr lang="en-GB" noProof="0" dirty="0"/>
              <a:t>Level 9, Headline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4" y="6474619"/>
            <a:ext cx="360360" cy="196056"/>
          </a:xfrm>
          <a:prstGeom prst="rect">
            <a:avLst/>
          </a:prstGeom>
        </p:spPr>
        <p:txBody>
          <a:bodyPr vert="horz" lIns="0" tIns="252000" rIns="0" bIns="0" rtlCol="0" anchor="b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AB2BF0-A651-AD5C-42CC-145B1AD52D70}"/>
              </a:ext>
            </a:extLst>
          </p:cNvPr>
          <p:cNvSpPr/>
          <p:nvPr userDrawn="1"/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32" r:id="rId2"/>
    <p:sldLayoutId id="2147483821" r:id="rId3"/>
    <p:sldLayoutId id="2147483755" r:id="rId4"/>
    <p:sldLayoutId id="2147483798" r:id="rId5"/>
    <p:sldLayoutId id="2147483799" r:id="rId6"/>
    <p:sldLayoutId id="2147483801" r:id="rId7"/>
    <p:sldLayoutId id="2147483757" r:id="rId8"/>
    <p:sldLayoutId id="2147483800" r:id="rId9"/>
    <p:sldLayoutId id="2147483822" r:id="rId10"/>
    <p:sldLayoutId id="2147483823" r:id="rId11"/>
    <p:sldLayoutId id="2147483794" r:id="rId12"/>
    <p:sldLayoutId id="2147483795" r:id="rId13"/>
    <p:sldLayoutId id="2147483828" r:id="rId14"/>
    <p:sldLayoutId id="2147483809" r:id="rId15"/>
    <p:sldLayoutId id="2147483824" r:id="rId16"/>
    <p:sldLayoutId id="2147483808" r:id="rId17"/>
    <p:sldLayoutId id="2147483812" r:id="rId18"/>
    <p:sldLayoutId id="2147483813" r:id="rId19"/>
    <p:sldLayoutId id="2147483830" r:id="rId20"/>
    <p:sldLayoutId id="2147483803" r:id="rId21"/>
    <p:sldLayoutId id="2147483802" r:id="rId22"/>
    <p:sldLayoutId id="2147483826" r:id="rId23"/>
    <p:sldLayoutId id="2147483807" r:id="rId24"/>
    <p:sldLayoutId id="2147483806" r:id="rId25"/>
    <p:sldLayoutId id="2147483827" r:id="rId26"/>
    <p:sldLayoutId id="2147483831" r:id="rId27"/>
    <p:sldLayoutId id="2147483772" r:id="rId28"/>
    <p:sldLayoutId id="2147483743" r:id="rId29"/>
    <p:sldLayoutId id="2147483744" r:id="rId30"/>
    <p:sldLayoutId id="2147483815" r:id="rId31"/>
    <p:sldLayoutId id="2147483816" r:id="rId32"/>
    <p:sldLayoutId id="2147483817" r:id="rId33"/>
    <p:sldLayoutId id="2147483765" r:id="rId34"/>
    <p:sldLayoutId id="2147483829" r:id="rId35"/>
    <p:sldLayoutId id="2147483814" r:id="rId36"/>
    <p:sldLayoutId id="2147483818" r:id="rId37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3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5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2200" b="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2200" b="1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kern="120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4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3300" kern="1200" spc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400" kern="1200" spc="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7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orient="horz" pos="117" userDrawn="1">
          <p15:clr>
            <a:srgbClr val="A4A3A4"/>
          </p15:clr>
        </p15:guide>
        <p15:guide id="4" orient="horz" pos="4202" userDrawn="1">
          <p15:clr>
            <a:srgbClr val="A4A3A4"/>
          </p15:clr>
        </p15:guide>
        <p15:guide id="5" pos="2008" userDrawn="1">
          <p15:clr>
            <a:srgbClr val="A4A3A4"/>
          </p15:clr>
        </p15:guide>
        <p15:guide id="6" pos="3781" userDrawn="1">
          <p15:clr>
            <a:srgbClr val="A4A3A4"/>
          </p15:clr>
        </p15:guide>
        <p15:guide id="7" pos="3898" userDrawn="1">
          <p15:clr>
            <a:srgbClr val="A4A3A4"/>
          </p15:clr>
        </p15:guide>
        <p15:guide id="8" pos="5671" userDrawn="1">
          <p15:clr>
            <a:srgbClr val="A4A3A4"/>
          </p15:clr>
        </p15:guide>
        <p15:guide id="9" pos="5789" userDrawn="1">
          <p15:clr>
            <a:srgbClr val="A4A3A4"/>
          </p15:clr>
        </p15:guide>
        <p15:guide id="10" pos="756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10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583BC1-11AB-F347-57F1-9247C47F4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000531-C148-22AE-45FA-C7FB04DCA2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0A3AF0-C07B-2D08-5786-1B15A5294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9B366D-1157-B4A1-D399-F7F82D280F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4190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EBBEB-B3C4-5E66-74FE-68AAF2B937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431AE-2BAD-E5EF-45E2-0BBB55DECA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5310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5A2B7-EBC1-30FC-459C-919C64BD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999DD-304B-47DB-D3FC-C86E2C6822A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1458-F027-6EC3-9873-B8637674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3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9705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58194-9CE3-7CC1-A519-C09A6671CB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80526366"/>
      </p:ext>
    </p:extLst>
  </p:cSld>
  <p:clrMapOvr>
    <a:masterClrMapping/>
  </p:clrMapOvr>
</p:sld>
</file>

<file path=ppt/theme/theme1.xml><?xml version="1.0" encoding="utf-8"?>
<a:theme xmlns:a="http://schemas.openxmlformats.org/drawingml/2006/main" name="Netcompany">
  <a:themeElements>
    <a:clrScheme name="Netcompany">
      <a:dk1>
        <a:srgbClr val="141E1E"/>
      </a:dk1>
      <a:lt1>
        <a:sysClr val="window" lastClr="FFFFFF"/>
      </a:lt1>
      <a:dk2>
        <a:srgbClr val="000000"/>
      </a:dk2>
      <a:lt2>
        <a:srgbClr val="D0D7D7"/>
      </a:lt2>
      <a:accent1>
        <a:srgbClr val="123836"/>
      </a:accent1>
      <a:accent2>
        <a:srgbClr val="718886"/>
      </a:accent2>
      <a:accent3>
        <a:srgbClr val="73AA87"/>
      </a:accent3>
      <a:accent4>
        <a:srgbClr val="D0D7D7"/>
      </a:accent4>
      <a:accent5>
        <a:srgbClr val="FF6359"/>
      </a:accent5>
      <a:accent6>
        <a:srgbClr val="FFD282"/>
      </a:accent6>
      <a:hlink>
        <a:srgbClr val="FF6359"/>
      </a:hlink>
      <a:folHlink>
        <a:srgbClr val="FFB1AC"/>
      </a:folHlink>
    </a:clrScheme>
    <a:fontScheme name="Custom 3">
      <a:majorFont>
        <a:latin typeface="Netcompany-Offc"/>
        <a:ea typeface="DengXian"/>
        <a:cs typeface=""/>
      </a:majorFont>
      <a:minorFont>
        <a:latin typeface="Netcompany-Offc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noProof="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Blue">
      <a:srgbClr val="0082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Blue 50%">
      <a:srgbClr val="6ECC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">
      <a:srgbClr val="A0A0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 50%">
      <a:srgbClr val="C2C8FF"/>
    </a:custClr>
  </a:custClrLst>
  <a:extLst>
    <a:ext uri="{05A4C25C-085E-4340-85A3-A5531E510DB2}">
      <thm15:themeFamily xmlns:thm15="http://schemas.microsoft.com/office/thememl/2012/main" name="Netcompany Powerpoint Template" id="{466499A1-3F54-49C3-92BC-E16C21CDB533}" vid="{770C8E34-6514-444F-B5BF-E00410FF75A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TemplateConfiguration><![CDATA[{"slideVersion":1,"isValidatorEnabled":false,"isLocked":false,"elementsMetadata":[],"slideId":"896880363014979586","enableDocumentContentUpdater":false,"version":"2.0"}]]></TemplafySlideTemplateConfiguration>
</file>

<file path=customXml/item2.xml><?xml version="1.0" encoding="utf-8"?>
<TemplafySlideTemplateConfiguration><![CDATA[{"slideVersion":1,"isValidatorEnabled":false,"isLocked":false,"elementsMetadata":[],"slideId":"896880363014979587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90523451A5B42A62F3FEF0EAF9ED3" ma:contentTypeVersion="15" ma:contentTypeDescription="Create a new document." ma:contentTypeScope="" ma:versionID="e267c9baf285ae5e166cf3ecbdd052f0">
  <xsd:schema xmlns:xsd="http://www.w3.org/2001/XMLSchema" xmlns:xs="http://www.w3.org/2001/XMLSchema" xmlns:p="http://schemas.microsoft.com/office/2006/metadata/properties" xmlns:ns2="1f88e692-e867-4d92-ab0a-a3ab2601f354" xmlns:ns3="20f94ec3-e9d0-4dc7-9a84-97b6b322ffba" targetNamespace="http://schemas.microsoft.com/office/2006/metadata/properties" ma:root="true" ma:fieldsID="99202bb9c313033654e3e1f621830458" ns2:_="" ns3:_="">
    <xsd:import namespace="1f88e692-e867-4d92-ab0a-a3ab2601f354"/>
    <xsd:import namespace="20f94ec3-e9d0-4dc7-9a84-97b6b322f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88e692-e867-4d92-ab0a-a3ab2601f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837251-29ea-4b68-89a9-9f41a84048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f94ec3-e9d0-4dc7-9a84-97b6b322ffb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8437d8b-4e29-4267-84e3-3e6fd8806f61}" ma:internalName="TaxCatchAll" ma:showField="CatchAllData" ma:web="20f94ec3-e9d0-4dc7-9a84-97b6b322ff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TemplateConfiguration><![CDATA[{"slideVersion":1,"isValidatorEnabled":false,"isLocked":false,"elementsMetadata":[],"slideId":"896880363014979584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FormConfiguration><![CDATA[{"formFields":[],"formDataEntries":[]}]]></TemplafyFormConfiguration>
</file>

<file path=customXml/item9.xml><?xml version="1.0" encoding="utf-8"?>
<TemplafySlideTemplateConfiguration><![CDATA[{"slideVersion":1,"isValidatorEnabled":false,"isLocked":false,"elementsMetadata":[],"slideId":"896880363014979585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TemplateConfiguration><![CDATA[{"elementsMetadata":[],"transformationConfigurations":[],"templateName":"Netcompany Powerpoint Template","templateDescription":"","enableDocumentContentUpdater":false,"version":"2.0"}]]></Templafy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f94ec3-e9d0-4dc7-9a84-97b6b322ffba" xsi:nil="true"/>
    <lcf76f155ced4ddcb4097134ff3c332f xmlns="1f88e692-e867-4d92-ab0a-a3ab2601f3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C99524-8D91-4629-9AC0-C9E864B5C468}">
  <ds:schemaRefs/>
</ds:datastoreItem>
</file>

<file path=customXml/itemProps2.xml><?xml version="1.0" encoding="utf-8"?>
<ds:datastoreItem xmlns:ds="http://schemas.openxmlformats.org/officeDocument/2006/customXml" ds:itemID="{904F0CE3-1B4B-4CD6-90F5-5D5E92126EAB}">
  <ds:schemaRefs/>
</ds:datastoreItem>
</file>

<file path=customXml/itemProps3.xml><?xml version="1.0" encoding="utf-8"?>
<ds:datastoreItem xmlns:ds="http://schemas.openxmlformats.org/officeDocument/2006/customXml" ds:itemID="{487F8D79-EA86-4370-AAD2-042794F2E0C0}">
  <ds:schemaRefs/>
</ds:datastoreItem>
</file>

<file path=customXml/itemProps4.xml><?xml version="1.0" encoding="utf-8"?>
<ds:datastoreItem xmlns:ds="http://schemas.openxmlformats.org/officeDocument/2006/customXml" ds:itemID="{9266AD56-CE8F-48F1-BAC9-749EC3402AD0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8BFB36A7-85A6-44F8-9741-88038F7177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88e692-e867-4d92-ab0a-a3ab2601f354"/>
    <ds:schemaRef ds:uri="20f94ec3-e9d0-4dc7-9a84-97b6b322ff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089129AE-904F-4575-8561-603CB46EEB0D}">
  <ds:schemaRefs/>
</ds:datastoreItem>
</file>

<file path=customXml/itemProps7.xml><?xml version="1.0" encoding="utf-8"?>
<ds:datastoreItem xmlns:ds="http://schemas.openxmlformats.org/officeDocument/2006/customXml" ds:itemID="{1D282B04-BEE2-4573-91A1-BC45CE962BAB}">
  <ds:schemaRefs/>
</ds:datastoreItem>
</file>

<file path=customXml/itemProps8.xml><?xml version="1.0" encoding="utf-8"?>
<ds:datastoreItem xmlns:ds="http://schemas.openxmlformats.org/officeDocument/2006/customXml" ds:itemID="{BCBBE012-9897-4302-846E-08346C3B7BE3}">
  <ds:schemaRefs/>
</ds:datastoreItem>
</file>

<file path=customXml/itemProps9.xml><?xml version="1.0" encoding="utf-8"?>
<ds:datastoreItem xmlns:ds="http://schemas.openxmlformats.org/officeDocument/2006/customXml" ds:itemID="{1ADFE48A-2456-448D-8B98-177A15629974}">
  <ds:schemaRefs/>
</ds:datastoreItem>
</file>

<file path=customXml/itemProps10.xml><?xml version="1.0" encoding="utf-8"?>
<ds:datastoreItem xmlns:ds="http://schemas.openxmlformats.org/officeDocument/2006/customXml" ds:itemID="{4B94C7E9-2940-4F92-A6E8-691B1FE5DE27}">
  <ds:schemaRefs/>
</ds:datastoreItem>
</file>

<file path=customXml/itemProps11.xml><?xml version="1.0" encoding="utf-8"?>
<ds:datastoreItem xmlns:ds="http://schemas.openxmlformats.org/officeDocument/2006/customXml" ds:itemID="{868059ED-AF61-4C7E-BF3B-7E3DC27FF399}">
  <ds:schemaRefs/>
</ds:datastoreItem>
</file>

<file path=customXml/itemProps12.xml><?xml version="1.0" encoding="utf-8"?>
<ds:datastoreItem xmlns:ds="http://schemas.openxmlformats.org/officeDocument/2006/customXml" ds:itemID="{2C10236C-3B93-402E-B6B1-857DEB497767}">
  <ds:schemaRefs/>
</ds:datastoreItem>
</file>

<file path=customXml/itemProps13.xml><?xml version="1.0" encoding="utf-8"?>
<ds:datastoreItem xmlns:ds="http://schemas.openxmlformats.org/officeDocument/2006/customXml" ds:itemID="{214CFF4D-CEE2-4ED6-AC8A-41B54DA24CA7}">
  <ds:schemaRefs>
    <ds:schemaRef ds:uri="http://schemas.microsoft.com/office/2006/metadata/properties"/>
    <ds:schemaRef ds:uri="http://schemas.microsoft.com/office/infopath/2007/PartnerControls"/>
    <ds:schemaRef ds:uri="b78f5926-5d87-48b0-b9f0-7f23033d1efa"/>
    <ds:schemaRef ds:uri="f502ecb4-313b-4c8b-ac1a-a2133c4c55c1"/>
    <ds:schemaRef ds:uri="20f94ec3-e9d0-4dc7-9a84-97b6b322ffba"/>
    <ds:schemaRef ds:uri="1f88e692-e867-4d92-ab0a-a3ab2601f35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Netcompany Powerpoint Template</Template>
  <TotalTime>0</TotalTime>
  <Words>10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Wingdings</vt:lpstr>
      <vt:lpstr>Arial</vt:lpstr>
      <vt:lpstr>Netcompany-Offc</vt:lpstr>
      <vt:lpstr>Netcompany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Uffe Birkedal</dc:creator>
  <cp:lastModifiedBy>Tomas Wind</cp:lastModifiedBy>
  <cp:revision>1</cp:revision>
  <dcterms:created xsi:type="dcterms:W3CDTF">2026-02-03T14:26:39Z</dcterms:created>
  <dcterms:modified xsi:type="dcterms:W3CDTF">2026-04-28T13:38:59Z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www.omnidocs.com</vt:lpwstr>
  </property>
  <property fmtid="{D5CDD505-2E9C-101B-9397-08002B2CF9AE}" pid="3" name="ContentTypeId">
    <vt:lpwstr>0x0101006F990523451A5B42A62F3FEF0EAF9ED3</vt:lpwstr>
  </property>
  <property fmtid="{D5CDD505-2E9C-101B-9397-08002B2CF9AE}" pid="4" name="MediaServiceImageTags">
    <vt:lpwstr/>
  </property>
  <property fmtid="{D5CDD505-2E9C-101B-9397-08002B2CF9AE}" pid="5" name="TemplafyTimeStamp">
    <vt:lpwstr>2024-04-23T10:56:56</vt:lpwstr>
  </property>
  <property fmtid="{D5CDD505-2E9C-101B-9397-08002B2CF9AE}" pid="6" name="TemplafyTenantId">
    <vt:lpwstr>netcompany</vt:lpwstr>
  </property>
  <property fmtid="{D5CDD505-2E9C-101B-9397-08002B2CF9AE}" pid="7" name="TemplafyTemplateId">
    <vt:lpwstr>896880345885704710</vt:lpwstr>
  </property>
  <property fmtid="{D5CDD505-2E9C-101B-9397-08002B2CF9AE}" pid="8" name="TemplafyUserProfileId">
    <vt:lpwstr>1356386243715006491</vt:lpwstr>
  </property>
  <property fmtid="{D5CDD505-2E9C-101B-9397-08002B2CF9AE}" pid="9" name="TemplafyFromBlank">
    <vt:bool>true</vt:bool>
  </property>
</Properties>
</file>